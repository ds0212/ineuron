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3.xml" ContentType="application/vnd.openxmlformats-officedocument.presentationml.notesSlide+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notesSlides/notesSlide4.xml" ContentType="application/vnd.openxmlformats-officedocument.presentationml.notesSlide+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embeddedFontLst>
    <p:embeddedFont>
      <p:font typeface="Proxima Nova" panose="020B0604020202020204"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78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0:21.384"/>
    </inkml:context>
    <inkml:brush xml:id="br0">
      <inkml:brushProperty name="width" value="0.05" units="cm"/>
      <inkml:brushProperty name="height" value="0.05" units="cm"/>
    </inkml:brush>
  </inkml:definitions>
  <inkml:trace contextRef="#ctx0" brushRef="#br0">2 21 2257,'-1'-5'11749,"1"4"-11583,18-1 69,0 0 1,0 1-1,20 1 0,-15 0-114,31-3-1,-1-2 227,84 4-1,-73 1-260,-64 0-110,-25 3-11640,2-3 7603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0:22.643"/>
    </inkml:context>
    <inkml:brush xml:id="br0">
      <inkml:brushProperty name="width" value="0.05" units="cm"/>
      <inkml:brushProperty name="height" value="0.05" units="cm"/>
    </inkml:brush>
  </inkml:definitions>
  <inkml:trace contextRef="#ctx0" brushRef="#br0">64 1 224,'0'0'3548,"-30"0"668,0 0-1833,27 0 302,18 0-1937,590 0 3139,-473 5-3591,-45 1-137,137 13-11,-199-15-135,384 37 35,-275-35-31,69 2 3,186 6-164,-258-13 216,-77-2-53,88 10 0,-138-8 416,-79-1-6889,19 0 998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0:24.160"/>
    </inkml:context>
    <inkml:brush xml:id="br0">
      <inkml:brushProperty name="width" value="0.05" units="cm"/>
      <inkml:brushProperty name="height" value="0.05" units="cm"/>
    </inkml:brush>
  </inkml:definitions>
  <inkml:trace contextRef="#ctx0" brushRef="#br0">1 5 1857,'-1'-5'12728,"2"5"-12624,754 27 3106,-6-1-1463,-556-26-709,-166-3-798,-26 2-195,-1 1 0,1 0 1,0 0-1,-1 0 1,1-1-1,0 1 0,-1 0 1,1-1-1,-1 1 0,1 0 1,0-1-1,-1 1 1,1-1-1,-1 1 0,1-1 1,-1 1-1,1-1 0,-1 1 1,0-1-1,1 0 0,-1 1 1,0-1-1,1 1 1,-1-1-1,0 0 0,0 1 1,1-1-1,-1 0 0,0-1 1,0 2 74,-111-2-7227,43 2 1029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0:40.470"/>
    </inkml:context>
    <inkml:brush xml:id="br0">
      <inkml:brushProperty name="width" value="0.05" units="cm"/>
      <inkml:brushProperty name="height" value="0.05" units="cm"/>
    </inkml:brush>
  </inkml:definitions>
  <inkml:trace contextRef="#ctx0" brushRef="#br0">0 148 800,'0'0'11387,"1"-3"-10123,-1 3-1116,0-1 0,0 0 0,0 0 0,0 1 0,0-1 0,1 0 0,-1 1 0,0-1 0,1 0 0,-1 1 0,0-1 0,1 0 0,-1 1-1,1-1 1,-1 1 0,1-1 0,-1 1 0,2-2 0,-2 2-76,1 1 0,0-1 0,-1 0-1,1 0 1,0 0 0,-1 0 0,1 0 0,-1 1-1,1-1 1,0 0 0,-1 1 0,1-1 0,-1 0 0,1 1-1,-1-1 1,1 0 0,-1 1 0,0-1 0,1 1-1,-1-1 1,1 1 0,-1-1 0,0 1 0,1 0 0,-1-1-1,0 1 1,0-1 0,1 1 0,-1 0 0,0 0-1,28 61 286,34 114-1,-61-175-282,-1 0 1,0-1-1,0 1 0,1 0 1,-1-1-1,1 1 1,-1 0-1,0-1 0,1 1 1,-1-1-1,1 1 1,0-1-1,-1 1 0,1-1 1,-1 1-1,1-1 1,0 1-1,-1-1 0,1 0 1,0 1-1,-1-1 1,1 0-1,0 1 0,0-1 1,-1 0-1,1 0 1,0 0-1,0 0 0,-1 0 1,1 0-1,0 0 1,0 0-1,-1 0 0,1 0 1,0-1-1,0 1 1,0 0-1,32-15-331,-28 12 421,463-213 22,-303 146-172,-156 67-1,31-14 77,-1-2 0,43-27 0,-82 46-113,0 0 0,0 0 0,0 0-1,0 0 1,0 0 0,0 0 0,0 0 0,0 0-1,0-1 1,0 1 0,0 0 0,0 0-1,0 0 1,0 0 0,0 0 0,0 0 0,0 0-1,0 0 1,0 0 0,0 0 0,0-1-1,0 1 1,0 0 0,0 0 0,0 0 0,0 0-1,0 0 1,0 0 0,0 0 0,0 0 0,0 0-1,0 0 1,0 0 0,0-1 0,0 1-1,0 0 1,0 0 0,0 0 0,0 0 0,0 0-1,-1 0 1,1 0 0,0 0 0,0 0-1,0 0 1,0 0 0,0 0 0,0 0 0,0 0-1,0 0 1,0 0 0,0 0 0,0 0-1,-1 0 1,1 0 0,0 0 0,0 0 0,0 0-1,0 0 1,0 0 0,-11-2 177,-3 2-1820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0:58.073"/>
    </inkml:context>
    <inkml:brush xml:id="br0">
      <inkml:brushProperty name="width" value="0.05" units="cm"/>
      <inkml:brushProperty name="height" value="0.05" units="cm"/>
    </inkml:brush>
  </inkml:definitions>
  <inkml:trace contextRef="#ctx0" brushRef="#br0">39 121 1265,'0'0'6226,"-21"-5"-3515,3 5 4858,489-26-6825,-377 17-197,-203 6 35,38 6-909,-84 14-1,33-1 356,75-14 41,47-2-55,0 1 0,0-1 1,0 0-1,0 0 0,0 0 0,0 0 0,0 0 0,0 0 1,0 1-1,0-1 0,0 0 0,0 0 0,-1 0 0,1 0 1,0 0-1,0 1 0,1-1 0,-1 0 0,0 0 0,0 0 1,0 0-1,0 0 0,0 0 0,0 1 0,0-1 0,0 0 1,0 0-1,0 0 0,0 0 0,0 0 0,0 0 0,0 0 1,0 1-1,1-1 0,-1 0 0,0 0 0,0 0 0,0 0 1,0 0-1,0 0 0,1 0 0,509-30 458,-280 12-192,252-7-52,60-3-63,-499 24 13,51-11 1,-78 15 18,-16 0-197,-9 0-1422,-11 1-986,0 1-1,0 1 1,-25 7-1,36-8 1244,-44 9-6889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0:58.694"/>
    </inkml:context>
    <inkml:brush xml:id="br0">
      <inkml:brushProperty name="width" value="0.05" units="cm"/>
      <inkml:brushProperty name="height" value="0.05" units="cm"/>
    </inkml:brush>
  </inkml:definitions>
  <inkml:trace contextRef="#ctx0" brushRef="#br0">117 83 1361,'0'0'2521,"-12"-12"-208,1 9-1548,0 0-1,0 1 1,-1 0 0,1 1 0,-1 0-1,-18 1 1,28 0-596,-3-4 3579,14 3-3294,470-13 245,-30 0 286,613 14 629,-822-12-1542,-230 8-88,-8 1-336,-7 1-539,-23-1-670,1 1-1,-32 3 1,14 0-505,-44-1-2005,-9 0-1073</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0:59.160"/>
    </inkml:context>
    <inkml:brush xml:id="br0">
      <inkml:brushProperty name="width" value="0.05" units="cm"/>
      <inkml:brushProperty name="height" value="0.05" units="cm"/>
    </inkml:brush>
  </inkml:definitions>
  <inkml:trace contextRef="#ctx0" brushRef="#br0">1 101 3121,'0'0'5822,"19"-2"-5521,945-55 5099,-575 46-3778,187-11-115,-556 21-1441,-14 1 36,1 0 1,-1 0-1,0-1 0,0 0 1,0 0-1,10-4 1113,-21 5-2941,-70 2-5939,19 6 1070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1:04.521"/>
    </inkml:context>
    <inkml:brush xml:id="br0">
      <inkml:brushProperty name="width" value="0.05" units="cm"/>
      <inkml:brushProperty name="height" value="0.05" units="cm"/>
    </inkml:brush>
  </inkml:definitions>
  <inkml:trace contextRef="#ctx0" brushRef="#br0">185 91 1473,'0'0'6664,"-11"0"-4276,-163 0 4906,178 0-7225,525-26 412,-267 9-442,412-10 215,-665 27-251,-7 1 0,-1-1 0,1 0 0,0 0 0,0 0 0,-1 0 0,1 0 0,0 0 0,0-1 0,-1 1 0,1-1 1,0 1-1,1-2 0,-3 2-12,0 0 0,1-1 0,-1 1 0,0 0 1,0-1-1,0 1 0,0 0 0,0-1 1,0 1-1,0 0 0,0-1 0,1 1 0,-1-1 1,-1 1-1,1 0 0,0-1 0,0 1 1,0-1-1,0 1 0,0 0 0,0-1 1,0 1-1,0 0 0,-1-1 0,1 1 0,0 0 1,0-1-1,0 1 0,-1 0 0,1-1 1,0 1-1,0 0 0,-1 0 0,1-1 0,0 1 1,-1 0-1,1 0 0,0 0 0,-1-1 1,1 1-1,0 0 0,-1 0 0,1 0 0,-1 0 1,-15-2-1333,0 0 0,0 1 0,-25 2 0,5 0-1670,-27-1-2730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1:05.001"/>
    </inkml:context>
    <inkml:brush xml:id="br0">
      <inkml:brushProperty name="width" value="0.05" units="cm"/>
      <inkml:brushProperty name="height" value="0.05" units="cm"/>
    </inkml:brush>
  </inkml:definitions>
  <inkml:trace contextRef="#ctx0" brushRef="#br0">12 109 2897,'0'0'6670,"-2"0"-5480,-7 0 366,20 0 516,347-9-1196,-126 1-388,123 1 221,782-32 1778,-1078 36-2295,10-1 118,-1-2-1,98-22 0,-162 27-979,-5 0-23,-13-1-767,-23 2-1800,35 0 2940,-47 0-5258</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1:10.650"/>
    </inkml:context>
    <inkml:brush xml:id="br0">
      <inkml:brushProperty name="width" value="0.05" units="cm"/>
      <inkml:brushProperty name="height" value="0.05" units="cm"/>
    </inkml:brush>
  </inkml:definitions>
  <inkml:trace contextRef="#ctx0" brushRef="#br0">0 6 1921,'5'-5'20151,"-4"8"-21245,1 11 1041,1 0 1,0 0 0,1 0-1,1-1 1,7 15 0,35 64 99,-41-82-40,-3-4 8,1 1-1,-1-1 1,1 0-1,7 7 1,-11-12-12,1-1 1,0 1-1,-1-1 0,1 1 1,0-1-1,-1 0 1,1 1-1,0-1 0,-1 0 1,1 0-1,0 0 1,0 0-1,0 1 0,-1-1 1,1 0-1,0 0 1,0 0-1,-1-1 0,1 1 1,1 0-1,7-1-2,17 0 21,-1-1-1,1-1 1,0-1 0,27-9 0,97-37 216,-69 21-204,-31 12 14,156-45 94,-199 60 305,7 0-1761,-15 3 1164,1 0 1,0-1-1,-1 1 1,1 0-1,0-1 0,-1 1 1,1 0-1,-1-1 1,1 1-1,-1-1 1,0 1-1,1-1 1,-1 1-1,0-1 1,1 1-1,-1-1 1,0 1-1,1-1 1,-2 1-1,-98 70-8862,28-24 2769</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1:29.453"/>
    </inkml:context>
    <inkml:brush xml:id="br0">
      <inkml:brushProperty name="width" value="0.05" units="cm"/>
      <inkml:brushProperty name="height" value="0.05" units="cm"/>
    </inkml:brush>
  </inkml:definitions>
  <inkml:trace contextRef="#ctx0" brushRef="#br0">1 176 2145,'0'0'11907,"0"0"-11712,0-1-1,0 1 1,0-1 0,0 1 0,0-1-1,0 1 1,0 0 0,0-1 0,0 1-1,0-1 1,0 1 0,0-1 0,0 1-1,1 0 1,-1-1 0,0 1 0,0-1-1,1 1 1,-1 0 0,0-1 0,0 1-1,1-1 1,11 22-229,-1 0-1,-1 1 1,14 43-1,-3-7 50,-21-56-6,1 0 0,0 0 0,-1 0 0,1-1 0,0 1 0,0 0 0,0-1 0,1 1 0,-1-1 0,0 1 0,0-1 0,1 0 0,-1 1 0,1-1 0,-1 0 0,1 0 0,0 0 0,-1 0 0,1 0 0,2 1 0,2-2 31,-1 1 0,1 0 0,0-1 1,-1 0-1,1 0 0,8-2 0,22-4 115,0-2-1,-1-1 1,0-2 0,45-21 0,-14 7 79,72-27 99,489-165 1130,-596 206-1357,-26 9 20,1-1 0,0 1 1,0 1-1,0-1 0,0 1 0,9-1 1,-15 2 9,-5 2-3735,-26 8-587,-23 12-2481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01.124"/>
    </inkml:context>
    <inkml:brush xml:id="br0">
      <inkml:brushProperty name="width" value="0.05" units="cm"/>
      <inkml:brushProperty name="height" value="0.05" units="cm"/>
    </inkml:brush>
  </inkml:definitions>
  <inkml:trace contextRef="#ctx0" brushRef="#br0">1 0 576,'0'0'817,"51"24"-1025,-43-24-1,-3 0 49,0 0-288,-2 0 80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05.712"/>
    </inkml:context>
    <inkml:brush xml:id="br0">
      <inkml:brushProperty name="width" value="0.05" units="cm"/>
      <inkml:brushProperty name="height" value="0.05" units="cm"/>
    </inkml:brush>
  </inkml:definitions>
  <inkml:trace contextRef="#ctx0" brushRef="#br0">108 48 112,'0'0'3975,"5"-7"-3284,14-22 54,-9 17 2326,-14 19-33,-11 11-2907,1 0 0,1 2 0,1-1 0,1 1 0,1 1 0,0 0 0,2 1 0,-6 22 0,5-8-10,1 1-1,3-1 1,0 1-1,2 50 1,2-25-16,3 77 249,1-118-349,0-1 1,2-1-1,0 1 0,1-1 1,1 1-1,1-2 0,1 1 1,0-1-1,1-1 0,18 24 1,-24-37-131,0 1 1,0-1-1,0-1 0,1 1 1,-1 0-1,1-1 1,0 0-1,0 0 1,9 3-1,-5-2-767,0-1-1,0-1 1,1 0-1,-1 0 1,11 0-1,28-1-4421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08.919"/>
    </inkml:context>
    <inkml:brush xml:id="br0">
      <inkml:brushProperty name="width" value="0.05" units="cm"/>
      <inkml:brushProperty name="height" value="0.05" units="cm"/>
    </inkml:brush>
  </inkml:definitions>
  <inkml:trace contextRef="#ctx0" brushRef="#br0">40 196 1121,'2'-2'6907,"10"-4"-6400,3 1-426,0 0 0,0 1 0,0 1 0,31-4 0,-46 7-118,-7 0-873,-15 1 951,9 0 161,0-1 0,1-1 0,-1 1 0,-21-6 0,31 5 84,-1 1 1,1-1-1,-1 1 0,1-1 0,0 1 0,-1 0 1,-4 1-1,-6-1 348,14 0-316,16 0-404,298-7 470,-312 7-314,-31-5-98,1 2 0,0 1 0,-1 1 1,-33 3-1,-2 0-28,-3-2 440,66 0-160,2-1-226,1 0 0,-1 0 0,1 0 0,-1 1 0,1-1 0,-1 1 0,1-1 0,0 1-1,-1-1 1,1 1 0,-1 0 0,1 0 0,0 0 0,2 0 0,0 0 39,432-12 661,-282 14-649,603-2-207,-726-2 121,56-9 0,-12 0 13,235-9-27,-152 4-25,46-1 32,-182 16 62,0-1 1,-1-2-1,23-5 0,-21 4-13,1 1 0,24-2 0,330 4-203,-195 4 132,221 17-89,-207-9 90,-79-6 53,559 6-212,-445-28 262,38 0-95,349 8 174,557 10-373,-1175 0 268,-1 0-1,0 0 1,1 0 0,-1 0-1,0 0 1,1 0 0,-1 0-1,0 0 1,0 0 0,1 0-1,-1 0 1,0 0 0,1 0-1,-1 0 1,0 0 0,1-1-1,-1 1 1,0 0 0,0 0-1,1 0 1,-1-1 0,0 1-1,0 0 1,0 0 0,1 0-1,-1-1 1,0 1 0,0 0-1,0-1 1,0 1 0,1-1-1,-1 1 9,0 0 0,0 0 0,0-1 0,0 1-1,0 0 1,1-1 0,-1 1 0,0 0-1,0 0 1,0 0 0,1-1 0,-1 1-1,0 0 1,0 0 0,1 0 0,-1-1-1,0 1 1,0 0 0,1 0 0,-1 0-1,0 0 1,1 0 0,-1 0 0,0 0 0,0 0-1,1 0 1,-1-1 0,0 1 0,1 0-1,-1 0 1,1 1 0,143-6 1957,-137 6-1951,0 0 0,0 0 0,0 1 0,0-1 1,0 2-1,0-1 0,-1 1 0,11 6 0,-4-2 49,0 1-1,-1 1 1,14 11-1,22 28 256,68 88 0,-94-109-269,-12-14-44,0 0 1,-1 1-1,-1-1 1,-1 2-1,0-1 0,0 1 1,-2 0-1,0 1 1,0-1-1,3 31 1,51 192 712,-28-128-585,-27-95-161,-1 0 0,-1 0 0,0 0 0,-1 1 0,-2 29 0,0-42-92,0 1 0,1 0 0,-1-1 0,-1 1 1,1 0-1,-1-1 0,1 0 0,-1 1 0,0-1 0,0 0 1,0 0-1,-1 0 0,1 0 0,-1 0 0,1-1 0,-1 1 1,0-1-1,0 1 0,0-1 0,0 0 0,-5 2 0,-8 3-880,0 0-1,0 0 0,-23 4 0,34-9 687,-98 23-5677</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10.980"/>
    </inkml:context>
    <inkml:brush xml:id="br0">
      <inkml:brushProperty name="width" value="0.05" units="cm"/>
      <inkml:brushProperty name="height" value="0.05" units="cm"/>
    </inkml:brush>
  </inkml:definitions>
  <inkml:trace contextRef="#ctx0" brushRef="#br0">0 150 1409,'0'0'5608,"2"-8"-3848,593 6 1477,-280 0-2920,487 9 161,-329-5 773,-252-16-866,-54 2-55,658 3 578,-514 10-722,217-18-98,-1-10-35,4 27-17,-239 1 24,-95 0-70,411-11 1,-423-14 204,71 12-118,-122 9 996,-90 3-902,-44 0-219,-4 0-2122,1 0 1508,0-1 0,0 1 0,0-1 0,0 1 0,0-1 0,-3-1 0,-8-3-1653,-32-7-5561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13.811"/>
    </inkml:context>
    <inkml:brush xml:id="br0">
      <inkml:brushProperty name="width" value="0.05" units="cm"/>
      <inkml:brushProperty name="height" value="0.05" units="cm"/>
    </inkml:brush>
  </inkml:definitions>
  <inkml:trace contextRef="#ctx0" brushRef="#br0">0 2 16,'0'0'7657,"11"-2"-4085,-11 14-2633,0-12-933,0 10-7066</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14.259"/>
    </inkml:context>
    <inkml:brush xml:id="br0">
      <inkml:brushProperty name="width" value="0.05" units="cm"/>
      <inkml:brushProperty name="height" value="0.05" units="cm"/>
    </inkml:brush>
  </inkml:definitions>
  <inkml:trace contextRef="#ctx0" brushRef="#br0">0 10 1777,'0'0'3249,"0"-10"-3249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14.631"/>
    </inkml:context>
    <inkml:brush xml:id="br0">
      <inkml:brushProperty name="width" value="0.05" units="cm"/>
      <inkml:brushProperty name="height" value="0.05" units="cm"/>
    </inkml:brush>
  </inkml:definitions>
  <inkml:trace contextRef="#ctx0" brushRef="#br0">0 1 720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15.233"/>
    </inkml:context>
    <inkml:brush xml:id="br0">
      <inkml:brushProperty name="width" value="0.05" units="cm"/>
      <inkml:brushProperty name="height" value="0.05" units="cm"/>
    </inkml:brush>
  </inkml:definitions>
  <inkml:trace contextRef="#ctx0" brushRef="#br0">122 25 720,'59'-24'11160,"-72"34"-11200,4-4 81,-20 11 100,-29 23 0,48-32-79,2 0 1,-1 0-1,1 0 0,0 1 1,1 0-1,0 1 0,-6 11 1,12-19-79,1-2 42,0 0-1,0 0 1,0 0-1,0 0 0,0 0 1,1 0-1,-1-1 1,0 1-1,0 0 0,0 0 1,0 1-1,0-1 1,1 0-1,-1 0 0,0 0 1,0 0-1,0 0 1,0 0-1,0 0 0,1 0 1,-1 0-1,0 0 0,0 0 1,0 0-1,0 0 1,0 0-1,0 1 0,1-1 1,-1 0-1,0 0 1,0 0-1,0 0 0,0 0 1,0 0-1,0 1 1,0-1-1,0 0 0,0 0 1,0 0-1,0 0 0,0 0 1,0 1-1,0-1 1,0 0-1,0 0 0,0 0 1,0 0-1,0 0 1,0 1-1,0-1 0,0 0 1,0 0-1,0 0 1,0 0-1,0 0 0,0 1 1,0-1-1,0 0 1,3 0-95,85-2 987,103 5-537,-187-3-386,-1 0 0,1 1 0,-1 0 0,1 0 1,-1 0-1,0 0 0,1 0 0,-1 1 0,0 0 0,0-1 0,0 1 0,0 0 0,0 1 0,0-1 0,0 0 0,-1 1 1,1 0-1,-1-1 0,0 1 0,0 0 0,0 0 0,0 0 0,-1 0 0,1 1 0,1 3 0,-1 1-7,1 1-1,-1-1 0,-1 1 0,0-1 0,0 1 0,-1-1 0,0 1 1,0 0-1,-3 13 0,3-20 11,-1 0-1,0 0 1,0 0 0,0 0-1,0 0 1,0 0 0,0 0-1,-1-1 1,1 1 0,-1 0-1,1-1 1,-1 1 0,1-1-1,-1 0 1,0 1 0,0-1 0,0 0-1,1 0 1,-1 0 0,0-1-1,-4 2 1,-6 2 47,0 0-1,-19 2 1,29-6-35,-47 7 330,-1-3 0,-59-3 0,84-1-434,25 0 34,0 0 0,-1 0 1,1 0-1,-1 0 0,1 0 0,0 0 0,-1 0 0,1 0 1,0-1-1,-1 1 0,1 0 0,0 0 0,-1 0 0,1-1 1,0 1-1,-1 0 0,1 0 0,0-1 0,0 1 0,-1 0 1,1-1-1,0 1 0,0 0 0,0-1 0,-1 1 0,1 0 1,0-1-1,0 1 0,0 0 0,0-1 0,0 1 0,0-1 1,0 1-1,0-18-2821,0 10 1132,0-13-3627</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15.576"/>
    </inkml:context>
    <inkml:brush xml:id="br0">
      <inkml:brushProperty name="width" value="0.05" units="cm"/>
      <inkml:brushProperty name="height" value="0.05" units="cm"/>
    </inkml:brush>
  </inkml:definitions>
  <inkml:trace contextRef="#ctx0" brushRef="#br0">30 1 1521,'0'0'7683,"-30"5"-6770,30-3-177,0 0-240,14 3-224,20 0 993,7 0-545,-1-3-384,0 1-160,-3-3-176,-2 0-976,0 0-2081,-1 0-2450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16.182"/>
    </inkml:context>
    <inkml:brush xml:id="br0">
      <inkml:brushProperty name="width" value="0.05" units="cm"/>
      <inkml:brushProperty name="height" value="0.05" units="cm"/>
    </inkml:brush>
  </inkml:definitions>
  <inkml:trace contextRef="#ctx0" brushRef="#br0">0 71 1281,'0'0'7048,"1"-11"-6079,0-3-531,0-7 17,-1-3 3323,12 38-3287,12 52-142,-2 1 0,-3 0 0,-4 1 1,-2 1-1,-3 1 0,-3 0 0,-3 81 0,-4-119-174,1 0 0,1 1-1,8 33 1,-9-61-168,8 22 16,-6-18-96,0-4-3455,9-4-411,6-1-484</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16.789"/>
    </inkml:context>
    <inkml:brush xml:id="br0">
      <inkml:brushProperty name="width" value="0.05" units="cm"/>
      <inkml:brushProperty name="height" value="0.05" units="cm"/>
    </inkml:brush>
  </inkml:definitions>
  <inkml:trace contextRef="#ctx0" brushRef="#br0">1 46 3185,'0'0'9850,"0"-7"-8593,0-24-478,2 24-579,0 7-98,2 6-60,4 24 161,-2 1-1,0-1 1,1 49-1,9 52 378,20 4-468,-35-127 3,1-1-3063,10-5-2556,9-2 590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17.303"/>
    </inkml:context>
    <inkml:brush xml:id="br0">
      <inkml:brushProperty name="width" value="0.05" units="cm"/>
      <inkml:brushProperty name="height" value="0.05" units="cm"/>
    </inkml:brush>
  </inkml:definitions>
  <inkml:trace contextRef="#ctx0" brushRef="#br0">1 5 1953,'0'0'8716,"0"-5"-7658,0 9-537,37 973 4396,-37-948-4894,-1-12 58,1 1-1,1-1 0,4 25 0,-5-41-102,1-1 0,-1 1 0,1-1 0,-1 0 0,0 1 0,1-1 0,-1 1 0,1-1 0,-1 0 0,1 1 0,-1-1 0,1 0 0,0 1 0,-1-1 0,1 0 0,-1 0 0,1 0 0,0 0 0,-1 0 0,1 1 0,-1-1 0,1 0 0,0 0 0,-1 0 0,1-1 0,-1 1 0,1 0 0,0 0 0,-1 0 0,1 0 0,0-1 0,23-7-2675,6-16-2249,8-9-2695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17.758"/>
    </inkml:context>
    <inkml:brush xml:id="br0">
      <inkml:brushProperty name="width" value="0.05" units="cm"/>
      <inkml:brushProperty name="height" value="0.05" units="cm"/>
    </inkml:brush>
  </inkml:definitions>
  <inkml:trace contextRef="#ctx0" brushRef="#br0">1 5 2801,'0'0'7996,"0"-3"-7084,0 2-699,0 8-48,0 26 99,0 46 554,-1 11-292,3 96-596,-2-184-83,0-1 0,0 0 0,0 1-1,0-1 1,0 0 0,0 1 0,1-1 0,-1 0 0,1 0 0,-1 1 0,1-1-1,-1 0 1,1 0 0,0 0 0,-1 0 0,1 0 0,0 0 0,0 0 0,0 0 0,0 0-1,0 0 1,0 0 0,0 0 0,0 0 0,0-1 0,0 1 0,2 0 0,20 5-3390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18.130"/>
    </inkml:context>
    <inkml:brush xml:id="br0">
      <inkml:brushProperty name="width" value="0.05" units="cm"/>
      <inkml:brushProperty name="height" value="0.05" units="cm"/>
    </inkml:brush>
  </inkml:definitions>
  <inkml:trace contextRef="#ctx0" brushRef="#br0">51 31 4514,'0'0'3559,"-9"23"-3039,-23 77-229,30-91-217,0 0 0,0 0 0,1 0-1,0 0 1,0 0 0,1 1 0,1 13 0,0-9-1,0-9-40,0 0-1,0 1 0,0-1 0,0 0 0,1 1 1,0-1-1,0 0 0,1 0 0,-1 0 1,1-1-1,0 1 0,0-1 0,1 1 0,-1-1 1,1 0-1,0 0 0,0-1 0,0 1 0,1-1 1,-1 0-1,1 0 0,0 0 0,0-1 1,0 0-1,6 3 0,1-1 191,0-1 0,1 0 0,-1 0 1,0-1-1,1-1 0,0 0 0,-1-1 0,1 0 0,-1 0 0,15-4 1,-23 3-110,0 0 0,-1-1 0,1 1 0,-1-1 0,1 0 0,-1 0 0,0 0 0,1-1 0,-1 1 1,0-1-1,-1 1 0,1-1 0,0 0 0,-1 0 0,0-1 0,1 1 0,-1 0 0,0-1 1,-1 1-1,1-1 0,-1 1 0,0-1 0,2-5 0,1-5 233,-1 0 0,-1-1 0,0 0 0,1-26 1,-3 18-7,0 9-226,0 0 0,0 1-1,-5-21 1,4 29-120,0 0 0,-1 0 0,0 1 0,0-1 0,0 1 0,0-1 0,-1 1 0,0 0 0,0 0 0,0 0 0,0 0 0,-1 1 1,-4-5-1,0 2-138,0-1 0,-1 1 1,0 1-1,-17-9 1,22 12-252,1 1 1,-1-1 0,0 1 0,0 0 0,0 0-1,0 0 1,-1 1 0,1-1 0,0 1 0,0 0-1,0 0 1,0 0 0,0 1 0,-8 2 0,2 5-3839</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18.547"/>
    </inkml:context>
    <inkml:brush xml:id="br0">
      <inkml:brushProperty name="width" value="0.05" units="cm"/>
      <inkml:brushProperty name="height" value="0.05" units="cm"/>
    </inkml:brush>
  </inkml:definitions>
  <inkml:trace contextRef="#ctx0" brushRef="#br0">0 22 3394,'0'0'7270,"0"-3"-6126,0-12-141,0 12 1436,1 5-2357,87 693 2634,-86-665-2726,-1 3-10,1 1 1,2-1-1,1 0 0,15 49 0,-11-68-2053,-8-14 1603,0 1-1,0 0 0,0-1 1,0 0-1,1 1 1,-1-1-1,0 0 0,0 1 1,0-1-1,0 0 1,1 0-1,1 0 0,14 0-5515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19.275"/>
    </inkml:context>
    <inkml:brush xml:id="br0">
      <inkml:brushProperty name="width" value="0.05" units="cm"/>
      <inkml:brushProperty name="height" value="0.05" units="cm"/>
    </inkml:brush>
  </inkml:definitions>
  <inkml:trace contextRef="#ctx0" brushRef="#br0">0 63 2961,'0'0'7238,"12"-10"-6765,-3 1-362,-6 5-66,1 0 1,0 1 0,0-1-1,0 1 1,0 0 0,0 0 0,0 0-1,1 0 1,0 1 0,-1 0 0,1 0-1,0 0 1,0 1 0,0 0 0,0 0-1,8-1 1,83 2 1114,-93 0-1156,0 1-1,0 0 1,0-1-1,0 1 0,0 0 1,-1 1-1,1-1 1,0 0-1,-1 1 0,1 0 1,-1-1-1,1 1 0,-1 0 1,0 0-1,0 1 1,0-1-1,0 0 0,0 1 1,0-1-1,-1 1 1,1-1-1,-1 1 0,0 0 1,0 0-1,0 0 0,0-1 1,0 4-1,3 8-5,-1 1 0,0-1 1,-1 0-1,-1 19 0,0-20 5,0 2 35,-1 0-1,0 0 1,-1 0 0,-1 0-1,-3 17 1,4-29-21,0 1-1,0-1 1,-1 0 0,1 0 0,-1 1 0,0-1 0,1 0 0,-1 0 0,0 0 0,-1-1-1,1 1 1,-1-1 0,1 1 0,-1-1 0,0 0 0,1 0 0,-1 0 0,0 0 0,-1 0-1,1-1 1,0 1 0,0-1 0,-1 0 0,1 0 0,0 0 0,-1 0 0,-6 0 0,-27-1 5078,50 0-4911,163 0-668,-57 0-3072,-59 0-165,-6 0-1238</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19.665"/>
    </inkml:context>
    <inkml:brush xml:id="br0">
      <inkml:brushProperty name="width" value="0.05" units="cm"/>
      <inkml:brushProperty name="height" value="0.05" units="cm"/>
    </inkml:brush>
  </inkml:definitions>
  <inkml:trace contextRef="#ctx0" brushRef="#br0">77 24 5523,'0'0'4484,"-12"15"-3988,-4 6-267,-15 24-1,28-38-157,0-1 0,1 1 1,0-1-1,0 1 1,0 0-1,1 0 0,0 0 1,0 0-1,1 0 1,0 0-1,0-1 0,2 12 1,-1 9 147,-1-21-166,0 0 0,1 0 0,-1 0 1,1 0-1,1 0 0,-1 0 0,1 0 1,0 0-1,0 0 0,1 0 0,-1-1 0,8 10 1,-6-9-17,1-1 1,0 0-1,0 0 1,0-1-1,1 0 1,-1 0-1,1 0 1,0 0-1,0-1 1,1 0-1,8 3 1,5-1 250,1 0 1,0-1 0,0-1 0,0 0-1,0-2 1,27-2 0,-34 1-43,-8 0-157,-1 0 0,1-1-1,-1 1 1,1-1-1,-1 0 1,1-1-1,-1 1 1,0-1 0,1-1-1,-1 1 1,0 0-1,-1-1 1,1 0-1,0 0 1,-1-1 0,0 1-1,1-1 1,-1 0-1,-1 0 1,1 0-1,-1-1 1,1 1 0,-1-1-1,-1 0 1,1 0-1,-1 0 1,0 0-1,0 0 1,0-1 0,0 1-1,-1 0 1,0-1-1,-1 1 1,1-7 0,0-5-13,0-1 1,-1 1 0,-2 0-1,1 0 1,-2 0 0,0 0 0,-7-19-1,8 30-214,0 1 0,0-1 0,-1 1-1,0-1 1,0 1 0,0 0-1,-1 0 1,0 0 0,0 0-1,0 1 1,0-1 0,-1 1 0,0 1-1,0-1 1,0 0 0,0 1-1,0 0 1,-1 0 0,1 1-1,-1 0 1,0 0 0,0 0 0,-10-2-1,-45-2-3332,-14 1-2262</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27.977"/>
    </inkml:context>
    <inkml:brush xml:id="br0">
      <inkml:brushProperty name="width" value="0.05" units="cm"/>
      <inkml:brushProperty name="height" value="0.05" units="cm"/>
    </inkml:brush>
  </inkml:definitions>
  <inkml:trace contextRef="#ctx0" brushRef="#br0">468 21 976,'0'0'8751,"0"-3"-7297,0 3-1340,0-1-1,0 1 0,0-1 1,0 1-1,0-1 1,0 1-1,0-1 1,0 1-1,0-1 0,0 1 1,0-1-1,-1 1 1,1-1-1,0 1 0,0-1 1,-1 1-1,1 0 1,0-1-1,-1 1 1,1-1-1,0 1 0,-1 0 1,1-1-1,-1 1 1,1 0-1,0-1 1,-1 1-1,-18-3 2389,12 2-2927,-14 0 671,-38 1 0,52 0-197,0 1-1,0 0 0,0 1 0,0 0 0,0 0 0,0 0 0,1 1 1,-1 0-1,-7 4 0,-22 17 234,-62 53 0,86-66-240,0 0 0,1 1 1,0 0-1,1 1 0,1 0 0,0 1 1,1 0-1,-9 20 0,10-13-3,-8 44 0,4-16 65,7-33-77,1 0-1,0 0 1,1 1 0,1-1-1,1 1 1,0-1 0,3 17-1,-1-27-20,0 0 0,0 0 0,0 0 0,1-1 0,0 1 0,0-1 0,0 1-1,1-1 1,-1 0 0,1 0 0,1-1 0,6 7 0,1-1 17,0 0 1,1 0-1,23 13 1,1-5 87,1-2 1,68 19-1,12 6-13,-93-32-93,2 4 7,1-2 0,0-2 0,0 0 0,1-2 0,33 4 1,104-4-707,-166-8 41,0 0 0,-1 0 0,1-1 0,0 1 0,-1 0 0,1 0-1,0 0 1,-1 0 0,0 0 0,1 0 0,-1 0 0,1 0 0,-2-1 0,-12-6-4104</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28.630"/>
    </inkml:context>
    <inkml:brush xml:id="br0">
      <inkml:brushProperty name="width" value="0.05" units="cm"/>
      <inkml:brushProperty name="height" value="0.05" units="cm"/>
    </inkml:brush>
  </inkml:definitions>
  <inkml:trace contextRef="#ctx0" brushRef="#br0">64 22 3730,'0'0'7638,"-2"-4"-6240,-6-10-611,2 10 3303,8 17-4133,3-3 64,0-1 0,1 0 0,0 0 0,0 0 0,1-1 0,0 0 0,1 0 0,15 12 0,18 20 62,-32-30-77,66 70 79,-74-79-63,-1-1 1,1 1-1,0-1 0,-1 1 1,1-1-1,-1 1 0,1-1 1,-1 1-1,0 0 0,1-1 1,-1 1-1,0-1 0,1 1 1,-1 0-1,0 0 0,0-1 1,1 1-1,-1 0 1,0-1-1,0 1 0,0 0 1,0 0-1,0-1 0,0 1 1,0 0-1,0 0 0,-1-1 1,1 1-1,0 0 0,0 0 1,0-1-1,-1 1 0,1 0 1,-1-1-1,1 1 0,0-1 1,-1 1-1,0 1 1,-3 1 229,1 0 1,-1 1 0,0-1 0,-9 5 0,3-2-87,-35 29-149,25-19 0,0-1-1,-1-1 1,-32 16-1,31-23 40,19-7-270,0 1 1,-1 0-1,1 0 1,0 0 0,0 1-1,0-1 1,-6 4 0,8-3-1018</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29.752"/>
    </inkml:context>
    <inkml:brush xml:id="br0">
      <inkml:brushProperty name="width" value="0.05" units="cm"/>
      <inkml:brushProperty name="height" value="0.05" units="cm"/>
    </inkml:brush>
  </inkml:definitions>
  <inkml:trace contextRef="#ctx0" brushRef="#br0">0 3 1793,'0'-2'6211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37.219"/>
    </inkml:context>
    <inkml:brush xml:id="br0">
      <inkml:brushProperty name="width" value="0.05" units="cm"/>
      <inkml:brushProperty name="height" value="0.05" units="cm"/>
    </inkml:brush>
  </inkml:definitions>
  <inkml:trace contextRef="#ctx0" brushRef="#br0">27 239 2305,'0'0'8684,"-4"-6"-7545,-14-18-338,14 18 1266,4 27-1917,0-9-75,1 0 1,1 0 0,0 0-1,1-1 1,0 1 0,9 18-1,35 67 379,-38-80-381,10 15 297,30 42-1,-49-74-236,1 1 0,0-1 0,-1 1 0,1-1 0,0 1 0,0-1 0,-1 1 0,1-1 0,0 0 0,0 1 0,0-1 0,0 0 0,-1 0 0,1 1 0,0-1-1,0 0 1,0 0 0,0 0 0,0 0 0,0 0 0,-1-1 0,1 1 0,0 0 0,0 0 0,0 0 0,0-1 0,1 0 0,27-13-441,-24 12 583,294-168 317,184-100 6,-437 246-510,69-40 504,-115 64-638,0-1 0,0 1 0,0 0 0,1 0 0,-1-1 0,0 1 0,0 0-1,0 0 1,1 0 0,-1-1 0,0 1 0,0 0 0,1 0 0,-1 0 0,0 0 0,1 0 0,-1 0 0,0-1 0,0 1 0,1 0 0,-1 0 0,0 0 0,1 0 0,-1 0-1,0 0 1,0 0 0,1 0 0,-1 0 0,0 0 0,1 0 0,-1 0 0,0 1 0,0-1 0,1 0 0,-1 0 0,0 0 0,1 0 0,-1 0 0,0 1 0,0-1-1,0 0 1,1 0 0,-1 0 0,0 1 0,0-1 0,0 0 0,1 0 0,-1 0 0,0 1 0,0-1 0,0 0 0,0 1 0,0-1 0,1 0 0,-1 0 0,0 1-1,-2 20-5871,1-16 6053,0 1-1337,0-1 1,-1 1-1,0 0 0,-4 8 1,-18 26-5987</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49.328"/>
    </inkml:context>
    <inkml:brush xml:id="br0">
      <inkml:brushProperty name="width" value="0.05" units="cm"/>
      <inkml:brushProperty name="height" value="0.05" units="cm"/>
    </inkml:brush>
  </inkml:definitions>
  <inkml:trace contextRef="#ctx0" brushRef="#br0">92 43 272,'0'0'6558,"-6"-3"-5894,-11-6 1242,-1 0 0,-32-10-1,67 16-613,128 10-541,184 33 1,-134-13-535,289 9 134,-335-28 342,-133-7-632,-1-1 62,-1 1 1,0 1-1,18 4 0,-71-8-3372,12-1 553,-28 3 0,6-1-260,-9-3-1123</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49.916"/>
    </inkml:context>
    <inkml:brush xml:id="br0">
      <inkml:brushProperty name="width" value="0.05" units="cm"/>
      <inkml:brushProperty name="height" value="0.05" units="cm"/>
    </inkml:brush>
  </inkml:definitions>
  <inkml:trace contextRef="#ctx0" brushRef="#br0">70 97 480,'0'0'5323,"-8"0"-4523,-54 2 2484,62-2-3251,0 1-1,1-1 0,-1 1 1,0-1-1,0 0 1,0 1-1,0-1 0,0 0 1,1 1-1,-1-1 1,0 0-1,0 1 1,1-1-1,-1 0 0,0 1 1,1-1-1,-1 0 1,0 0-1,0 1 0,1-1 1,-1 0-1,1 0 1,-1 0-1,0 0 0,1 1 1,-1-1-1,0 0 1,1 0-1,-1 0 1,1 0-1,17 2 51,-9-2 190,428 13 3354,-294-14-2988,870-59 2688,-1007 59-3316,233-33 140,-239 34-164,0-1 1,1 1-1,-1-1 0,1 1 0,-1-1 0,0 1 0,1-1 0,-1 1 0,0-1 1,0 1-1,1-1 0,-1 0 0,0 1 0,0-1 0,0 1 0,0-1 0,0 0 0,0 1 1,0-1-1,0 0 0,0 1 0,0-2 0,-4-3-2788,0 4 2025,0-1 0,-1 1 0,1 0 0,-1 1 0,1-1 1,-1 1-1,-7 0 0,0 0-655,-39-1-4084</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50.440"/>
    </inkml:context>
    <inkml:brush xml:id="br0">
      <inkml:brushProperty name="width" value="0.05" units="cm"/>
      <inkml:brushProperty name="height" value="0.05" units="cm"/>
    </inkml:brush>
  </inkml:definitions>
  <inkml:trace contextRef="#ctx0" brushRef="#br0">118 77 1825,'0'0'4986,"-18"-4"-4359,-58-9 91,53 8 1779,29 5-2516,363 7 2276,-43 0-1304,415-8 936,-343-23-1178,-358 21-657,-28 2-43,-9 1-16,1 0 1,-1-1-1,1 1 0,-1-1 1,0 0-1,1 1 0,3-3 1,-7 3 1,0 0 0,1-1 0,-1 1 0,0 0 0,0 0 0,1 0 0,-1-1 1,0 1-1,0 0 0,0 0 0,1-1 0,-1 1 0,0 0 0,0-1 0,0 1 0,0 0 1,0-1-1,0 1 0,0 0 0,0 0 0,0-1 0,1 1 0,-1 0 0,0-1 1,0 1-1,-1 0 0,1-1 0,0 1 0,0 0 0,0-1 0,0 1 0,0 0 1,0-1-1,0 1 0,0 0 0,-1 0 0,1-1 0,0 1 0,0 0 0,-1-1 1,-10-9-529,-1 6-443,0 2 0,-1-1-1,1 2 1,-1 0 0,1 0-1,-23 2 1,5 0-1928,-20-1-2623</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50.826"/>
    </inkml:context>
    <inkml:brush xml:id="br0">
      <inkml:brushProperty name="width" value="0.05" units="cm"/>
      <inkml:brushProperty name="height" value="0.05" units="cm"/>
    </inkml:brush>
  </inkml:definitions>
  <inkml:trace contextRef="#ctx0" brushRef="#br0">1 1 2113,'0'0'3167,"37"2"-1241,452 18 1574,-431-19-2919,1010 14 6058,-1038-14-6619,-11-1-9,-39-5-1657,-22-5-4626,23 8 347</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55.695"/>
    </inkml:context>
    <inkml:brush xml:id="br0">
      <inkml:brushProperty name="width" value="0.05" units="cm"/>
      <inkml:brushProperty name="height" value="0.05" units="cm"/>
      <inkml:brushProperty name="color" value="#E71224"/>
    </inkml:brush>
  </inkml:definitions>
  <inkml:trace contextRef="#ctx0" brushRef="#br0">449 35 896,'0'0'6836,"3"-7"-6220,8-21 109,-77 90 1989,-100 78-1499,-41 39-139,204-177-1053,2 0-11,0-1 0,0 0 1,0 0-1,0 1 0,-1-1 1,1 0-1,0 0 0,-1 0 1,1 0-1,-1-1 0,1 1 1,-1 0-1,-1 0 0,2-1 50,1 2-196,20-5-5263,14-11 1467,8-2-336</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56.376"/>
    </inkml:context>
    <inkml:brush xml:id="br0">
      <inkml:brushProperty name="width" value="0.05" units="cm"/>
      <inkml:brushProperty name="height" value="0.05" units="cm"/>
      <inkml:brushProperty name="color" value="#E71224"/>
    </inkml:brush>
  </inkml:definitions>
  <inkml:trace contextRef="#ctx0" brushRef="#br0">82 8 1745,'0'0'7019,"0"0"-7002,0 0 1,-1 0-1,1 0 1,0 0-1,0 0 0,0 0 1,0 0-1,0 0 1,0 0-1,0 0 0,0-1 1,0 1-1,-1 0 1,1 0-1,0 0 0,0 0 1,0 0-1,0 0 1,0 0-1,0 0 1,0 0-1,0 0 0,0 0 1,0 0-1,0 0 1,0 0-1,0 0 0,0-1 1,-1 1-1,1 0 1,0 0-1,0 0 0,0 0 1,0 0-1,0 0 1,0 0-1,0 0 0,0 0 1,0-1-1,0 1 1,0 0-1,0 0 0,0 0 1,0 0-1,0 0 1,0 0-1,0 0 0,0 0 1,1 0-1,-1-1 1,0 1-1,0 0 0,0 0 1,0 0-1,0 0 1,0 0-1,0 0 0,0 0 1,0 0-1,0 0 1,0 0-1,0 0 1,7-2 143,-1 1 1,0 1-1,1-1 1,-1 1-1,1 0 1,6 2-1,11-1 395,25-1 559,-228 2-347,171 19-408,2 0-309,2 0-1,1 1 0,0-1 1,2 1-1,1 0 0,4 42 0,-4-63 7,0 0-1,0 0 0,0 0 1,0 0-1,0 1 0,1-1 1,-1 0-1,0 0 0,1 0 1,-1 0-1,1 0 0,0 0 1,-1 0-1,1 0 0,0 0 1,-1 0-1,1 0 0,0 0 1,0 0-1,0 0 0,0-1 1,0 1-1,0 0 0,0-1 1,0 1-1,0-1 0,0 1 0,0-1 1,0 1-1,2-1 0,2 1 191,0-1 0,1 0-1,-1 0 1,0 0 0,10-2-1,-14 2-289,60-13 257,-42 9-187,0 0 1,0 1-1,25-1 0,-36 4-32,1 0-1,0 0 1,0 1-1,-1 1 1,1-1-1,-1 1 1,15 6 0,-20-7-3,0 1 0,0 0 0,0 0 1,0 0-1,0 0 0,0 0 0,-1 1 1,1-1-1,-1 1 0,1 0 1,-1 0-1,0 0 0,0 0 0,-1 0 1,1 0-1,0 0 0,-1 1 1,0-1-1,0 0 0,0 1 0,1 5 1,-2-7-1,1 0 0,-1 0 0,0 0 1,1 0-1,-1 0 0,0 0 0,0 0 1,0 0-1,-1 0 0,1 0 0,0 0 1,-1 0-1,1 0 0,-1 0 0,0 0 0,0 0 1,0 0-1,0-1 0,0 1 0,0 0 1,0-1-1,0 1 0,-1 0 0,1-1 1,0 0-1,-3 2 0,-2 1 18,-1-1 1,1-1-1,0 1 1,-1-1-1,0 0 0,-10 2 1,8-2-24,-29 5-1086,-74 6 0,13-12-3375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56.966"/>
    </inkml:context>
    <inkml:brush xml:id="br0">
      <inkml:brushProperty name="width" value="0.05" units="cm"/>
      <inkml:brushProperty name="height" value="0.05" units="cm"/>
      <inkml:brushProperty name="color" value="#E71224"/>
    </inkml:brush>
  </inkml:definitions>
  <inkml:trace contextRef="#ctx0" brushRef="#br0">519 0 2625,'0'0'4424,"-26"10"-3712,-86 35-227,97-38-243,1 0 0,0 2 0,0-1 0,0 2 0,-15 13 0,-9 7 427,3-8 396,-53 24 0,-9 4-313,93-48-1219,-10 8 1371,9-1-6938,16-8-465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3:57.339"/>
    </inkml:context>
    <inkml:brush xml:id="br0">
      <inkml:brushProperty name="width" value="0.05" units="cm"/>
      <inkml:brushProperty name="height" value="0.05" units="cm"/>
      <inkml:brushProperty name="color" value="#E71224"/>
    </inkml:brush>
  </inkml:definitions>
  <inkml:trace contextRef="#ctx0" brushRef="#br0">1 5 1121,'0'0'12405,"0"-5"-9017,8 28-3224,-1-1-1,-1 1 0,5 42 0,-2-8 41,-3-26-285,-2-1 0,1 51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4:01.041"/>
    </inkml:context>
    <inkml:brush xml:id="br0">
      <inkml:brushProperty name="width" value="0.05" units="cm"/>
      <inkml:brushProperty name="height" value="0.05" units="cm"/>
      <inkml:brushProperty name="color" value="#E71224"/>
    </inkml:brush>
  </inkml:definitions>
  <inkml:trace contextRef="#ctx0" brushRef="#br0">19 1 1809,'0'0'2983,"-3"0"-2389,-6 0-178,2 0 5499,34 1-5832,48 10-1,-34-4-49,39 7-911,-76-12-1501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4:01.490"/>
    </inkml:context>
    <inkml:brush xml:id="br0">
      <inkml:brushProperty name="width" value="0.05" units="cm"/>
      <inkml:brushProperty name="height" value="0.05" units="cm"/>
      <inkml:brushProperty name="color" value="#E71224"/>
    </inkml:brush>
  </inkml:definitions>
  <inkml:trace contextRef="#ctx0" brushRef="#br0">59 0 1121,'0'0'2654,"-7"0"-2264,-16 0-83,6 0 2648,16 0-2688,-10 3 1358,33 2-1798,7 2-4355,-15-5 678</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4:02.014"/>
    </inkml:context>
    <inkml:brush xml:id="br0">
      <inkml:brushProperty name="width" value="0.05" units="cm"/>
      <inkml:brushProperty name="height" value="0.05" units="cm"/>
      <inkml:brushProperty name="color" value="#E71224"/>
    </inkml:brush>
  </inkml:definitions>
  <inkml:trace contextRef="#ctx0" brushRef="#br0">43 1 1553,'0'0'4132,"-7"0"-3403,-29 0 2955,40 0-3428,1003 14 753,-669-1-927,901 20 1535,-1167-32-1565,61-2-24,-132 1-77,0 0 0,0 0 0,0 0 0,0 0 0,0 0 1,-1 0-1,1 0 0,0 0 0,0 0 0,0 0 0,0-1 0,0 1 0,0 0 0,-1-1 0,1 1 0,0 0 1,0-1-1,0 1 0,-1-1 0,1 1 0,0-1 0,-1 0 0,1 1 0,0-1 0,-1 0 0,1 0 0,-22 0-3304,-16 1 194,-12 0-1142</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4:02.540"/>
    </inkml:context>
    <inkml:brush xml:id="br0">
      <inkml:brushProperty name="width" value="0.05" units="cm"/>
      <inkml:brushProperty name="height" value="0.05" units="cm"/>
      <inkml:brushProperty name="color" value="#E71224"/>
    </inkml:brush>
  </inkml:definitions>
  <inkml:trace contextRef="#ctx0" brushRef="#br0">26 45 1825,'0'0'6720,"-7"0"-6143,-11 0-88,22 0 65,48 0 137,2077 0 4837,-2078 0-5489,148-3 5,-146 0 51,88-18 1,-138 21-85,-2 0-7,0 0 1,0 0-1,0 0 1,0-1-1,0 1 0,0 0 1,0 0-1,0 0 0,0-1 1,0 1-1,0 0 1,0-1-1,0 1 0,0-1 1,-1 1-1,1-1 0,0 0 1,0 1-1,-1-1 1,1 0-1,0 1 0,-1-1 1,1 0-1,0 0 1,-1 0-1,1 1 0,-1-2 1,0 1-30,0 1 1,-1 0-1,1-1 1,-1 1-1,1 0 1,-1 0-1,1-1 1,-1 1 0,1 0-1,-1 0 1,0 0-1,1 0 1,-1 0-1,1 0 1,-1 0-1,1 0 1,-1 0-1,0 0 1,1 0 0,-1 0-1,0 0 1,-3 0-177,-46 1-2776,0 1 1,-63 12-1,30 1-1633</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4:02.975"/>
    </inkml:context>
    <inkml:brush xml:id="br0">
      <inkml:brushProperty name="width" value="0.05" units="cm"/>
      <inkml:brushProperty name="height" value="0.05" units="cm"/>
      <inkml:brushProperty name="color" value="#E71224"/>
    </inkml:brush>
  </inkml:definitions>
  <inkml:trace contextRef="#ctx0" brushRef="#br0">1 96 3089,'0'0'4752,"-1"3"-4309,1-3-432,0 1 1,0-1-1,0 0 1,0 1-1,0-1 1,0 1-1,0-1 1,0 0-1,0 1 1,0-1-1,0 0 1,1 1-1,-1-1 1,0 1 0,0-1-1,0 0 1,1 1-1,-1-1 1,0 0-1,0 1 1,0-1-1,1 0 1,-1 0-1,0 1 1,1-1-1,-1 0 1,0 0-1,1 1 1,-1-1-1,0 0 1,1 0-1,-1 0 1,0 0-1,1 0 1,-1 0-1,1 1 1,0-1-1,17 4 422,1 0 0,-1-2 0,1 0 0,27-1 0,-1 1 81,845 11 2051,-631-14-1971,-3 3 59,243-3 413,-4-41-480,-489 41-584,32-4 96,0-1-1,-1-3 0,72-25 1,-107 34-98,0-1 6,-1 1-1,1-1 0,0 1 0,-1-1 0,1 1 0,-1-1 0,1 0 0,-1 0 0,1 0 0,-1 0 0,1 0 1,-1 0-1,0 0 0,1-1 0,-1 1 0,0 0 0,0-1 0,0 1 0,0-1 0,0 1 0,-1-1 0,1 1 1,1-3-1,-3 3-38,1 0 0,0 1 0,0-1 1,-1 1-1,1-1 0,-1 1 0,1-1 0,0 1 1,-1-1-1,1 1 0,-1-1 0,1 1 0,-1 0 1,1-1-1,-1 1 0,1 0 0,-1-1 1,1 1-1,-1 0 0,0 0 0,1-1 0,-1 1 1,1 0-1,-1 0 0,0 0 0,1 0 1,-1 0-1,0 0 0,1 0 0,-1 0 0,0 0 1,0 0-1,-2 0-190,-88-3-4517,75 3 3853,-60 0-3301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4:03.409"/>
    </inkml:context>
    <inkml:brush xml:id="br0">
      <inkml:brushProperty name="width" value="0.05" units="cm"/>
      <inkml:brushProperty name="height" value="0.05" units="cm"/>
      <inkml:brushProperty name="color" value="#E71224"/>
    </inkml:brush>
  </inkml:definitions>
  <inkml:trace contextRef="#ctx0" brushRef="#br0">0 85 3602,'0'0'5130,"23"0"-4631,239 0 1851,1489-10 2490,-1713 9-4705,150-2 597,189-27-1,-363 28-684,-4 1 22,0-1 1,0 0 0,0 0-1,19-8 1,-19 2-131,-17 4-709,-20 1-1597,26 3 2313,-49-2-5621,-14-2-2868</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4:53.369"/>
    </inkml:context>
    <inkml:brush xml:id="br0">
      <inkml:brushProperty name="width" value="0.05" units="cm"/>
      <inkml:brushProperty name="height" value="0.05" units="cm"/>
      <inkml:brushProperty name="color" value="#E71224"/>
    </inkml:brush>
  </inkml:definitions>
  <inkml:trace contextRef="#ctx0" brushRef="#br0">139 2 2817,'0'0'4021,"-7"0"-3533,-11 0 25,0-1 419,0 1-1,-1 0 1,-32 6-1,43-2-412,9-2-40,19 1-314,536 6 1622,-349-10-1482,8 1 429,-214 0-678,3-3-179,35 0-4895,3-1-121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4:54.050"/>
    </inkml:context>
    <inkml:brush xml:id="br0">
      <inkml:brushProperty name="width" value="0.05" units="cm"/>
      <inkml:brushProperty name="height" value="0.05" units="cm"/>
      <inkml:brushProperty name="color" value="#E71224"/>
    </inkml:brush>
  </inkml:definitions>
  <inkml:trace contextRef="#ctx0" brushRef="#br0">107 22 448,'0'0'4482,"-12"0"-3831,-51 0 373,31 0 3854,1208-17-516,-1069 13-3944,-107 4-143,9 0-1849,54 0-6032,-12 0 2313</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4:58.330"/>
    </inkml:context>
    <inkml:brush xml:id="br0">
      <inkml:brushProperty name="width" value="0.05" units="cm"/>
      <inkml:brushProperty name="height" value="0.05" units="cm"/>
      <inkml:brushProperty name="color" value="#E71224"/>
    </inkml:brush>
  </inkml:definitions>
  <inkml:trace contextRef="#ctx0" brushRef="#br0">73 0 784,'0'0'4528,"-8"0"-3699,-32 0 11,16 1 3777,24-1-4543,31 8-176,0-2-1,55 5 1,67-4 525,-122-6-387,322 3 1246,-202-3-2316,5 1-5086,-87-2 1064</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4:58.921"/>
    </inkml:context>
    <inkml:brush xml:id="br0">
      <inkml:brushProperty name="width" value="0.05" units="cm"/>
      <inkml:brushProperty name="height" value="0.05" units="cm"/>
      <inkml:brushProperty name="color" value="#E71224"/>
    </inkml:brush>
  </inkml:definitions>
  <inkml:trace contextRef="#ctx0" brushRef="#br0">51 18 1569,'0'0'6029,"-11"0"-5226,-24 0-304,31 0-363,6 0-13,27 0 53,1110 0 5320,-1133 0-5468,18-1 42,-24 1-65,1 1 1,-1-1 0,1 0-1,0 0 1,-1 0 0,1 0-1,-1-1 1,1 1 0,-1 0-1,1 0 1,-1 0 0,1 0-1,-1 0 1,1-1 0,-1 1-1,1 0 1,-1-1 0,1 1-1,-1 0 1,0-1 0,1 1-1,-1 0 1,1-1 0,-1 1-1,0 0 1,1-2 0,-1 1 124,4-1-1085,11 1-1502,14-5-1932</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4:59.417"/>
    </inkml:context>
    <inkml:brush xml:id="br0">
      <inkml:brushProperty name="width" value="0.05" units="cm"/>
      <inkml:brushProperty name="height" value="0.05" units="cm"/>
      <inkml:brushProperty name="color" value="#E71224"/>
    </inkml:brush>
  </inkml:definitions>
  <inkml:trace contextRef="#ctx0" brushRef="#br0">10 15 2177,'0'0'5741,"-7"0"-5103,5 0-674,6 0 91,329 10 2653,-12 1-1182,246-11-854,-532 0-730,1-2 1,-1-1 0,47-11-1,-80 14-60,7-6-3966,-2-4-1075</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5:00.082"/>
    </inkml:context>
    <inkml:brush xml:id="br0">
      <inkml:brushProperty name="width" value="0.05" units="cm"/>
      <inkml:brushProperty name="height" value="0.05" units="cm"/>
      <inkml:brushProperty name="color" value="#E71224"/>
    </inkml:brush>
  </inkml:definitions>
  <inkml:trace contextRef="#ctx0" brushRef="#br0">22 20 1313,'0'0'7926,"-7"0"-6982,-8 0-695,17 0-76,42 0 222,360 2 1590,436-4 1227,-814 1-3082,-9 2 46,0-2-1,0 0 1,18-4-1,-35 5-159,0 0-1,0 0 1,0 0 0,0 0-1,0 0 1,0 0 0,0 0-1,0-1 1,0 1-1,0 0 1,0 0 0,0 0-1,0 0 1,0 0 0,0 0-1,0 0 1,0 0-1,0 0 1,0 0 0,0 0-1,0 0 1,0 0 0,0 0-1,0 0 1,0 0-1,0 0 1,0 0 0,0-1-1,0 1 1,0 0 0,1 0-1,-1 0 1,0 0 0,0 0-1,0 0 1,0 0-1,0 0 1,0 0 0,0 0-1,0 0 1,0 0 0,0 0-1,0 0 1,0 0-1,-10-2-889,-24-1-3239,21 2 2256,-33-3-4565</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5:07.106"/>
    </inkml:context>
    <inkml:brush xml:id="br0">
      <inkml:brushProperty name="width" value="0.05" units="cm"/>
      <inkml:brushProperty name="height" value="0.05" units="cm"/>
      <inkml:brushProperty name="color" value="#E71224"/>
    </inkml:brush>
  </inkml:definitions>
  <inkml:trace contextRef="#ctx0" brushRef="#br0">83 13 1857,'0'0'5570,"-14"-5"-4204,-55 5 2991,75 0-4192,249 2 806,437-11 897,-669 9-1209,-16 0-5931,5 0 358</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5:07.696"/>
    </inkml:context>
    <inkml:brush xml:id="br0">
      <inkml:brushProperty name="width" value="0.05" units="cm"/>
      <inkml:brushProperty name="height" value="0.05" units="cm"/>
      <inkml:brushProperty name="color" value="#E71224"/>
    </inkml:brush>
  </inkml:definitions>
  <inkml:trace contextRef="#ctx0" brushRef="#br0">99 51 1889,'0'0'5586,"-16"0"-4729,-35 0-250,19 0 2259,260 2-996,334-7 510,-244-30-416,-318 35-1964,29-5 1177,-20 2-2233,-19 1-7090,-14 0 1610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45:13.675"/>
    </inkml:context>
    <inkml:brush xml:id="br0">
      <inkml:brushProperty name="width" value="0.05" units="cm"/>
      <inkml:brushProperty name="height" value="0.05" units="cm"/>
      <inkml:brushProperty name="color" value="#E71224"/>
    </inkml:brush>
  </inkml:definitions>
  <inkml:trace contextRef="#ctx0" brushRef="#br0">55 159 4722,'0'0'7390,"-8"-5"-6251,-23-16-205,31 21-809,0-1 1,-1 1-1,1 0 0,0-1 0,-1 1 1,1 0-1,0-1 0,-1 1 0,1 0 0,0 0 1,-1-1-1,1 1 0,-1 0 0,1 0 1,-1 0-1,1 0 0,0-1 0,-1 1 0,1 0 1,-1 0-1,1 0 0,-1 0 0,1 0 1,-1 0-1,1 0 0,-1 0 0,1 0 0,-1 1 1,1-1-1,0 0 0,-1 0 0,1 0 1,-1 0-1,1 1 0,-1-1 0,1 13-555,0-9 658,1 8-235,1 1 0,0-1 0,1 0 1,0 0-1,8 18 0,7 28-3,-4 31 114,-12-85-104,17-3 1492,-9-2-1472,0 0 1,0-1-1,0 0 1,0-1 0,-1 0-1,1-1 1,-1 0-1,10-5 1,9-4 21,858-307 947,-870 314-970,-3 3 5,0-2 0,18-8 0,-47 41-4970,-20 14 384,-15 3-2743</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57:56.925"/>
    </inkml:context>
    <inkml:brush xml:id="br0">
      <inkml:brushProperty name="width" value="0.05" units="cm"/>
      <inkml:brushProperty name="height" value="0.05" units="cm"/>
      <inkml:brushProperty name="color" value="#E71224"/>
    </inkml:brush>
  </inkml:definitions>
  <inkml:trace contextRef="#ctx0" brushRef="#br0">142 54 480,'0'0'3002,"-7"-3"-2621,-3-1-268,6 3-88,0-1 0,1 1 0,-1 0 0,0 0 0,0 0 0,0 1 0,0-1 0,0 1 0,-5 0 0,-1 0 431,2 1 181,0-1 1,-1 0 0,1-1-1,0 0 1,0 0 0,-13-4 0,25 4 2499,22 0-3068,175 2 137,278-5 15,-461 2 190,-1 0 0,0-2 0,19-5 0,-14 3 29,-14 5-1107,0-1 1,0 2-1,0-1 1,9 2-1,-4-1-2641,3 0-1504</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57:57.590"/>
    </inkml:context>
    <inkml:brush xml:id="br0">
      <inkml:brushProperty name="width" value="0.05" units="cm"/>
      <inkml:brushProperty name="height" value="0.05" units="cm"/>
      <inkml:brushProperty name="color" value="#E71224"/>
    </inkml:brush>
  </inkml:definitions>
  <inkml:trace contextRef="#ctx0" brushRef="#br0">54 17 2065,'0'0'4311,"-9"-1"-3545,0-1-537,6 1-117,0 0-1,-1 0 1,1 1-1,0-1 1,0 1-1,-1 0 1,1 0-1,-7 0 1,177 0 2013,403 5 258,-244-2-808,-242-4-522,-84 1-1040,0 0 0,0-1 0,0 1 0,0-1 0,0 1-1,0-1 1,0 1 0,1-1 0,-1 1 0,0-1 0,0 1 0,0 0 0,0-1 0,1 1 0,-1-1-1,0 1 1,0 0 0,1-1 0,-1 1 0,0-1 0,0 1 0,1 0 0,-1 0 0,1-1-1,-1 1 1,0 0 0,1-1 0,-1 1 0,1 0 0,42-2-3733,-13 3 773,19-5-2634</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57:58.150"/>
    </inkml:context>
    <inkml:brush xml:id="br0">
      <inkml:brushProperty name="width" value="0.05" units="cm"/>
      <inkml:brushProperty name="height" value="0.05" units="cm"/>
      <inkml:brushProperty name="color" value="#E71224"/>
    </inkml:brush>
  </inkml:definitions>
  <inkml:trace contextRef="#ctx0" brushRef="#br0">72 2 2177,'0'0'4666,"-14"0"-3919,-4-1-758,-20 0 1410,36 2-990,6 0-48,26 3 72,564 41 3171,0-36-941,-588-9-2623,33 1 402,0-2 1,0-1 0,0-2 0,60-14 0,-98 18-458,0 0 1,0 0-1,-1 0 0,1-1 0,0 1 1,0 0-1,-1 0 0,1 0 1,0-1-1,-1 1 0,1-1 1,0 1-1,-1 0 0,1-1 1,-1 1-1,1-1 0,0 1 0,-1-1 1,1 1-1,-1-1 0,0 0 1,1 1-1,-1-1 0,1 0 1,-1 1-1,0-1 0,0 0 1,1 1-1,-1-1 0,0 0 1,0 0-1,0 1 0,0-1 0,0 0 1,0 0-1,0 1 0,0-1 1,0 0-1,0 0 0,0 0-104</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58:07.094"/>
    </inkml:context>
    <inkml:brush xml:id="br0">
      <inkml:brushProperty name="width" value="0.05" units="cm"/>
      <inkml:brushProperty name="height" value="0.05" units="cm"/>
      <inkml:brushProperty name="color" value="#E71224"/>
    </inkml:brush>
  </inkml:definitions>
  <inkml:trace contextRef="#ctx0" brushRef="#br0">60 17 1857,'0'0'3610,"-27"-5"-812,24 6-2353,1-1 0,0 0 0,-1-1 0,1 1 1,-1 0-1,1-1 0,0 1 0,-1-1 0,1 0 0,0 0 0,-4-2 2247,6 2-2261,0 1-413,0 0-1,0 0 0,0-1 0,0 1 1,0 0-1,0 0 0,-1 0 1,1 0-1,0 0 0,0 0 0,0 0 1,0 0-1,0 0 0,0-1 0,0 1 1,0 0-1,0 0 0,0 0 0,0 0 1,0 0-1,1 0 0,-1 0 0,0 0 1,0 0-1,0-1 0,0 1 0,0 0 1,0 0-1,0 0 0,0 0 0,0 0 1,0 0-1,0 0 0,0 0 0,0 0 1,0 0-1,0 0 0,1 0 0,-1 0 1,0-1-1,0 1 0,0 0 0,0 0 1,0 0-1,0 0 0,0 0 0,0 0 1,0 0-1,1 0 0,-1 0 0,0 0 1,0 0-1,0 0 0,0 0 1,0 0-1,0 0 0,0 0 0,38 0-3,692 27 871,-66 11 140,-578-36-711,88-4 327,-127-7-430,-27 4-137,-20 5-94,0-1-1,1 1 1,-1 0-1,0 0 0,1 0 1,-1 0-1,0 0 1,1-1-1,-1 1 0,0 0 1,1 0-1,-1-1 1,0 1-1,0 0 0,1 0 1,-1-1-1,0 1 1,0 0-1,0-1 1,1 1-1,-1 0 0,0 0 1,0-1-1,0 1 1,0-1-1,0 1 0,0 0 1,0-1-1,0 1 1,1 0-1,-1-1 0,0 1 1,-1 0-1,1-1 1,0 1-1,0 0 0,0-1 1,0 0-1,-6 0-1643,-28-4-1639,-17-3-2764</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58:08.424"/>
    </inkml:context>
    <inkml:brush xml:id="br0">
      <inkml:brushProperty name="width" value="0.05" units="cm"/>
      <inkml:brushProperty name="height" value="0.05" units="cm"/>
      <inkml:brushProperty name="color" value="#E71224"/>
    </inkml:brush>
  </inkml:definitions>
  <inkml:trace contextRef="#ctx0" brushRef="#br0">264 30 352,'0'0'3239,"-6"-4"-2705,-18-14-4,22 17-379,0 0 0,0 0 0,0 0 0,0 0 0,0 1 0,-1-1 0,1 1 0,0-1 0,0 1 0,0 0 0,-1 0 0,1 0 0,0 0 0,0 0 0,-5 2 0,-2-1 261,-124-1 3166,80 0 741,648 4-3238,-361 1-745,-230-4-202,-16-1-1110,-20 2-2819,4-2-1898</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58:09.148"/>
    </inkml:context>
    <inkml:brush xml:id="br0">
      <inkml:brushProperty name="width" value="0.05" units="cm"/>
      <inkml:brushProperty name="height" value="0.05" units="cm"/>
      <inkml:brushProperty name="color" value="#E71224"/>
    </inkml:brush>
  </inkml:definitions>
  <inkml:trace contextRef="#ctx0" brushRef="#br0">53 39 448,'0'0'4021,"-7"-2"-3144,-24-6 1730,16 10 990,38-4-324,333 3-2884,642-6 1580,-980 5-1836,-10 0 0,1 0 0,-1-1-1,0 0 1,1 0 0,-1 0-1,13-5 1,-8-1 356,-12 6-500,0 0-1,0 0 1,1 1 0,-1-1-1,0 0 1,1 1 0,-1-1-1,1 1 1,-1-1 0,0 1-1,1 0 1,1-1 0,-2 1-558,-19 0-3929,-23 0 1099,-15 0-1294</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58:11.656"/>
    </inkml:context>
    <inkml:brush xml:id="br0">
      <inkml:brushProperty name="width" value="0.05" units="cm"/>
      <inkml:brushProperty name="height" value="0.05" units="cm"/>
      <inkml:brushProperty name="color" value="#E71224"/>
    </inkml:brush>
  </inkml:definitions>
  <inkml:trace contextRef="#ctx0" brushRef="#br0">160 72 2193,'0'0'5277,"-9"-2"-4586,-2-2-477,8 3-46,-1 0 0,0-1 0,0 2 0,0-1 0,0 0 0,0 1 0,-5-1 2238,13 2-2254,-1 0-1,1 0 0,0-1 0,0 0 0,0 0 0,0 0 1,6-1-1,13-1 96,1267 0 4862,-1218 4-4909,-72-2 3,-8 0-176,-520-14-2183,79 0 430,46 14 1798,380 0-65,0 2 0,-39 7 0,58-7-77,11 1 7,226 3 979,-150-7-632,568 16 664,-489-10-875,50 4 11,-198-7-87,-14 0-2,-22-1-3,-876-11-1908,564 8 1506,1163-11 2152,-412 7-838,-738 23-1457,150-5 18,-442 21-290,583-33 772,654-18 677,1 0 683,-611 17-1254,-16-1 115,-23-2-76,-216-2-538,160 7 230,-238 15-948,125-4 524,177-11 611,-606 18-411,618-18 330,17-1 98,27 2 94,13-2 153,325-14 501,-296 5-566,375-36 1256,6 24-533,-461 21-898,-18 0-182,-260 22-444,72-1-147,-107-14 109,50-2 586,232-3-216,204 0 201,-84-4 260,304-15 643,-18 1 220,-963 1-1787,-1 1 14,481 14 751,105 0-104,8 0-137,727-14 1642,-154 4-258,-576 10-1145,-1 0 7,-104-2-244,-146 17 1,76-2-532,-132-8-126,-87 7 372,388-11 391,9 0 36,22 2-69,348 1 457,40 1 503,-207 0 1215,-206-5-1853,-2 0-129,0 0 1,-1 0-1,1 0 1,0 0 0,0 0-1,0-1 1,-1 1 0,1 0-1,0-1 1,0 1-1,-1 0 1,1-1 0,0 1-1,-1-1 1,1 1-1,0-1 1,-1 1 0,1-1-1,-1 0 1,1 1 0,0-2-1,-1 2-33,-21 0-17487</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58:17.551"/>
    </inkml:context>
    <inkml:brush xml:id="br0">
      <inkml:brushProperty name="width" value="0.05" units="cm"/>
      <inkml:brushProperty name="height" value="0.05" units="cm"/>
      <inkml:brushProperty name="color" value="#E71224"/>
    </inkml:brush>
  </inkml:definitions>
  <inkml:trace contextRef="#ctx0" brushRef="#br0">150 58 704,'0'0'3386,"-7"0"-2532,-75 0 1789,21 0 4993,66 0-7455,46 0 91,683-19 1369,-368-17 451,-345 35-5780,0 0 0,25 2 0,12 5-4657</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58:18.033"/>
    </inkml:context>
    <inkml:brush xml:id="br0">
      <inkml:brushProperty name="width" value="0.05" units="cm"/>
      <inkml:brushProperty name="height" value="0.05" units="cm"/>
      <inkml:brushProperty name="color" value="#E71224"/>
    </inkml:brush>
  </inkml:definitions>
  <inkml:trace contextRef="#ctx0" brushRef="#br0">190 68 720,'0'0'8129,"-22"-2"-7152,-8-1-694,3-1 439,-48 1-1,40 3 1771,34 0-1849,21 0 66,1741-29 3280,-1724 28-3841,341-19 1209,-373 19-1281,-4 1-25,0 1 1,0-1-1,0 0 0,0 0 0,0 0 1,1-1-1,-1 1 0,0 0 0,0 0 0,0-1 1,0 1-1,0 0 0,0-1 0,0 1 1,1-2 853,-56 2-10819,-7 0 1718</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58:19.476"/>
    </inkml:context>
    <inkml:brush xml:id="br0">
      <inkml:brushProperty name="width" value="0.05" units="cm"/>
      <inkml:brushProperty name="height" value="0.05" units="cm"/>
      <inkml:brushProperty name="color" value="#E71224"/>
    </inkml:brush>
  </inkml:definitions>
  <inkml:trace contextRef="#ctx0" brushRef="#br0">62 28 1072,'0'0'2890,"-4"0"-2450,-22 0 749,-5 0 7354,36 0-8388,988 0 3690,-926-1-3340,0-4 0,70-13 0,-118 16-1560,0 1 1,0 0-1,1 2 0,-1 0 0,0 1 1,21 5-1,-11-2-1046,44 5-4206</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58:19.987"/>
    </inkml:context>
    <inkml:brush xml:id="br0">
      <inkml:brushProperty name="width" value="0.05" units="cm"/>
      <inkml:brushProperty name="height" value="0.05" units="cm"/>
      <inkml:brushProperty name="color" value="#E71224"/>
    </inkml:brush>
  </inkml:definitions>
  <inkml:trace contextRef="#ctx0" brushRef="#br0">74 5 1345,'0'0'5994,"-16"0"-5031,-25 0-631,25 0 441,23 0 2506,1311 8 2932,-1317-8-4859,12 0-2848,43-2-6364,-12-8 729</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58:20.544"/>
    </inkml:context>
    <inkml:brush xml:id="br0">
      <inkml:brushProperty name="width" value="0.05" units="cm"/>
      <inkml:brushProperty name="height" value="0.05" units="cm"/>
      <inkml:brushProperty name="color" value="#E71224"/>
    </inkml:brush>
  </inkml:definitions>
  <inkml:trace contextRef="#ctx0" brushRef="#br0">71 27 1473,'0'0'8753,"-15"0"-7222,-40 0 409,296 8 23,11-1-1090,377-8 2094,-628 1-2963,27 1 290,0-2 0,-1-1-1,1-1 1,51-12-1,-75 13-160,-3 2-76,0 0 0,0 0 0,-1 0-1,1 0 1,0 0 0,0-1 0,0 1 0,0 0 0,0-1-1,-1 1 1,1 0 0,0-1 0,0 1 0,0-1-1,-1 0 1,1 1 0,0-1 0,-1 1 0,1-1-1,-1 0 1,1 0 0,-1 1 0,1-1 0,-1 0 0,1 0-1,-1 0 1,0 1 0,1-1 0,-1 0 0,0-2-1,0 3-61,-24 0-8401,-13 0 1554</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58:26.091"/>
    </inkml:context>
    <inkml:brush xml:id="br0">
      <inkml:brushProperty name="width" value="0.05" units="cm"/>
      <inkml:brushProperty name="height" value="0.05" units="cm"/>
      <inkml:brushProperty name="color" value="#E71224"/>
    </inkml:brush>
  </inkml:definitions>
  <inkml:trace contextRef="#ctx0" brushRef="#br0">32 51 2193,'-6'-1'9903,"-20"0"-6330,129 1-3166,774-17 3203,-753 1-2642,-47 6-65,-72 10-830,-4 0-60,-1 0 1,0 0-1,1 0 0,-1 0 1,0 0-1,1 0 0,-1 0 1,0 0-1,1 1 0,-1-1 0,1-1 1,-1 1-1,0 0 0,1 0 1,-1 0-1,0 0 0,1 0 1,-1 0-1,1 0 0,-1 0 0,0-1 1,1 1-1,-1 0 0,0 0 1,0 0-1,1-1 0,-1 1 0,0 0 1,1 0-1,-1-1 0,0 1 1,0 0-1,0-1 0,1 1 1,-1 0-1,0-1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58:26.973"/>
    </inkml:context>
    <inkml:brush xml:id="br0">
      <inkml:brushProperty name="width" value="0.05" units="cm"/>
      <inkml:brushProperty name="height" value="0.05" units="cm"/>
      <inkml:brushProperty name="color" value="#E71224"/>
    </inkml:brush>
  </inkml:definitions>
  <inkml:trace contextRef="#ctx0" brushRef="#br0">145 17 848,'0'0'3682,"-8"-1"-2836,-128-13 7876,147 13-8342,30 1-483,547 7 1932,-131 0-233,85-5 3078,-530-2-10978,4-2 483,7-8-2271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58:27.853"/>
    </inkml:context>
    <inkml:brush xml:id="br0">
      <inkml:brushProperty name="width" value="0.05" units="cm"/>
      <inkml:brushProperty name="height" value="0.05" units="cm"/>
      <inkml:brushProperty name="color" value="#E71224"/>
    </inkml:brush>
  </inkml:definitions>
  <inkml:trace contextRef="#ctx0" brushRef="#br0">136 28 320,'0'0'6014,"-23"-4"-4977,-69-14-199,72 13 7204,46 5-8953,-3 1 1357,622 25 1255,-222-4-985,441-12 1336,-841-10-1957,53 0 529,1-2-1,94-16 1,-170 18-583,-1 0 1,1 0-1,-1 0 0,1 0 1,0 0-1,-1 0 0,1 0 1,-1 0-1,1 0 0,-1-1 1,1 1-1,-1 0 0,1 0 1,-1 0-1,1-1 0,-1 1 1,1 0-1,-1-1 0,1 1 1,-1 0-1,0-1 0,1 1 1,-1-1-1,1 1 0,-1-1 1,0 1-1,0 0 0,1-1 1,-1 0-1,0 1 0,0-1 1,1 1-1,-1-1 0,0 1 1,0-1-1,0 1 0,0-1 1,0 1-1,0-1 0,0 0 1,0 1-1,0-1 0,0 0-39,-31 1-7877,-16 0 2235</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58:52.501"/>
    </inkml:context>
    <inkml:brush xml:id="br0">
      <inkml:brushProperty name="width" value="0.05" units="cm"/>
      <inkml:brushProperty name="height" value="0.05" units="cm"/>
      <inkml:brushProperty name="color" value="#E71224"/>
    </inkml:brush>
  </inkml:definitions>
  <inkml:trace contextRef="#ctx0" brushRef="#br0">118 71 2609,'0'0'4925,"-14"0"-4487,-89 0 2651,105 0-2945,635-17 3098,-514 9-2955,247-25 634,-348 27-612,15 0-613,91 6-8193,-57 0 3031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58:53.011"/>
    </inkml:context>
    <inkml:brush xml:id="br0">
      <inkml:brushProperty name="width" value="0.05" units="cm"/>
      <inkml:brushProperty name="height" value="0.05" units="cm"/>
      <inkml:brushProperty name="color" value="#E71224"/>
    </inkml:brush>
  </inkml:definitions>
  <inkml:trace contextRef="#ctx0" brushRef="#br0">182 25 0,'0'0'3396,"-24"4"-2451,-8 2-548,2 0 501,-44 4 0,52-10 2522,23 0-2785,1196-16 4039,-982 9-3725,186-11-20,-367 14 1294,-21 3-6231,29-1-44,26 0-1954</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58:53.880"/>
    </inkml:context>
    <inkml:brush xml:id="br0">
      <inkml:brushProperty name="width" value="0.05" units="cm"/>
      <inkml:brushProperty name="height" value="0.05" units="cm"/>
      <inkml:brushProperty name="color" value="#E71224"/>
    </inkml:brush>
  </inkml:definitions>
  <inkml:trace contextRef="#ctx0" brushRef="#br0">146 3 2209,'0'0'5165,"-23"0"-3988,-71 1 31,65 0 807,29-1-1983,0 0-1,0 1 1,0-1-1,0 0 0,0 0 1,1 0-1,-1 0 0,0 0 1,0 0-1,0 0 0,0 0 1,0 0-1,0 0 1,0 0-1,0 0 0,0 0 1,0 0-1,0 0 0,0 1 1,0-1-1,0 0 0,0 0 1,0 0-1,0 0 0,0 0 1,0 0-1,0 0 1,0 0-1,0 0 0,0 0 1,0 0-1,0 0 0,0 1 1,0-1-1,0 0 0,0 0 1,0 0-1,0 0 0,0 0 1,0 0-1,0 0 1,0 0-1,28 5 634,518 8 2094,-377-14-2232,1146 1 3611,-1299 0-3977,-10 1-11,0-1 0,0 0 0,-1 0 0,1-1 0,0 0 0,0 0-1,-1 0 1,8-3 0,-6-1 1668,-7-1-3747,-1 5 1559,0 1 0,0-1 0,0 0 1,0 1-1,0-1 0,0 1 1,0-1-1,0 1 0,0 0 0,0 0 1,0-1-1,0 1 0,0 0 0,0 0 1,0 0-1,-1 0 0,1 0 1,-1 0-1,-55 4-5393,-37 9-3788</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58:55.721"/>
    </inkml:context>
    <inkml:brush xml:id="br0">
      <inkml:brushProperty name="width" value="0.05" units="cm"/>
      <inkml:brushProperty name="height" value="0.05" units="cm"/>
      <inkml:brushProperty name="color" value="#E71224"/>
    </inkml:brush>
  </inkml:definitions>
  <inkml:trace contextRef="#ctx0" brushRef="#br0">119 3 960,'0'0'3138,"-5"-1"-2583,-63 0 2572,23 0 2054,960 13-2212,-474-7 486,-432-4-5849,-8 0 2018,1-1 0,-1 0-1,1 0 1,-1 1 0,1-1-1,-1 0 1,1 0 0,0-1-1,-1 1 1,1 0 0,-1 0-1,1-1 1,1 0 0,16-13-6065</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58:56.621"/>
    </inkml:context>
    <inkml:brush xml:id="br0">
      <inkml:brushProperty name="width" value="0.05" units="cm"/>
      <inkml:brushProperty name="height" value="0.05" units="cm"/>
      <inkml:brushProperty name="color" value="#E71224"/>
    </inkml:brush>
  </inkml:definitions>
  <inkml:trace contextRef="#ctx0" brushRef="#br0">50 35 544,'0'0'5616,"-8"-2"-4826,-1-2-326,-11-4-419,7 6 4998,747 13-2864,-166-5 515,-448-7-1850,-118 1-833,-1 1 48,1-1-1,-1 0 0,0 0 0,0 0 0,0 0 0,1 0 0,-1 0 1,0 0-1,0 0 0,0-1 0,0 1 0,1 0 0,-1-1 1,0 1-1,0-1 0,0 1 0,0-1 0,0 0 0,0 1 0,0-1 1,0 0-1,0 0 0,0 1 0,-1-1 0,2-2 0,14-12 1343,-15 15-1382,-1 0-6,2 0 8,-2 0-103,16-8-9934</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7T06:58:57.481"/>
    </inkml:context>
    <inkml:brush xml:id="br0">
      <inkml:brushProperty name="width" value="0.05" units="cm"/>
      <inkml:brushProperty name="height" value="0.05" units="cm"/>
      <inkml:brushProperty name="color" value="#E71224"/>
    </inkml:brush>
  </inkml:definitions>
  <inkml:trace contextRef="#ctx0" brushRef="#br0">45 12 1777,'0'0'6016,"-10"-2"-4725,6 1-1074,-23-4 267,23 2-167,19 2 215,898 35 4707,-747-25-4400,1039 13 3821,-1180-22-4544,-13 0 9,0 0-1,0 0 1,-1-1-1,1-1 1,0 0-1,15-5 1,-26 7-107,-1 0 0,0 0 0,0 0 0,0 0 0,1 0 0,-1 0 0,0 0 0,0 0 0,1 0 0,-1 0 1,0 0-1,0 0 0,0 0 0,1 0 0,-1 0 0,0 0 0,0 0 0,0-1 0,0 1 0,1 0 1,-1 0-1,0 0 0,0 0 0,0-1 0,0 1 0,0 0 0,1 0 0,-1 0 0,0 0 0,0-1 0,0 1 1,0 0-1,0 0 0,0 0 0,0-1 0,0 1 0,0 0 0,0 0 0,0-1 0,0 1 0,0 0 0,0 0 1,0 0-1,0-1 0,0 1 0,0 0 0,0 0 0,0 0 0,0-1 0,-1 1 0,-9-5-2018,-49-8-4422,13 2 238</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4:42.641"/>
    </inkml:context>
    <inkml:brush xml:id="br0">
      <inkml:brushProperty name="width" value="0.05" units="cm"/>
      <inkml:brushProperty name="height" value="0.05" units="cm"/>
    </inkml:brush>
  </inkml:definitions>
  <inkml:trace contextRef="#ctx0" brushRef="#br0">70 158 1153,'0'0'9820,"-4"-9"-8145,-8-26-330,11 34-1213,1 1 1,0-1-1,0 0 1,-1 1-1,1-1 0,0 1 1,0-1-1,-1 1 1,1-1-1,-1 1 0,1-1 1,0 1-1,-1-1 1,1 1-1,-1 0 1,1-1-1,-1 1 0,1 0 1,-1-1-1,1 1 1,-1 0-1,0 0 0,1 0 1,-1-1-1,1 1 1,-1 0-1,0 0 0,1 0 1,-1 0-1,1 0 1,-1 0-1,0 0 0,1 0 1,-1 0-1,0 0-122,1 1-1,-1-1 1,1 0-1,-1 0 1,1 0 0,-1 0-1,1 0 1,-1 0-1,1 0 1,-1 0-1,1-1 1,-1 1 0,1 0-1,0 0 1,-1 0-1,1 0 1,-1-1-1,1 1 1,-1 0 0,1 0-1,0-1 1,-1 1-1,1 0 1,0-1-1,-1 1 1,1 0 0,0-1-1,-1 0 1,-20-46 360,18 82 412,3-25-773,1 0 0,0 0 0,0-1 1,1 1-1,1 0 0,-1-1 0,8 16 0,-2-9 28,1 1 0,0-1 0,15 17 1,8 20 842,-31-52-830,0-1-1,0 1 1,0-1-1,1 0 1,-1 1-1,0-1 1,0 0 0,0 0-1,0 0 1,0 0-1,1 0 1,-1 0-1,0 0 1,0 0 0,0 0-1,0-1 1,1 1-1,0-1 1,11-4 8,-1 0 0,1-1-1,-1 0 1,-1-1 0,18-13 0,13-8 22,60-32 62,206-89 1,-290 142-100,-11 3-14,0 1 1,0 1 0,1-1 0,-1 1-1,1 0 1,9 0 0,-17 2 191,-2-1-626,-5-1-1265</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4:44.636"/>
    </inkml:context>
    <inkml:brush xml:id="br0">
      <inkml:brushProperty name="width" value="0.05" units="cm"/>
      <inkml:brushProperty name="height" value="0.05" units="cm"/>
    </inkml:brush>
  </inkml:definitions>
  <inkml:trace contextRef="#ctx0" brushRef="#br0">1 101 1857,'0'0'10146,"1"-14"-6019,4 24-4099,0 0-1,-1 0 1,0 1 0,-1-1-1,5 22 1,-4-13 22,5 26 190,-6-29-7,0-1 0,7 19 0,-10-33-210,1 0 0,0 0 0,0-1-1,0 1 1,0-1 0,-1 1 0,1-1 0,0 1-1,0-1 1,0 1 0,0-1 0,0 0-1,0 0 1,0 1 0,0-1 0,0 0 0,0 0-1,0 0 1,0 0 0,1 0 0,-1 0 0,0-1-1,0 1 1,1-1 0,6 1 80,1-1 41,0 0 1,-1-1 0,1 1 0,-1-2 0,1 1 0,13-7-1,48-30 608,-32 17-503,186-95 772,-151 83-631,88-27 0,-150 57-301,-7 3-35,0-1 0,0 1 0,0 0 1,0 0-1,1 1 0,-1-1 0,5 1 1,-21 0-1084,8-1 532,1 1 0,-1 0-1,1 0 1,-1 0 0,1 1 0,0-1-1,-1 1 1,1 0 0,0 0 0,-1 0 0,-3 2-1,-24 17-5046,-7 6-1715</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4:46.125"/>
    </inkml:context>
    <inkml:brush xml:id="br0">
      <inkml:brushProperty name="width" value="0.05" units="cm"/>
      <inkml:brushProperty name="height" value="0.05" units="cm"/>
    </inkml:brush>
  </inkml:definitions>
  <inkml:trace contextRef="#ctx0" brushRef="#br0">9 165 6979,'0'0'5123,"2"14"-3264,-1 1-1379,-1-3-161,0 1 0,-1-1 0,-3 20 0,-1-23 773,3-4 1254,11-4-1772,4-3-538,0-1 1,0 0-1,0-1 0,19-8 1,54-30 305,-22 10 36,348-129 962,-359 142-1058,-100 20-10156,26 7 4314</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4:47.012"/>
    </inkml:context>
    <inkml:brush xml:id="br0">
      <inkml:brushProperty name="width" value="0.05" units="cm"/>
      <inkml:brushProperty name="height" value="0.05" units="cm"/>
    </inkml:brush>
  </inkml:definitions>
  <inkml:trace contextRef="#ctx0" brushRef="#br0">1 160 7187,'0'0'4106,"-1"-4"-3484,1 4-617,0 0-1,0 0 0,0 0 1,0 0-1,1 0 0,-1 0 1,0 0-1,0 0 0,0 0 1,0 0-1,0 0 0,0 0 1,0 0-1,0 0 0,0 0 1,0 0-1,0 0 0,0 0 1,0 0-1,0 0 0,0 0 1,0 0-1,0 0 1,0 0-1,0 0 0,0 0 1,1 0-1,-1 0 0,0 0 1,0 0-1,0 0 0,0 0 1,0 0-1,0 0 0,0 0 1,0 0-1,0 0 0,4 11 483,0 0-1,4 20 1,-7-22-212,1 0 0,0-1 0,1 1 0,0 0 0,0-1 0,1 1 0,0-1 0,0 0 0,7 8 0,-9-14-211,0-1 0,0 1-1,0-1 1,0 0 0,0 1-1,0-1 1,1 0 0,-1 0 0,0-1-1,1 1 1,-1 0 0,1-1 0,-1 1-1,1-1 1,-1 0 0,1 0-1,-1 0 1,1 0 0,2-1 0,4 1 72,7-1 98,-1 0 0,0-2-1,0 0 1,0 0-1,0-1 1,-1-1 0,27-13-1,98-61 694,-91 49-622,-27 17-161,257-139 1723,-265 148-2499,-11 17-1699,-2-5 1695,0 4-1003,-1-1 0,-3 20 0,-18 46-4990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4:47.664"/>
    </inkml:context>
    <inkml:brush xml:id="br0">
      <inkml:brushProperty name="width" value="0.05" units="cm"/>
      <inkml:brushProperty name="height" value="0.05" units="cm"/>
    </inkml:brush>
  </inkml:definitions>
  <inkml:trace contextRef="#ctx0" brushRef="#br0">1 219 7475,'0'0'5053,"5"11"-3673,16 36-89,-20-45-1216,0 0-1,-1 0 1,1 0-1,0 0 1,1 0-1,-1 0 1,0-1-1,0 1 1,1 0-1,-1-1 1,1 1-1,0-1 1,-1 0 0,1 1-1,0-1 1,0 0-1,0 0 1,0 0-1,0 0 1,0 0-1,0-1 1,0 1-1,0-1 1,0 1 0,0-1-1,0 0 1,0 0-1,1 0 1,-1 0-1,0 0 1,4-1-1,4 1 73,4 0 17,0-2 0,0 1 1,0-2-1,-1 0 0,1 0 0,19-8 1,75-41 648,-88 41-669,48-25 258,262-125 1931,-316 155-2104,0 1-1,17-2 1,-13 2 699,-19 4-936,1-2-144,-21 7-15007</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4:49.983"/>
    </inkml:context>
    <inkml:brush xml:id="br0">
      <inkml:brushProperty name="width" value="0.05" units="cm"/>
      <inkml:brushProperty name="height" value="0.05" units="cm"/>
    </inkml:brush>
  </inkml:definitions>
  <inkml:trace contextRef="#ctx0" brushRef="#br0">159 106 1088,'0'0'6419,"-4"-4"-5495,1 2-783,0 0 1,0 0-1,0 0 1,-1 0-1,1 1 1,-1-1-1,1 1 1,-1 0-1,0 0 1,1 0 0,-1 0-1,0 1 1,0-1-1,0 1 1,1 0-1,-1 0 1,-4 1-1,-47-1 1140,24 0 2617,649-16-1735,-340 6-1635,111-9-277,-374 18-227,-7 1-20,0-1 0,0 0 1,-1 0-1,1 0 0,-1-1 0,9-3 1,-16 4-108,1 1 0,-1-1 0,0 1-1,0-1 1,1 1 0,-1-1 0,0 1 0,0-1 0,0 1 0,0-1 0,0 1 0,0-1 0,0 1 0,0-1 0,0 1 0,0-1-1,0 1 1,0-1 0,0 1 0,0-1 0,0 1 0,0-1 0,0 1 0,-1-1 0,1 1 0,0-1 0,0 1 0,-1 0 0,1-1-1,0 1 1,-1-1 0,1 1 0,0 0 0,-1-1 0,1 1 0,-1 0 0,1-1 0,0 1 0,-1 0 0,1 0 0,-1-1 0,1 1-1,-2 0 1,-12-3-1598,-1 1-1,1 0 1,-25 2-1,25 0 673,-63-1-4584</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4:50.434"/>
    </inkml:context>
    <inkml:brush xml:id="br0">
      <inkml:brushProperty name="width" value="0.05" units="cm"/>
      <inkml:brushProperty name="height" value="0.05" units="cm"/>
    </inkml:brush>
  </inkml:definitions>
  <inkml:trace contextRef="#ctx0" brushRef="#br0">154 10 976,'0'0'5003,"-20"1"-3861,-10 0-637,-17 1-59,-10-1 3063,775-8 3043,30 0-4558,-747 7-1954</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4:27.298"/>
    </inkml:context>
    <inkml:brush xml:id="br0">
      <inkml:brushProperty name="width" value="0.05" units="cm"/>
      <inkml:brushProperty name="height" value="0.05" units="cm"/>
    </inkml:brush>
  </inkml:definitions>
  <inkml:trace contextRef="#ctx0" brushRef="#br0">1 61 8644,'0'0'9684,"37"-3"-8979,22-4-177,10-5-304,-2-2-112,-11 2-112,-16 4 0,-16 4-704,-13 4-369,-3 0-1216,-3 24-9716</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5:01.525"/>
    </inkml:context>
    <inkml:brush xml:id="br0">
      <inkml:brushProperty name="width" value="0.05" units="cm"/>
      <inkml:brushProperty name="height" value="0.05" units="cm"/>
    </inkml:brush>
  </inkml:definitions>
  <inkml:trace contextRef="#ctx0" brushRef="#br0">135 1 1681,'0'0'8097,"-9"0"-6902,7 0-1207,-14-1 969,0 2 0,0 0 0,0 1 0,-26 6 0,41-8-831,-14 5 477,14-2-22,12 0 443,379 14-15,-212-15-657,596 58 392,-748-57-887,24-2-8606,5-1-543</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5:02.049"/>
    </inkml:context>
    <inkml:brush xml:id="br0">
      <inkml:brushProperty name="width" value="0.05" units="cm"/>
      <inkml:brushProperty name="height" value="0.05" units="cm"/>
    </inkml:brush>
  </inkml:definitions>
  <inkml:trace contextRef="#ctx0" brushRef="#br0">1 1 2657,'0'0'11525,"481"6"-6197,-272-2-6573,-22-2-8694,-214-2 3486</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5:03.243"/>
    </inkml:context>
    <inkml:brush xml:id="br0">
      <inkml:brushProperty name="width" value="0.05" units="cm"/>
      <inkml:brushProperty name="height" value="0.05" units="cm"/>
    </inkml:brush>
  </inkml:definitions>
  <inkml:trace contextRef="#ctx0" brushRef="#br0">16 20 1489,'0'0'5824,"-2"0"-4725,-11 0 3748,39 0-3377,866 5 3402,-632-5-4288,-260-1-803,1 1-1,-1 0 0,0-1 0,0 1 1,1-1-1,-1 1 0,0 0 1,0-1-1,1 1 0,-1-1 0,0 1 1,0-1-1,0 1 0,0-1 1,0 1-1,0-1 0,0 1 1,0-1-1,0 1 0,0-1 0,0 1 1,0 0-1,0-1 0,0 1 1,0-1-1,-1 1 0,1-1 1,0 1-1,0-1 0,0 1 0,-1 0 1,1-1-1,0 1 0,-1-1 1,1 1-1,-1-1 0,-19-6-5513</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5:03.661"/>
    </inkml:context>
    <inkml:brush xml:id="br0">
      <inkml:brushProperty name="width" value="0.05" units="cm"/>
      <inkml:brushProperty name="height" value="0.05" units="cm"/>
    </inkml:brush>
  </inkml:definitions>
  <inkml:trace contextRef="#ctx0" brushRef="#br0">89 112 512,'0'0'10885,"-20"0"-9468,-27-1-853,27 0-308,18 0-67,8 1 66,288-19 1237,202-18 1069,-370 24-1947,286-26 762,-405 38-2585</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5:04.127"/>
    </inkml:context>
    <inkml:brush xml:id="br0">
      <inkml:brushProperty name="width" value="0.05" units="cm"/>
      <inkml:brushProperty name="height" value="0.05" units="cm"/>
    </inkml:brush>
  </inkml:definitions>
  <inkml:trace contextRef="#ctx0" brushRef="#br0">0 5 1953,'0'0'9311,"33"0"-8049,359 0 1083,78 0 2780,-552-4-12003,45 3 1123</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5:15.375"/>
    </inkml:context>
    <inkml:brush xml:id="br0">
      <inkml:brushProperty name="width" value="0.05" units="cm"/>
      <inkml:brushProperty name="height" value="0.05" units="cm"/>
    </inkml:brush>
  </inkml:definitions>
  <inkml:trace contextRef="#ctx0" brushRef="#br0">283 17 1585,'0'0'6971,"-24"-1"-5979,-117-9 1132,105 7-247,23 1-568,11 2-267,7 0 373,663 19 471,-626-15-1514,-35-2 345,-27-1-390,-399 25-653,155-4-308,224-20 638,-4 0-245,42-2 181,6 1 14,26-1 23,508-10 1320,-538 10-1252,22 0 244,-1 0-1324,0 0-4448,-10 0-741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5:18.390"/>
    </inkml:context>
    <inkml:brush xml:id="br0">
      <inkml:brushProperty name="width" value="0.05" units="cm"/>
      <inkml:brushProperty name="height" value="0.05" units="cm"/>
    </inkml:brush>
  </inkml:definitions>
  <inkml:trace contextRef="#ctx0" brushRef="#br0">171 19 976,'0'0'5192,"-3"-2"-3935,-6 0-896,1 0 1,-1 1-1,1 0 1,-1 0-1,0 1 1,1 0 0,-10 1-1,7 0 419,-1-1-1,1 0 1,-1-1-1,-17-3 0,15-1 240,14 5-999,0 0-1,0 0 1,0 0-1,0 0 1,0 0 0,0 0-1,0 0 1,0 0 0,0 0-1,0 0 1,0 0 0,0 0-1,0 0 1,0 0 0,0 0-1,0 0 1,0 0-1,0 0 1,0-1 0,0 1-1,0 0 1,0 0 0,0 0-1,0 0 1,0 0 0,0 0-1,0 0 1,0 0 0,0 0-1,0 0 1,0 0-1,0 0 1,0 0 0,0 0-1,0 0 1,0 0 0,0 0-1,0 0 1,0 0 0,0 0-1,0 0 1,0 0 0,0 0-1,0 0 1,0 0-1,0-1 1,0 1 0,0 0-1,24 1 1239,4 0-1447,288-2 1095,386 3 573,-401 12-1056,-63-1-168,-197-12 1407,-40-1-1668,-1 1-124,-1 0-1,1 1 0,-1-1 0,1 0 0,-1 0 0,1 0 0,-1 1 1,0-1-1,1 0 0,-1 0 0,0 0 0,0 0 0,0 0 0,0 0 0,0 0 1,0-1-1,0 1 0,0 0 0,0-1 0,-1 1 0,1 0 0,0-1 1,0 1-1,-1-1 0,1 0 0,0 1 0,-1-1 0,0 0 0,-4 2-534,-34 11-3575,-6 5-2016</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5:22.173"/>
    </inkml:context>
    <inkml:brush xml:id="br0">
      <inkml:brushProperty name="width" value="0.05" units="cm"/>
      <inkml:brushProperty name="height" value="0.05" units="cm"/>
    </inkml:brush>
  </inkml:definitions>
  <inkml:trace contextRef="#ctx0" brushRef="#br0">106 0 1185,'0'0'5018,"4"10"208,-5-9-5109,0 0 0,-1 0 0,1 0 0,-1 0-1,0 0 1,1 0 0,-1-1 0,0 1 0,0 0 0,1-1 0,-1 1-1,0-1 1,0 0 0,0 0 0,-2 0 0,-30 2 1169,-5-2 330,31 0-259,29 0-976,88 0-38,1 5 0,161 28 1,-267-32-95,16 4-569,-13 1 3208,-7-6-2832,-22 10-6205,-11-1-382,-8 4-2535</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5:23.475"/>
    </inkml:context>
    <inkml:brush xml:id="br0">
      <inkml:brushProperty name="width" value="0.05" units="cm"/>
      <inkml:brushProperty name="height" value="0.05" units="cm"/>
    </inkml:brush>
  </inkml:definitions>
  <inkml:trace contextRef="#ctx0" brushRef="#br0">10 15 2913,'0'0'4933,"-7"0"-3659,4 0-834,8 0 1611,381 5 2192,-251-6-3519,-109 2-579,-4-1 70,0 0 0,31-5 0,-53 5-189,1 0 0,-1 0 1,0 0-1,0 0 0,1 0 1,-1 0-1,0 0 0,1 0 0,-1 0 1,0 0-1,0 0 0,1 0 0,-1 0 1,0 0-1,1-1 0,-1 1 0,0 0 1,0 0-1,1 0 0,-1 0 1,0 0-1,0-1 0,1 1 0,-1 0 1,0 0-1,0 0 0,0-1 0,1 1 1,-1 0-1,0 0 0,0-1 0,0 1 1,0 0-1,0 0 0,1-1 0,-1 1 1,0 0-1,0-1 0,0 1 1,0 0-1,0 0 0,0-1 0,0 1 1,0 0-1,0-1 0,0 1 0,0 0 1,0-1-1,-1 1-95,1-1 1,-1 1-1,0-1 0,1 1 1,-1-1-1,1 1 1,-1-1-1,0 1 0,1 0 1,-1-1-1,0 1 1,0 0-1,1 0 0,-1 0 1,0-1-1,0 1 0,1 0 1,-1 0-1,-1 0 1,-123 1-9972,69 3 3565</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5:23.848"/>
    </inkml:context>
    <inkml:brush xml:id="br0">
      <inkml:brushProperty name="width" value="0.05" units="cm"/>
      <inkml:brushProperty name="height" value="0.05" units="cm"/>
    </inkml:brush>
  </inkml:definitions>
  <inkml:trace contextRef="#ctx0" brushRef="#br0">1 75 4578,'0'0'8994,"7"-6"-8106,0 1-777,1 0 0,-1 0 0,1 1 0,1 0 1,-1 0-1,0 1 0,1 0 0,0 0 0,0 1 0,14-2 0,108-6 603,-93 8-436,333-10 2985,-388 11-9326,-3 0 2263,-20 1-5970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5:24.515"/>
    </inkml:context>
    <inkml:brush xml:id="br0">
      <inkml:brushProperty name="width" value="0.05" units="cm"/>
      <inkml:brushProperty name="height" value="0.05" units="cm"/>
    </inkml:brush>
  </inkml:definitions>
  <inkml:trace contextRef="#ctx0" brushRef="#br0">47 63 368,'0'0'9853,"-8"-3"-8389,-24-12-132,26 11-780,10 2-125,270-13 2055,-147 11-1613,16-2-182,150-7-62,-284 13-1163,-21 10-9369,7-8 9819,-28 14-5941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5:37.135"/>
    </inkml:context>
    <inkml:brush xml:id="br0">
      <inkml:brushProperty name="width" value="0.05" units="cm"/>
      <inkml:brushProperty name="height" value="0.05" units="cm"/>
    </inkml:brush>
  </inkml:definitions>
  <inkml:trace contextRef="#ctx0" brushRef="#br0">444 2 5394,'0'0'8831,"-28"0"-8172,-9-1-413,-48 4-1,80-2-211,0 0 1,0 0-1,1 0 0,-1 0 1,0 1-1,1 0 0,-1 0 0,1 0 1,0 1-1,-1-1 0,1 1 1,0 0-1,-5 5 0,-14 13 185,1 0 0,2 2 0,0 0 0,1 1 0,1 1 0,-17 31 0,24-35-104,1 1 0,1 1 1,0-1-1,2 1 0,1 1 0,1-1 0,1 1 0,-2 34 0,4-26 18,2-1 0,6 40-1,-4-55-72,1 0-1,1 0 0,1 0 1,0 0-1,1-1 1,8 15-1,1-2-41,1-1 1,2-1-1,0-1 0,2 0 0,0-1 0,2-2 1,1 0-1,0-1 0,2-1 0,0-1 0,1-2 1,1 0-1,0-2 0,2-1 0,-1-1 0,47 13 1,21-4-2402,13-5-2793</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5:37.924"/>
    </inkml:context>
    <inkml:brush xml:id="br0">
      <inkml:brushProperty name="width" value="0.05" units="cm"/>
      <inkml:brushProperty name="height" value="0.05" units="cm"/>
    </inkml:brush>
  </inkml:definitions>
  <inkml:trace contextRef="#ctx0" brushRef="#br0">244 1 1553,'0'0'12107,"10"7"-11582,-3-1-444,0 0 1,0 0-1,0 0 0,-1 1 1,0 0-1,-1 1 0,0-1 0,0 1 1,0 0-1,-1 0 0,0 0 0,3 11 1,23 87 803,-4 2 1,17 171 0,-32-60-334,-11-198-536,0 0-1,-8 37 1,6-47-34,-1 0 1,-1-1 0,0 0-1,0 0 1,-1 0 0,-11 18-1,2-9-384,-1 0 0,0-2-1,-2 0 1,0-1-1,-32 25 1,8-13-2992,-73 39 1,4-14-4437</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5:48.094"/>
    </inkml:context>
    <inkml:brush xml:id="br0">
      <inkml:brushProperty name="width" value="0.05" units="cm"/>
      <inkml:brushProperty name="height" value="0.05" units="cm"/>
    </inkml:brush>
  </inkml:definitions>
  <inkml:trace contextRef="#ctx0" brushRef="#br0">129 94 5426,'0'0'8423,"-21"0"-7676,-86 0 2769,108 0-3217,639-10 1259,187-10-474,158-8-367,-919 25-645,18 0 139,106-19 0,-170 16-648,-41 5-3152,-87 9-5816,100-7 8677,-72 6-6433</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5:48.602"/>
    </inkml:context>
    <inkml:brush xml:id="br0">
      <inkml:brushProperty name="width" value="0.05" units="cm"/>
      <inkml:brushProperty name="height" value="0.05" units="cm"/>
    </inkml:brush>
  </inkml:definitions>
  <inkml:trace contextRef="#ctx0" brushRef="#br0">59 15 2417,'0'0'7107,"-12"-3"-5559,8 2-1238,-32-5 408,30 2-165,25 3 483,919 15 3126,473 23-1201,-1191-37-1963,-219 0-913,-3 0-525,-58 0-5048,-1 0-1195</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5:49.678"/>
    </inkml:context>
    <inkml:brush xml:id="br0">
      <inkml:brushProperty name="width" value="0.05" units="cm"/>
      <inkml:brushProperty name="height" value="0.05" units="cm"/>
    </inkml:brush>
  </inkml:definitions>
  <inkml:trace contextRef="#ctx0" brushRef="#br0">1 3 2993,'0'0'6195,"16"-2"-5891,75 7 1041,45 9-321,33 5-159,28 1-529,20-4 128,8-1-368,-17-1-96,-21-2-560,-37-7-3138,-32-2-1776</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6:06.624"/>
    </inkml:context>
    <inkml:brush xml:id="br0">
      <inkml:brushProperty name="width" value="0.05" units="cm"/>
      <inkml:brushProperty name="height" value="0.05" units="cm"/>
    </inkml:brush>
  </inkml:definitions>
  <inkml:trace contextRef="#ctx0" brushRef="#br0">337 41 672,'0'0'12145,"6"-7"-11001,19-20-181,-18 20-285,-9 7-171,-8 0-402,0 1-1,0 0 1,-1 1 0,1-1 0,0 2 0,1 0-1,-1 0 1,-12 6 0,7-1-93,1 0 1,0 1-1,0 1 1,-17 16 0,12-10-6,2 1 1,0 1-1,1 1 1,1 1-1,0 0 1,2 0 0,-15 32-1,20-35 6,1 0-1,1 0 1,1 1 0,0 0 0,1 0-1,1 0 1,1 0 0,1 1-1,0-1 1,3 29 0,1-33-7,0 1 0,1 0 1,0-1-1,1 0 1,1 0-1,0-1 0,1 1 1,0-1-1,1-1 1,1 1-1,0-1 0,1-1 1,0 0-1,18 16 1,4 0-98,1-2 1,0-1 0,2-2 0,42 20 0,-23-16-1389,2-2 1,1-3-1,0-2 1,111 20-1,-31-19-4102</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6:07.121"/>
    </inkml:context>
    <inkml:brush xml:id="br0">
      <inkml:brushProperty name="width" value="0.05" units="cm"/>
      <inkml:brushProperty name="height" value="0.05" units="cm"/>
    </inkml:brush>
  </inkml:definitions>
  <inkml:trace contextRef="#ctx0" brushRef="#br0">0 0 7155,'0'0'6401,"32"11"-5783,104 45-297,-125-50-277,0 1 0,-1 0 0,0 1 1,-1-1-1,1 2 0,-1 0 1,-1 0-1,0 0 0,0 1 0,-1 0 1,0 1-1,-1 0 0,7 16 0,-8-18 1,9 19 20,-2-1 0,0 2 0,-2 0 0,-1 0 0,-2 0 0,4 33 0,-8-42-47,-1 0 1,-1 1-1,-1-1 1,-1 0 0,-1 0-1,0 0 1,-2 0-1,0 0 1,-1-1-1,-10 24 1,3-18-125,-1 0 0,-1-1 0,-2-1 1,0 0-1,-22 24 0,-106 93-5633,84-90 153</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6:07.676"/>
    </inkml:context>
    <inkml:brush xml:id="br0">
      <inkml:brushProperty name="width" value="0.05" units="cm"/>
      <inkml:brushProperty name="height" value="0.05" units="cm"/>
    </inkml:brush>
  </inkml:definitions>
  <inkml:trace contextRef="#ctx0" brushRef="#br0">18 19 4610,'0'0'6350,"-5"0"-5435,-7-3-592,15 2-147,34 1 81,-30 0-205,535-8 2192,-61 1 1027,-525 7-10288,11 0-2387</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6:12.696"/>
    </inkml:context>
    <inkml:brush xml:id="br0">
      <inkml:brushProperty name="width" value="0.05" units="cm"/>
      <inkml:brushProperty name="height" value="0.05" units="cm"/>
    </inkml:brush>
  </inkml:definitions>
  <inkml:trace contextRef="#ctx0" brushRef="#br0">3 51 1585,'0'0'8572,"0"-6"-6697,-2-18 3881,1 31-5537,1-1 0,0 1 0,0 0 0,2 7 0,12 54-140,13 50 58,-24-107-404,1-1 1207,14-9-132,0-3-746,0-2 0,0 0 0,-1-1 0,1 0 0,17-10 0,10-1 76,137-45 218,243-93 381,-419 150-1210,-22 9-6513,-18 10 266</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6:21.535"/>
    </inkml:context>
    <inkml:brush xml:id="br0">
      <inkml:brushProperty name="width" value="0.05" units="cm"/>
      <inkml:brushProperty name="height" value="0.05" units="cm"/>
    </inkml:brush>
  </inkml:definitions>
  <inkml:trace contextRef="#ctx0" brushRef="#br0">0 27 2881,'0'0'11704,"0"-4"-10532,0-14-353,0 14 2801,2 13-3569,27 87-144,4 17 202,-28-91-96,-1-7-2,-1 1-1,2 30 1,-6-43 6,1-3-14,0 0 0,0 1 1,0-1-1,0 0 0,0 1 1,0-1-1,0 1 0,0-1 1,0 1-1,0-1 0,0 0 1,0 1-1,0-1 0,0 1 1,0-1-1,0 0 0,1 1 1,-1-1-1,0 0 0,0 1 1,0-1-1,1 0 0,-1 1 1,0-1-1,0 0 0,1 1 1,-1-1-1,0 0 0,1 0 1,-1 1-1,0-1 0,1 0 1,-1 0-1,0 0 0,1 1 1,-1-1-1,0 0 0,1 0 1,-1 0-1,1 0 0,-1 0 1,0 0-1,1 0 0,-1 0 1,1 0-1,0 0 0,-1 0 323,11 0-89,-6 0-220,0-1-1,0 1 0,0-1 0,0-1 1,0 1-1,0-1 0,-1 1 0,10-6 0,5-1 1,172-75 170,172-69 248,-348 146-427,26-10 135,72-19-1,-111 35-94,-8 0-1272,-5 0 324,-53 2-6740,3 10-1981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6:24.695"/>
    </inkml:context>
    <inkml:brush xml:id="br0">
      <inkml:brushProperty name="width" value="0.05" units="cm"/>
      <inkml:brushProperty name="height" value="0.05" units="cm"/>
    </inkml:brush>
  </inkml:definitions>
  <inkml:trace contextRef="#ctx0" brushRef="#br0">99 1 1585,'0'0'5538,"-8"0"-4825,-48 0 3576,27 0-838,24 0-2429,9 0-860,419 14 490,-72 0-90,-79-11 331,-151-3-4203,-99 0 2024,-7 0-4229</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6:46.751"/>
    </inkml:context>
    <inkml:brush xml:id="br0">
      <inkml:brushProperty name="width" value="0.05" units="cm"/>
      <inkml:brushProperty name="height" value="0.05" units="cm"/>
    </inkml:brush>
  </inkml:definitions>
  <inkml:trace contextRef="#ctx0" brushRef="#br0">135 1 1793,'0'0'5867,"-3"0"-5627,-11 1 267,-1 1 0,0 0 1,-25 8-1,-8 1 734,68-9 728,442 0 572,665-6-66,-1027-1-2179,-99 5-371,-8 1-4676,-69 10-1247,14-1 2133</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4-18T08:16:47.174"/>
    </inkml:context>
    <inkml:brush xml:id="br0">
      <inkml:brushProperty name="width" value="0.05" units="cm"/>
      <inkml:brushProperty name="height" value="0.05" units="cm"/>
    </inkml:brush>
  </inkml:definitions>
  <inkml:trace contextRef="#ctx0" brushRef="#br0">1 0 2721,'0'0'5469,"2"0"-4988,1088 5 5076,-1047-5-5415,341 7 1202,-341-2-1211,-43-5-156,0-1 0,1 1 1,-1 0-1,0 1 0,0-1 0,0 0 0,0 0 0,1 0 0,-1 0 0,0 0 1,0 0-1,0 0 0,1 0 0,-1 0 0,0 0 0,0 0 0,0 0 0,0 0 1,0 1-1,1-1 0,-1 0 0,0 0 0,0 0 0,0 0 0,0 0 0,0 1 1,0-1-1,0 0 0,0 0 0,1 0 0,-1 0 0,0 1 0,0-1 0,0 0 0,0 0 1,0 0-1,0 1 0,0-1 0,0 0 0,0 0 0,0 0 0,0 0 0,0 1 1,0-1-1,0 0 0,0 0 0,0 0 0,-1 0 0,1 1 0,0-1 0,0 0 1,0 0-1,0 0 0,0 0 0,0 1 0,0-1 0,-1 0 0,1 0 0,0 0 1,0 0-1,0 0 0,0 0 0,-1 1 0,-12 8-1746,-25 0-1302,-13 1-1574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d2a21b9f41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d2a21b9f41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d2a21b9f41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d2a21b9f41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d2a21b9f41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d2a21b9f41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d2a21b9f41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d2a21b9f41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d2a21b9f41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d2a21b9f41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1" name="Google Shape;11;p2"/>
          <p:cNvSpPr txBox="1">
            <a:spLocks noGrp="1"/>
          </p:cNvSpPr>
          <p:nvPr>
            <p:ph type="ctrTitle"/>
          </p:nvPr>
        </p:nvSpPr>
        <p:spPr>
          <a:xfrm>
            <a:off x="510450" y="1257300"/>
            <a:ext cx="8123100" cy="15885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12" name="Google Shape;12;p2"/>
          <p:cNvSpPr txBox="1">
            <a:spLocks noGrp="1"/>
          </p:cNvSpPr>
          <p:nvPr>
            <p:ph type="subTitle" idx="1"/>
          </p:nvPr>
        </p:nvSpPr>
        <p:spPr>
          <a:xfrm>
            <a:off x="510450" y="3182313"/>
            <a:ext cx="8123100" cy="630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6" name="Google Shape;16;p3"/>
          <p:cNvSpPr txBox="1">
            <a:spLocks noGrp="1"/>
          </p:cNvSpPr>
          <p:nvPr>
            <p:ph type="title"/>
          </p:nvPr>
        </p:nvSpPr>
        <p:spPr>
          <a:xfrm>
            <a:off x="510450" y="2057400"/>
            <a:ext cx="8123100" cy="77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7" name="Google Shape;17;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 name="Google Shape;21;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2" name="Google Shape;22;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5" name="Google Shape;25;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6" name="Google Shape;26;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 name="Google Shape;27;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Google Shape;30;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3" name="Google Shape;33;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90250" y="526350"/>
            <a:ext cx="57975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7" name="Google Shape;37;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 name="Google Shape;40;p9"/>
          <p:cNvCxnSpPr/>
          <p:nvPr/>
        </p:nvCxnSpPr>
        <p:spPr>
          <a:xfrm>
            <a:off x="5029675" y="4495500"/>
            <a:ext cx="468300" cy="0"/>
          </a:xfrm>
          <a:prstGeom prst="straightConnector1">
            <a:avLst/>
          </a:prstGeom>
          <a:noFill/>
          <a:ln w="19050" cap="flat" cmpd="sng">
            <a:solidFill>
              <a:schemeClr val="lt2"/>
            </a:solidFill>
            <a:prstDash val="solid"/>
            <a:round/>
            <a:headEnd type="none" w="sm" len="sm"/>
            <a:tailEnd type="none" w="sm" len="sm"/>
          </a:ln>
        </p:spPr>
      </p:cxnSp>
      <p:sp>
        <p:nvSpPr>
          <p:cNvPr id="41" name="Google Shape;41;p9"/>
          <p:cNvSpPr txBox="1">
            <a:spLocks noGrp="1"/>
          </p:cNvSpPr>
          <p:nvPr>
            <p:ph type="title"/>
          </p:nvPr>
        </p:nvSpPr>
        <p:spPr>
          <a:xfrm>
            <a:off x="265500" y="1205825"/>
            <a:ext cx="4045200" cy="1509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44" name="Google Shape;44;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311700" y="42368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a:endParaRPr/>
          </a:p>
        </p:txBody>
      </p:sp>
      <p:sp>
        <p:nvSpPr>
          <p:cNvPr id="47" name="Google Shape;4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11"/>
          <p:cNvSpPr txBox="1">
            <a:spLocks noGrp="1"/>
          </p:cNvSpPr>
          <p:nvPr>
            <p:ph type="title" hasCustomPrompt="1"/>
          </p:nvPr>
        </p:nvSpPr>
        <p:spPr>
          <a:xfrm>
            <a:off x="311700" y="991475"/>
            <a:ext cx="8520600" cy="19179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51" name="Google Shape;51;p11"/>
          <p:cNvSpPr txBox="1">
            <a:spLocks noGrp="1"/>
          </p:cNvSpPr>
          <p:nvPr>
            <p:ph type="body" idx="1"/>
          </p:nvPr>
        </p:nvSpPr>
        <p:spPr>
          <a:xfrm>
            <a:off x="311700" y="3071300"/>
            <a:ext cx="8520600" cy="901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pearmin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marL="914400" lvl="1"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marL="1371600" lvl="2"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marL="1828800" lvl="3"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marL="2286000" lvl="4"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marL="2743200" lvl="5"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marL="3200400" lvl="6"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marL="3657600" lvl="7"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marL="4114800" lvl="8"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customXml" Target="../ink/ink6.xml"/><Relationship Id="rId18" Type="http://schemas.openxmlformats.org/officeDocument/2006/relationships/image" Target="../media/image8.png"/><Relationship Id="rId3" Type="http://schemas.openxmlformats.org/officeDocument/2006/relationships/customXml" Target="../ink/ink1.xml"/><Relationship Id="rId21" Type="http://schemas.openxmlformats.org/officeDocument/2006/relationships/customXml" Target="../ink/ink10.xml"/><Relationship Id="rId7" Type="http://schemas.openxmlformats.org/officeDocument/2006/relationships/customXml" Target="../ink/ink3.xml"/><Relationship Id="rId12" Type="http://schemas.openxmlformats.org/officeDocument/2006/relationships/image" Target="../media/image5.png"/><Relationship Id="rId17" Type="http://schemas.openxmlformats.org/officeDocument/2006/relationships/customXml" Target="../ink/ink8.xml"/><Relationship Id="rId2" Type="http://schemas.openxmlformats.org/officeDocument/2006/relationships/notesSlide" Target="../notesSlides/notesSlide2.xml"/><Relationship Id="rId16" Type="http://schemas.openxmlformats.org/officeDocument/2006/relationships/image" Target="../media/image7.png"/><Relationship Id="rId20"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image" Target="../media/image2.png"/><Relationship Id="rId11" Type="http://schemas.openxmlformats.org/officeDocument/2006/relationships/customXml" Target="../ink/ink5.xml"/><Relationship Id="rId24" Type="http://schemas.openxmlformats.org/officeDocument/2006/relationships/image" Target="../media/image11.png"/><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10" Type="http://schemas.openxmlformats.org/officeDocument/2006/relationships/image" Target="../media/image4.png"/><Relationship Id="rId19" Type="http://schemas.openxmlformats.org/officeDocument/2006/relationships/customXml" Target="../ink/ink9.xml"/><Relationship Id="rId4" Type="http://schemas.openxmlformats.org/officeDocument/2006/relationships/image" Target="../media/image1.png"/><Relationship Id="rId9" Type="http://schemas.openxmlformats.org/officeDocument/2006/relationships/customXml" Target="../ink/ink4.xml"/><Relationship Id="rId14" Type="http://schemas.openxmlformats.org/officeDocument/2006/relationships/image" Target="../media/image6.png"/><Relationship Id="rId22" Type="http://schemas.openxmlformats.org/officeDocument/2006/relationships/image" Target="../media/image10.png"/></Relationships>
</file>

<file path=ppt/slides/_rels/slide3.xml.rels><?xml version="1.0" encoding="UTF-8" standalone="yes"?>
<Relationships xmlns="http://schemas.openxmlformats.org/package/2006/relationships"><Relationship Id="rId26" Type="http://schemas.openxmlformats.org/officeDocument/2006/relationships/customXml" Target="../ink/ink24.xml"/><Relationship Id="rId21" Type="http://schemas.openxmlformats.org/officeDocument/2006/relationships/image" Target="../media/image20.png"/><Relationship Id="rId42" Type="http://schemas.openxmlformats.org/officeDocument/2006/relationships/customXml" Target="../ink/ink32.xml"/><Relationship Id="rId47" Type="http://schemas.openxmlformats.org/officeDocument/2006/relationships/image" Target="../media/image33.png"/><Relationship Id="rId63" Type="http://schemas.openxmlformats.org/officeDocument/2006/relationships/image" Target="../media/image41.png"/><Relationship Id="rId68" Type="http://schemas.openxmlformats.org/officeDocument/2006/relationships/customXml" Target="../ink/ink45.xml"/><Relationship Id="rId84" Type="http://schemas.openxmlformats.org/officeDocument/2006/relationships/customXml" Target="../ink/ink53.xml"/><Relationship Id="rId89" Type="http://schemas.openxmlformats.org/officeDocument/2006/relationships/image" Target="../media/image54.png"/><Relationship Id="rId16" Type="http://schemas.openxmlformats.org/officeDocument/2006/relationships/customXml" Target="../ink/ink19.xml"/><Relationship Id="rId11" Type="http://schemas.openxmlformats.org/officeDocument/2006/relationships/customXml" Target="../ink/ink16.xml"/><Relationship Id="rId32" Type="http://schemas.openxmlformats.org/officeDocument/2006/relationships/customXml" Target="../ink/ink27.xml"/><Relationship Id="rId37" Type="http://schemas.openxmlformats.org/officeDocument/2006/relationships/image" Target="../media/image28.png"/><Relationship Id="rId53" Type="http://schemas.openxmlformats.org/officeDocument/2006/relationships/image" Target="../media/image36.png"/><Relationship Id="rId58" Type="http://schemas.openxmlformats.org/officeDocument/2006/relationships/customXml" Target="../ink/ink40.xml"/><Relationship Id="rId74" Type="http://schemas.openxmlformats.org/officeDocument/2006/relationships/customXml" Target="../ink/ink48.xml"/><Relationship Id="rId79" Type="http://schemas.openxmlformats.org/officeDocument/2006/relationships/image" Target="../media/image49.png"/><Relationship Id="rId5" Type="http://schemas.openxmlformats.org/officeDocument/2006/relationships/customXml" Target="../ink/ink13.xml"/><Relationship Id="rId14" Type="http://schemas.openxmlformats.org/officeDocument/2006/relationships/image" Target="../media/image17.png"/><Relationship Id="rId22" Type="http://schemas.openxmlformats.org/officeDocument/2006/relationships/customXml" Target="../ink/ink22.xml"/><Relationship Id="rId27" Type="http://schemas.openxmlformats.org/officeDocument/2006/relationships/image" Target="../media/image23.png"/><Relationship Id="rId30" Type="http://schemas.openxmlformats.org/officeDocument/2006/relationships/customXml" Target="../ink/ink26.xml"/><Relationship Id="rId35" Type="http://schemas.openxmlformats.org/officeDocument/2006/relationships/image" Target="../media/image27.png"/><Relationship Id="rId43" Type="http://schemas.openxmlformats.org/officeDocument/2006/relationships/image" Target="../media/image31.png"/><Relationship Id="rId48" Type="http://schemas.openxmlformats.org/officeDocument/2006/relationships/customXml" Target="../ink/ink35.xml"/><Relationship Id="rId56" Type="http://schemas.openxmlformats.org/officeDocument/2006/relationships/customXml" Target="../ink/ink39.xml"/><Relationship Id="rId64" Type="http://schemas.openxmlformats.org/officeDocument/2006/relationships/customXml" Target="../ink/ink43.xml"/><Relationship Id="rId69" Type="http://schemas.openxmlformats.org/officeDocument/2006/relationships/image" Target="../media/image44.png"/><Relationship Id="rId77" Type="http://schemas.openxmlformats.org/officeDocument/2006/relationships/image" Target="../media/image48.png"/><Relationship Id="rId8" Type="http://schemas.openxmlformats.org/officeDocument/2006/relationships/image" Target="../media/image14.png"/><Relationship Id="rId51" Type="http://schemas.openxmlformats.org/officeDocument/2006/relationships/image" Target="../media/image35.png"/><Relationship Id="rId72" Type="http://schemas.openxmlformats.org/officeDocument/2006/relationships/customXml" Target="../ink/ink47.xml"/><Relationship Id="rId80" Type="http://schemas.openxmlformats.org/officeDocument/2006/relationships/customXml" Target="../ink/ink51.xml"/><Relationship Id="rId85" Type="http://schemas.openxmlformats.org/officeDocument/2006/relationships/image" Target="../media/image52.png"/><Relationship Id="rId3" Type="http://schemas.openxmlformats.org/officeDocument/2006/relationships/customXml" Target="../ink/ink12.xml"/><Relationship Id="rId12" Type="http://schemas.openxmlformats.org/officeDocument/2006/relationships/image" Target="../media/image16.png"/><Relationship Id="rId17" Type="http://schemas.openxmlformats.org/officeDocument/2006/relationships/image" Target="../media/image18.png"/><Relationship Id="rId25" Type="http://schemas.openxmlformats.org/officeDocument/2006/relationships/image" Target="../media/image22.png"/><Relationship Id="rId33" Type="http://schemas.openxmlformats.org/officeDocument/2006/relationships/image" Target="../media/image26.png"/><Relationship Id="rId38" Type="http://schemas.openxmlformats.org/officeDocument/2006/relationships/customXml" Target="../ink/ink30.xml"/><Relationship Id="rId46" Type="http://schemas.openxmlformats.org/officeDocument/2006/relationships/customXml" Target="../ink/ink34.xml"/><Relationship Id="rId59" Type="http://schemas.openxmlformats.org/officeDocument/2006/relationships/image" Target="../media/image39.png"/><Relationship Id="rId67" Type="http://schemas.openxmlformats.org/officeDocument/2006/relationships/image" Target="../media/image43.png"/><Relationship Id="rId20" Type="http://schemas.openxmlformats.org/officeDocument/2006/relationships/customXml" Target="../ink/ink21.xml"/><Relationship Id="rId41" Type="http://schemas.openxmlformats.org/officeDocument/2006/relationships/image" Target="../media/image30.png"/><Relationship Id="rId54" Type="http://schemas.openxmlformats.org/officeDocument/2006/relationships/customXml" Target="../ink/ink38.xml"/><Relationship Id="rId62" Type="http://schemas.openxmlformats.org/officeDocument/2006/relationships/customXml" Target="../ink/ink42.xml"/><Relationship Id="rId70" Type="http://schemas.openxmlformats.org/officeDocument/2006/relationships/customXml" Target="../ink/ink46.xml"/><Relationship Id="rId75" Type="http://schemas.openxmlformats.org/officeDocument/2006/relationships/image" Target="../media/image47.png"/><Relationship Id="rId83" Type="http://schemas.openxmlformats.org/officeDocument/2006/relationships/image" Target="../media/image51.png"/><Relationship Id="rId88" Type="http://schemas.openxmlformats.org/officeDocument/2006/relationships/customXml" Target="../ink/ink55.xml"/><Relationship Id="rId1" Type="http://schemas.openxmlformats.org/officeDocument/2006/relationships/slideLayout" Target="../slideLayouts/slideLayout3.xml"/><Relationship Id="rId6" Type="http://schemas.openxmlformats.org/officeDocument/2006/relationships/image" Target="../media/image13.png"/><Relationship Id="rId15" Type="http://schemas.openxmlformats.org/officeDocument/2006/relationships/customXml" Target="../ink/ink18.xml"/><Relationship Id="rId23" Type="http://schemas.openxmlformats.org/officeDocument/2006/relationships/image" Target="../media/image21.png"/><Relationship Id="rId28" Type="http://schemas.openxmlformats.org/officeDocument/2006/relationships/customXml" Target="../ink/ink25.xml"/><Relationship Id="rId36" Type="http://schemas.openxmlformats.org/officeDocument/2006/relationships/customXml" Target="../ink/ink29.xml"/><Relationship Id="rId49" Type="http://schemas.openxmlformats.org/officeDocument/2006/relationships/image" Target="../media/image34.png"/><Relationship Id="rId57" Type="http://schemas.openxmlformats.org/officeDocument/2006/relationships/image" Target="../media/image38.png"/><Relationship Id="rId10" Type="http://schemas.openxmlformats.org/officeDocument/2006/relationships/image" Target="../media/image15.png"/><Relationship Id="rId31" Type="http://schemas.openxmlformats.org/officeDocument/2006/relationships/image" Target="../media/image25.png"/><Relationship Id="rId44" Type="http://schemas.openxmlformats.org/officeDocument/2006/relationships/customXml" Target="../ink/ink33.xml"/><Relationship Id="rId52" Type="http://schemas.openxmlformats.org/officeDocument/2006/relationships/customXml" Target="../ink/ink37.xml"/><Relationship Id="rId60" Type="http://schemas.openxmlformats.org/officeDocument/2006/relationships/customXml" Target="../ink/ink41.xml"/><Relationship Id="rId65" Type="http://schemas.openxmlformats.org/officeDocument/2006/relationships/image" Target="../media/image42.png"/><Relationship Id="rId73" Type="http://schemas.openxmlformats.org/officeDocument/2006/relationships/image" Target="../media/image46.png"/><Relationship Id="rId78" Type="http://schemas.openxmlformats.org/officeDocument/2006/relationships/customXml" Target="../ink/ink50.xml"/><Relationship Id="rId81" Type="http://schemas.openxmlformats.org/officeDocument/2006/relationships/image" Target="../media/image50.png"/><Relationship Id="rId86" Type="http://schemas.openxmlformats.org/officeDocument/2006/relationships/customXml" Target="../ink/ink54.xml"/><Relationship Id="rId4" Type="http://schemas.openxmlformats.org/officeDocument/2006/relationships/image" Target="../media/image12.png"/><Relationship Id="rId9" Type="http://schemas.openxmlformats.org/officeDocument/2006/relationships/customXml" Target="../ink/ink15.xml"/><Relationship Id="rId13" Type="http://schemas.openxmlformats.org/officeDocument/2006/relationships/customXml" Target="../ink/ink17.xml"/><Relationship Id="rId18" Type="http://schemas.openxmlformats.org/officeDocument/2006/relationships/customXml" Target="../ink/ink20.xml"/><Relationship Id="rId39" Type="http://schemas.openxmlformats.org/officeDocument/2006/relationships/image" Target="../media/image29.png"/><Relationship Id="rId34" Type="http://schemas.openxmlformats.org/officeDocument/2006/relationships/customXml" Target="../ink/ink28.xml"/><Relationship Id="rId50" Type="http://schemas.openxmlformats.org/officeDocument/2006/relationships/customXml" Target="../ink/ink36.xml"/><Relationship Id="rId55" Type="http://schemas.openxmlformats.org/officeDocument/2006/relationships/image" Target="../media/image37.png"/><Relationship Id="rId76" Type="http://schemas.openxmlformats.org/officeDocument/2006/relationships/customXml" Target="../ink/ink49.xml"/><Relationship Id="rId7" Type="http://schemas.openxmlformats.org/officeDocument/2006/relationships/customXml" Target="../ink/ink14.xml"/><Relationship Id="rId71" Type="http://schemas.openxmlformats.org/officeDocument/2006/relationships/image" Target="../media/image45.png"/><Relationship Id="rId2" Type="http://schemas.openxmlformats.org/officeDocument/2006/relationships/notesSlide" Target="../notesSlides/notesSlide3.xml"/><Relationship Id="rId29" Type="http://schemas.openxmlformats.org/officeDocument/2006/relationships/image" Target="../media/image24.png"/><Relationship Id="rId24" Type="http://schemas.openxmlformats.org/officeDocument/2006/relationships/customXml" Target="../ink/ink23.xml"/><Relationship Id="rId40" Type="http://schemas.openxmlformats.org/officeDocument/2006/relationships/customXml" Target="../ink/ink31.xml"/><Relationship Id="rId45" Type="http://schemas.openxmlformats.org/officeDocument/2006/relationships/image" Target="../media/image32.png"/><Relationship Id="rId66" Type="http://schemas.openxmlformats.org/officeDocument/2006/relationships/customXml" Target="../ink/ink44.xml"/><Relationship Id="rId87" Type="http://schemas.openxmlformats.org/officeDocument/2006/relationships/image" Target="../media/image53.png"/><Relationship Id="rId61" Type="http://schemas.openxmlformats.org/officeDocument/2006/relationships/image" Target="../media/image40.png"/><Relationship Id="rId82" Type="http://schemas.openxmlformats.org/officeDocument/2006/relationships/customXml" Target="../ink/ink52.xml"/><Relationship Id="rId19" Type="http://schemas.openxmlformats.org/officeDocument/2006/relationships/image" Target="../media/image19.png"/></Relationships>
</file>

<file path=ppt/slides/_rels/slide4.xml.rels><?xml version="1.0" encoding="UTF-8" standalone="yes"?>
<Relationships xmlns="http://schemas.openxmlformats.org/package/2006/relationships"><Relationship Id="rId13" Type="http://schemas.openxmlformats.org/officeDocument/2006/relationships/customXml" Target="../ink/ink61.xml"/><Relationship Id="rId18" Type="http://schemas.openxmlformats.org/officeDocument/2006/relationships/image" Target="../media/image62.png"/><Relationship Id="rId26" Type="http://schemas.openxmlformats.org/officeDocument/2006/relationships/image" Target="../media/image66.png"/><Relationship Id="rId39" Type="http://schemas.openxmlformats.org/officeDocument/2006/relationships/customXml" Target="../ink/ink74.xml"/><Relationship Id="rId21" Type="http://schemas.openxmlformats.org/officeDocument/2006/relationships/customXml" Target="../ink/ink65.xml"/><Relationship Id="rId34" Type="http://schemas.openxmlformats.org/officeDocument/2006/relationships/image" Target="../media/image70.png"/><Relationship Id="rId42" Type="http://schemas.openxmlformats.org/officeDocument/2006/relationships/image" Target="../media/image74.png"/><Relationship Id="rId7" Type="http://schemas.openxmlformats.org/officeDocument/2006/relationships/customXml" Target="../ink/ink58.xml"/><Relationship Id="rId2" Type="http://schemas.openxmlformats.org/officeDocument/2006/relationships/notesSlide" Target="../notesSlides/notesSlide4.xml"/><Relationship Id="rId16" Type="http://schemas.openxmlformats.org/officeDocument/2006/relationships/image" Target="../media/image61.png"/><Relationship Id="rId20" Type="http://schemas.openxmlformats.org/officeDocument/2006/relationships/image" Target="../media/image63.png"/><Relationship Id="rId29" Type="http://schemas.openxmlformats.org/officeDocument/2006/relationships/customXml" Target="../ink/ink69.xml"/><Relationship Id="rId41" Type="http://schemas.openxmlformats.org/officeDocument/2006/relationships/customXml" Target="../ink/ink75.xml"/><Relationship Id="rId1" Type="http://schemas.openxmlformats.org/officeDocument/2006/relationships/slideLayout" Target="../slideLayouts/slideLayout3.xml"/><Relationship Id="rId6" Type="http://schemas.openxmlformats.org/officeDocument/2006/relationships/image" Target="../media/image56.png"/><Relationship Id="rId11" Type="http://schemas.openxmlformats.org/officeDocument/2006/relationships/customXml" Target="../ink/ink60.xml"/><Relationship Id="rId24" Type="http://schemas.openxmlformats.org/officeDocument/2006/relationships/image" Target="../media/image65.png"/><Relationship Id="rId32" Type="http://schemas.openxmlformats.org/officeDocument/2006/relationships/image" Target="../media/image69.png"/><Relationship Id="rId37" Type="http://schemas.openxmlformats.org/officeDocument/2006/relationships/customXml" Target="../ink/ink73.xml"/><Relationship Id="rId40" Type="http://schemas.openxmlformats.org/officeDocument/2006/relationships/image" Target="../media/image73.png"/><Relationship Id="rId5" Type="http://schemas.openxmlformats.org/officeDocument/2006/relationships/customXml" Target="../ink/ink57.xml"/><Relationship Id="rId15" Type="http://schemas.openxmlformats.org/officeDocument/2006/relationships/customXml" Target="../ink/ink62.xml"/><Relationship Id="rId23" Type="http://schemas.openxmlformats.org/officeDocument/2006/relationships/customXml" Target="../ink/ink66.xml"/><Relationship Id="rId28" Type="http://schemas.openxmlformats.org/officeDocument/2006/relationships/image" Target="../media/image67.png"/><Relationship Id="rId36" Type="http://schemas.openxmlformats.org/officeDocument/2006/relationships/image" Target="../media/image71.png"/><Relationship Id="rId10" Type="http://schemas.openxmlformats.org/officeDocument/2006/relationships/image" Target="../media/image58.png"/><Relationship Id="rId19" Type="http://schemas.openxmlformats.org/officeDocument/2006/relationships/customXml" Target="../ink/ink64.xml"/><Relationship Id="rId31" Type="http://schemas.openxmlformats.org/officeDocument/2006/relationships/customXml" Target="../ink/ink70.xml"/><Relationship Id="rId44" Type="http://schemas.openxmlformats.org/officeDocument/2006/relationships/image" Target="../media/image75.png"/><Relationship Id="rId4" Type="http://schemas.openxmlformats.org/officeDocument/2006/relationships/image" Target="../media/image55.png"/><Relationship Id="rId9" Type="http://schemas.openxmlformats.org/officeDocument/2006/relationships/customXml" Target="../ink/ink59.xml"/><Relationship Id="rId14" Type="http://schemas.openxmlformats.org/officeDocument/2006/relationships/image" Target="../media/image60.png"/><Relationship Id="rId22" Type="http://schemas.openxmlformats.org/officeDocument/2006/relationships/image" Target="../media/image64.png"/><Relationship Id="rId27" Type="http://schemas.openxmlformats.org/officeDocument/2006/relationships/customXml" Target="../ink/ink68.xml"/><Relationship Id="rId30" Type="http://schemas.openxmlformats.org/officeDocument/2006/relationships/image" Target="../media/image68.png"/><Relationship Id="rId35" Type="http://schemas.openxmlformats.org/officeDocument/2006/relationships/customXml" Target="../ink/ink72.xml"/><Relationship Id="rId43" Type="http://schemas.openxmlformats.org/officeDocument/2006/relationships/customXml" Target="../ink/ink76.xml"/><Relationship Id="rId8" Type="http://schemas.openxmlformats.org/officeDocument/2006/relationships/image" Target="../media/image57.png"/><Relationship Id="rId3" Type="http://schemas.openxmlformats.org/officeDocument/2006/relationships/customXml" Target="../ink/ink56.xml"/><Relationship Id="rId12" Type="http://schemas.openxmlformats.org/officeDocument/2006/relationships/image" Target="../media/image59.png"/><Relationship Id="rId17" Type="http://schemas.openxmlformats.org/officeDocument/2006/relationships/customXml" Target="../ink/ink63.xml"/><Relationship Id="rId25" Type="http://schemas.openxmlformats.org/officeDocument/2006/relationships/customXml" Target="../ink/ink67.xml"/><Relationship Id="rId33" Type="http://schemas.openxmlformats.org/officeDocument/2006/relationships/customXml" Target="../ink/ink71.xml"/><Relationship Id="rId38" Type="http://schemas.openxmlformats.org/officeDocument/2006/relationships/image" Target="../media/image72.png"/></Relationships>
</file>

<file path=ppt/slides/_rels/slide5.xml.rels><?xml version="1.0" encoding="UTF-8" standalone="yes"?>
<Relationships xmlns="http://schemas.openxmlformats.org/package/2006/relationships"><Relationship Id="rId3" Type="http://schemas.openxmlformats.org/officeDocument/2006/relationships/hyperlink" Target="https://colab.research.google.com/drive/100T9gpYz0joMwq-SvAT1Udn69p_bKjJA#scrollTo=GC0TmTapWB9y"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customXml" Target="../ink/ink82.xml"/><Relationship Id="rId3" Type="http://schemas.openxmlformats.org/officeDocument/2006/relationships/customXml" Target="../ink/ink77.xml"/><Relationship Id="rId7" Type="http://schemas.openxmlformats.org/officeDocument/2006/relationships/customXml" Target="../ink/ink79.xml"/><Relationship Id="rId12" Type="http://schemas.openxmlformats.org/officeDocument/2006/relationships/image" Target="../media/image80.png"/><Relationship Id="rId2" Type="http://schemas.openxmlformats.org/officeDocument/2006/relationships/notesSlide" Target="../notesSlides/notesSlide6.xml"/><Relationship Id="rId16" Type="http://schemas.openxmlformats.org/officeDocument/2006/relationships/image" Target="../media/image82.png"/><Relationship Id="rId1" Type="http://schemas.openxmlformats.org/officeDocument/2006/relationships/slideLayout" Target="../slideLayouts/slideLayout3.xml"/><Relationship Id="rId6" Type="http://schemas.openxmlformats.org/officeDocument/2006/relationships/image" Target="../media/image77.png"/><Relationship Id="rId11" Type="http://schemas.openxmlformats.org/officeDocument/2006/relationships/customXml" Target="../ink/ink81.xml"/><Relationship Id="rId5" Type="http://schemas.openxmlformats.org/officeDocument/2006/relationships/customXml" Target="../ink/ink78.xml"/><Relationship Id="rId15" Type="http://schemas.openxmlformats.org/officeDocument/2006/relationships/customXml" Target="../ink/ink83.xml"/><Relationship Id="rId10" Type="http://schemas.openxmlformats.org/officeDocument/2006/relationships/image" Target="../media/image79.png"/><Relationship Id="rId4" Type="http://schemas.openxmlformats.org/officeDocument/2006/relationships/image" Target="../media/image76.png"/><Relationship Id="rId9" Type="http://schemas.openxmlformats.org/officeDocument/2006/relationships/customXml" Target="../ink/ink80.xml"/><Relationship Id="rId14" Type="http://schemas.openxmlformats.org/officeDocument/2006/relationships/image" Target="../media/image81.png"/></Relationships>
</file>

<file path=ppt/slides/_rels/slide7.xml.rels><?xml version="1.0" encoding="UTF-8" standalone="yes"?>
<Relationships xmlns="http://schemas.openxmlformats.org/package/2006/relationships"><Relationship Id="rId13" Type="http://schemas.openxmlformats.org/officeDocument/2006/relationships/image" Target="../media/image88.png"/><Relationship Id="rId18" Type="http://schemas.openxmlformats.org/officeDocument/2006/relationships/customXml" Target="../ink/ink92.xml"/><Relationship Id="rId26" Type="http://schemas.openxmlformats.org/officeDocument/2006/relationships/customXml" Target="../ink/ink96.xml"/><Relationship Id="rId3" Type="http://schemas.openxmlformats.org/officeDocument/2006/relationships/image" Target="../media/image83.png"/><Relationship Id="rId21" Type="http://schemas.openxmlformats.org/officeDocument/2006/relationships/image" Target="../media/image92.png"/><Relationship Id="rId34" Type="http://schemas.openxmlformats.org/officeDocument/2006/relationships/customXml" Target="../ink/ink100.xml"/><Relationship Id="rId7" Type="http://schemas.openxmlformats.org/officeDocument/2006/relationships/image" Target="../media/image85.png"/><Relationship Id="rId12" Type="http://schemas.openxmlformats.org/officeDocument/2006/relationships/customXml" Target="../ink/ink89.xml"/><Relationship Id="rId17" Type="http://schemas.openxmlformats.org/officeDocument/2006/relationships/image" Target="../media/image90.png"/><Relationship Id="rId25" Type="http://schemas.openxmlformats.org/officeDocument/2006/relationships/image" Target="../media/image94.png"/><Relationship Id="rId33" Type="http://schemas.openxmlformats.org/officeDocument/2006/relationships/image" Target="../media/image98.png"/><Relationship Id="rId2" Type="http://schemas.openxmlformats.org/officeDocument/2006/relationships/customXml" Target="../ink/ink84.xml"/><Relationship Id="rId16" Type="http://schemas.openxmlformats.org/officeDocument/2006/relationships/customXml" Target="../ink/ink91.xml"/><Relationship Id="rId20" Type="http://schemas.openxmlformats.org/officeDocument/2006/relationships/customXml" Target="../ink/ink93.xml"/><Relationship Id="rId29" Type="http://schemas.openxmlformats.org/officeDocument/2006/relationships/image" Target="../media/image96.png"/><Relationship Id="rId1" Type="http://schemas.openxmlformats.org/officeDocument/2006/relationships/slideLayout" Target="../slideLayouts/slideLayout3.xml"/><Relationship Id="rId6" Type="http://schemas.openxmlformats.org/officeDocument/2006/relationships/customXml" Target="../ink/ink86.xml"/><Relationship Id="rId11" Type="http://schemas.openxmlformats.org/officeDocument/2006/relationships/image" Target="../media/image87.png"/><Relationship Id="rId24" Type="http://schemas.openxmlformats.org/officeDocument/2006/relationships/customXml" Target="../ink/ink95.xml"/><Relationship Id="rId32" Type="http://schemas.openxmlformats.org/officeDocument/2006/relationships/customXml" Target="../ink/ink99.xml"/><Relationship Id="rId5" Type="http://schemas.openxmlformats.org/officeDocument/2006/relationships/image" Target="../media/image84.png"/><Relationship Id="rId15" Type="http://schemas.openxmlformats.org/officeDocument/2006/relationships/image" Target="../media/image89.png"/><Relationship Id="rId23" Type="http://schemas.openxmlformats.org/officeDocument/2006/relationships/image" Target="../media/image93.png"/><Relationship Id="rId28" Type="http://schemas.openxmlformats.org/officeDocument/2006/relationships/customXml" Target="../ink/ink97.xml"/><Relationship Id="rId10" Type="http://schemas.openxmlformats.org/officeDocument/2006/relationships/customXml" Target="../ink/ink88.xml"/><Relationship Id="rId19" Type="http://schemas.openxmlformats.org/officeDocument/2006/relationships/image" Target="../media/image91.png"/><Relationship Id="rId31" Type="http://schemas.openxmlformats.org/officeDocument/2006/relationships/image" Target="../media/image97.png"/><Relationship Id="rId4" Type="http://schemas.openxmlformats.org/officeDocument/2006/relationships/customXml" Target="../ink/ink85.xml"/><Relationship Id="rId9" Type="http://schemas.openxmlformats.org/officeDocument/2006/relationships/image" Target="../media/image86.png"/><Relationship Id="rId14" Type="http://schemas.openxmlformats.org/officeDocument/2006/relationships/customXml" Target="../ink/ink90.xml"/><Relationship Id="rId22" Type="http://schemas.openxmlformats.org/officeDocument/2006/relationships/customXml" Target="../ink/ink94.xml"/><Relationship Id="rId27" Type="http://schemas.openxmlformats.org/officeDocument/2006/relationships/image" Target="../media/image95.png"/><Relationship Id="rId30" Type="http://schemas.openxmlformats.org/officeDocument/2006/relationships/customXml" Target="../ink/ink98.xml"/><Relationship Id="rId35" Type="http://schemas.openxmlformats.org/officeDocument/2006/relationships/image" Target="../media/image99.png"/><Relationship Id="rId8" Type="http://schemas.openxmlformats.org/officeDocument/2006/relationships/customXml" Target="../ink/ink87.xml"/></Relationships>
</file>

<file path=ppt/slides/_rels/slide8.xml.rels><?xml version="1.0" encoding="UTF-8" standalone="yes"?>
<Relationships xmlns="http://schemas.openxmlformats.org/package/2006/relationships"><Relationship Id="rId8" Type="http://schemas.openxmlformats.org/officeDocument/2006/relationships/customXml" Target="../ink/ink104.xml"/><Relationship Id="rId13" Type="http://schemas.openxmlformats.org/officeDocument/2006/relationships/image" Target="../media/image105.png"/><Relationship Id="rId3" Type="http://schemas.openxmlformats.org/officeDocument/2006/relationships/image" Target="../media/image100.png"/><Relationship Id="rId7" Type="http://schemas.openxmlformats.org/officeDocument/2006/relationships/image" Target="../media/image102.png"/><Relationship Id="rId12" Type="http://schemas.openxmlformats.org/officeDocument/2006/relationships/customXml" Target="../ink/ink106.xml"/><Relationship Id="rId17" Type="http://schemas.openxmlformats.org/officeDocument/2006/relationships/image" Target="../media/image107.png"/><Relationship Id="rId2" Type="http://schemas.openxmlformats.org/officeDocument/2006/relationships/customXml" Target="../ink/ink101.xml"/><Relationship Id="rId16" Type="http://schemas.openxmlformats.org/officeDocument/2006/relationships/customXml" Target="../ink/ink108.xml"/><Relationship Id="rId1" Type="http://schemas.openxmlformats.org/officeDocument/2006/relationships/slideLayout" Target="../slideLayouts/slideLayout3.xml"/><Relationship Id="rId6" Type="http://schemas.openxmlformats.org/officeDocument/2006/relationships/customXml" Target="../ink/ink103.xml"/><Relationship Id="rId11" Type="http://schemas.openxmlformats.org/officeDocument/2006/relationships/image" Target="../media/image104.png"/><Relationship Id="rId5" Type="http://schemas.openxmlformats.org/officeDocument/2006/relationships/image" Target="../media/image101.png"/><Relationship Id="rId15" Type="http://schemas.openxmlformats.org/officeDocument/2006/relationships/image" Target="../media/image106.png"/><Relationship Id="rId10" Type="http://schemas.openxmlformats.org/officeDocument/2006/relationships/customXml" Target="../ink/ink105.xml"/><Relationship Id="rId4" Type="http://schemas.openxmlformats.org/officeDocument/2006/relationships/customXml" Target="../ink/ink102.xml"/><Relationship Id="rId9" Type="http://schemas.openxmlformats.org/officeDocument/2006/relationships/image" Target="../media/image103.png"/><Relationship Id="rId14" Type="http://schemas.openxmlformats.org/officeDocument/2006/relationships/customXml" Target="../ink/ink10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510450" y="1257300"/>
            <a:ext cx="8123100" cy="15885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Merge Sort</a:t>
            </a:r>
            <a:endParaRPr/>
          </a:p>
        </p:txBody>
      </p:sp>
      <p:sp>
        <p:nvSpPr>
          <p:cNvPr id="60" name="Google Shape;60;p13"/>
          <p:cNvSpPr txBox="1">
            <a:spLocks noGrp="1"/>
          </p:cNvSpPr>
          <p:nvPr>
            <p:ph type="subTitle" idx="1"/>
          </p:nvPr>
        </p:nvSpPr>
        <p:spPr>
          <a:xfrm>
            <a:off x="510450" y="3182313"/>
            <a:ext cx="8123100" cy="630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t>Application of Divide and Conquer</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Sorting Algorithms</a:t>
            </a:r>
            <a:endParaRPr/>
          </a:p>
        </p:txBody>
      </p:sp>
      <p:sp>
        <p:nvSpPr>
          <p:cNvPr id="66" name="Google Shape;66;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Clr>
                <a:srgbClr val="000000"/>
              </a:buClr>
              <a:buSzPts val="1900"/>
              <a:buFont typeface="Arial"/>
              <a:buChar char="●"/>
            </a:pPr>
            <a:r>
              <a:rPr lang="en" sz="1900">
                <a:solidFill>
                  <a:srgbClr val="000000"/>
                </a:solidFill>
                <a:highlight>
                  <a:srgbClr val="FFFFFF"/>
                </a:highlight>
                <a:latin typeface="Arial"/>
                <a:ea typeface="Arial"/>
                <a:cs typeface="Arial"/>
                <a:sym typeface="Arial"/>
              </a:rPr>
              <a:t>Sorting refers to arranging data in a particular format such as highest to lowest or vice-versa. Sorting algorithm specifies the way to arrange the data in a particular order.</a:t>
            </a:r>
            <a:endParaRPr sz="1900">
              <a:solidFill>
                <a:srgbClr val="000000"/>
              </a:solidFill>
              <a:highlight>
                <a:srgbClr val="FFFFFF"/>
              </a:highlight>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a:solidFill>
                  <a:srgbClr val="000000"/>
                </a:solidFill>
                <a:highlight>
                  <a:srgbClr val="FFFFFF"/>
                </a:highlight>
                <a:latin typeface="Arial"/>
                <a:ea typeface="Arial"/>
                <a:cs typeface="Arial"/>
                <a:sym typeface="Arial"/>
              </a:rPr>
              <a:t>These algorithms takes an input list, perform some operations on top of that list and produce the sorted list.</a:t>
            </a:r>
            <a:endParaRPr sz="1900">
              <a:solidFill>
                <a:srgbClr val="000000"/>
              </a:solidFill>
              <a:highlight>
                <a:srgbClr val="FFFFFF"/>
              </a:highlight>
              <a:latin typeface="Arial"/>
              <a:ea typeface="Arial"/>
              <a:cs typeface="Arial"/>
              <a:sym typeface="Arial"/>
            </a:endParaRPr>
          </a:p>
          <a:p>
            <a:pPr marL="457200" lvl="0" indent="-349250" algn="l" rtl="0">
              <a:spcBef>
                <a:spcPts val="0"/>
              </a:spcBef>
              <a:spcAft>
                <a:spcPts val="0"/>
              </a:spcAft>
              <a:buClr>
                <a:srgbClr val="000000"/>
              </a:buClr>
              <a:buSzPts val="1900"/>
              <a:buFont typeface="Arial"/>
              <a:buChar char="●"/>
            </a:pPr>
            <a:r>
              <a:rPr lang="en" sz="1900">
                <a:solidFill>
                  <a:srgbClr val="000000"/>
                </a:solidFill>
                <a:highlight>
                  <a:srgbClr val="FFFFFF"/>
                </a:highlight>
                <a:latin typeface="Arial"/>
                <a:ea typeface="Arial"/>
                <a:cs typeface="Arial"/>
                <a:sym typeface="Arial"/>
              </a:rPr>
              <a:t>Some real life examples are:</a:t>
            </a:r>
            <a:endParaRPr sz="1900">
              <a:solidFill>
                <a:srgbClr val="000000"/>
              </a:solidFill>
              <a:highlight>
                <a:srgbClr val="FFFFFF"/>
              </a:highlight>
              <a:latin typeface="Arial"/>
              <a:ea typeface="Arial"/>
              <a:cs typeface="Arial"/>
              <a:sym typeface="Arial"/>
            </a:endParaRPr>
          </a:p>
          <a:p>
            <a:pPr marL="914400" lvl="1" indent="-349250" algn="l" rtl="0">
              <a:spcBef>
                <a:spcPts val="0"/>
              </a:spcBef>
              <a:spcAft>
                <a:spcPts val="0"/>
              </a:spcAft>
              <a:buClr>
                <a:srgbClr val="000000"/>
              </a:buClr>
              <a:buSzPts val="1900"/>
              <a:buFont typeface="Arial"/>
              <a:buChar char="○"/>
            </a:pPr>
            <a:r>
              <a:rPr lang="en" sz="1900">
                <a:solidFill>
                  <a:srgbClr val="000000"/>
                </a:solidFill>
                <a:highlight>
                  <a:srgbClr val="FFFFFF"/>
                </a:highlight>
                <a:latin typeface="Arial"/>
                <a:ea typeface="Arial"/>
                <a:cs typeface="Arial"/>
                <a:sym typeface="Arial"/>
              </a:rPr>
              <a:t>Telephone Directory</a:t>
            </a:r>
            <a:endParaRPr sz="1900">
              <a:solidFill>
                <a:srgbClr val="000000"/>
              </a:solidFill>
              <a:highlight>
                <a:srgbClr val="FFFFFF"/>
              </a:highlight>
              <a:latin typeface="Arial"/>
              <a:ea typeface="Arial"/>
              <a:cs typeface="Arial"/>
              <a:sym typeface="Arial"/>
            </a:endParaRPr>
          </a:p>
          <a:p>
            <a:pPr marL="914400" lvl="1" indent="-349250" algn="l" rtl="0">
              <a:spcBef>
                <a:spcPts val="0"/>
              </a:spcBef>
              <a:spcAft>
                <a:spcPts val="0"/>
              </a:spcAft>
              <a:buClr>
                <a:srgbClr val="000000"/>
              </a:buClr>
              <a:buSzPts val="1900"/>
              <a:buFont typeface="Arial"/>
              <a:buChar char="○"/>
            </a:pPr>
            <a:r>
              <a:rPr lang="en" sz="1900">
                <a:solidFill>
                  <a:srgbClr val="000000"/>
                </a:solidFill>
                <a:highlight>
                  <a:srgbClr val="FFFFFF"/>
                </a:highlight>
                <a:latin typeface="Arial"/>
                <a:ea typeface="Arial"/>
                <a:cs typeface="Arial"/>
                <a:sym typeface="Arial"/>
              </a:rPr>
              <a:t>Dictionary</a:t>
            </a:r>
            <a:endParaRPr sz="1900">
              <a:solidFill>
                <a:srgbClr val="000000"/>
              </a:solidFill>
              <a:highlight>
                <a:srgbClr val="FFFFFF"/>
              </a:highlight>
              <a:latin typeface="Arial"/>
              <a:ea typeface="Arial"/>
              <a:cs typeface="Arial"/>
              <a:sym typeface="Arial"/>
            </a:endParaRPr>
          </a:p>
        </p:txBody>
      </p:sp>
      <p:grpSp>
        <p:nvGrpSpPr>
          <p:cNvPr id="5" name="Group 4">
            <a:extLst>
              <a:ext uri="{FF2B5EF4-FFF2-40B4-BE49-F238E27FC236}">
                <a16:creationId xmlns:a16="http://schemas.microsoft.com/office/drawing/2014/main" id="{0BBD8226-B573-4845-827E-6E498183B9C6}"/>
              </a:ext>
            </a:extLst>
          </p:cNvPr>
          <p:cNvGrpSpPr/>
          <p:nvPr/>
        </p:nvGrpSpPr>
        <p:grpSpPr>
          <a:xfrm>
            <a:off x="7479900" y="1524900"/>
            <a:ext cx="919800" cy="54360"/>
            <a:chOff x="7479900" y="1524900"/>
            <a:chExt cx="919800" cy="54360"/>
          </a:xfrm>
        </p:grpSpPr>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BF47C5B1-C2BC-4E26-9D4B-4B99297F08F0}"/>
                    </a:ext>
                  </a:extLst>
                </p14:cNvPr>
                <p14:cNvContentPartPr/>
                <p14:nvPr/>
              </p14:nvContentPartPr>
              <p14:xfrm>
                <a:off x="7516620" y="1524900"/>
                <a:ext cx="153000" cy="7560"/>
              </p14:xfrm>
            </p:contentPart>
          </mc:Choice>
          <mc:Fallback xmlns="">
            <p:pic>
              <p:nvPicPr>
                <p:cNvPr id="3" name="Ink 2">
                  <a:extLst>
                    <a:ext uri="{FF2B5EF4-FFF2-40B4-BE49-F238E27FC236}">
                      <a16:creationId xmlns:a16="http://schemas.microsoft.com/office/drawing/2014/main" id="{BF47C5B1-C2BC-4E26-9D4B-4B99297F08F0}"/>
                    </a:ext>
                  </a:extLst>
                </p:cNvPr>
                <p:cNvPicPr/>
                <p:nvPr/>
              </p:nvPicPr>
              <p:blipFill>
                <a:blip r:embed="rId4"/>
                <a:stretch>
                  <a:fillRect/>
                </a:stretch>
              </p:blipFill>
              <p:spPr>
                <a:xfrm>
                  <a:off x="7507980" y="1516260"/>
                  <a:ext cx="17064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B2844412-9B2C-486E-9BCF-53B54FF7487E}"/>
                    </a:ext>
                  </a:extLst>
                </p14:cNvPr>
                <p14:cNvContentPartPr/>
                <p14:nvPr/>
              </p14:nvContentPartPr>
              <p14:xfrm>
                <a:off x="7479900" y="1538220"/>
                <a:ext cx="919800" cy="41040"/>
              </p14:xfrm>
            </p:contentPart>
          </mc:Choice>
          <mc:Fallback xmlns="">
            <p:pic>
              <p:nvPicPr>
                <p:cNvPr id="4" name="Ink 3">
                  <a:extLst>
                    <a:ext uri="{FF2B5EF4-FFF2-40B4-BE49-F238E27FC236}">
                      <a16:creationId xmlns:a16="http://schemas.microsoft.com/office/drawing/2014/main" id="{B2844412-9B2C-486E-9BCF-53B54FF7487E}"/>
                    </a:ext>
                  </a:extLst>
                </p:cNvPr>
                <p:cNvPicPr/>
                <p:nvPr/>
              </p:nvPicPr>
              <p:blipFill>
                <a:blip r:embed="rId6"/>
                <a:stretch>
                  <a:fillRect/>
                </a:stretch>
              </p:blipFill>
              <p:spPr>
                <a:xfrm>
                  <a:off x="7471260" y="1529580"/>
                  <a:ext cx="937440" cy="58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995D381B-1D65-4F8B-9C7A-0B639AEBBF55}"/>
                  </a:ext>
                </a:extLst>
              </p14:cNvPr>
              <p14:cNvContentPartPr/>
              <p14:nvPr/>
            </p14:nvContentPartPr>
            <p14:xfrm>
              <a:off x="865260" y="1900380"/>
              <a:ext cx="626040" cy="19440"/>
            </p14:xfrm>
          </p:contentPart>
        </mc:Choice>
        <mc:Fallback xmlns="">
          <p:pic>
            <p:nvPicPr>
              <p:cNvPr id="6" name="Ink 5">
                <a:extLst>
                  <a:ext uri="{FF2B5EF4-FFF2-40B4-BE49-F238E27FC236}">
                    <a16:creationId xmlns:a16="http://schemas.microsoft.com/office/drawing/2014/main" id="{995D381B-1D65-4F8B-9C7A-0B639AEBBF55}"/>
                  </a:ext>
                </a:extLst>
              </p:cNvPr>
              <p:cNvPicPr/>
              <p:nvPr/>
            </p:nvPicPr>
            <p:blipFill>
              <a:blip r:embed="rId8"/>
              <a:stretch>
                <a:fillRect/>
              </a:stretch>
            </p:blipFill>
            <p:spPr>
              <a:xfrm>
                <a:off x="856260" y="1891380"/>
                <a:ext cx="64368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D04C0AC7-069C-4420-B2A4-4E08BC4AEEFA}"/>
                  </a:ext>
                </a:extLst>
              </p14:cNvPr>
              <p14:cNvContentPartPr/>
              <p14:nvPr/>
            </p14:nvContentPartPr>
            <p14:xfrm>
              <a:off x="3026340" y="474420"/>
              <a:ext cx="352080" cy="142560"/>
            </p14:xfrm>
          </p:contentPart>
        </mc:Choice>
        <mc:Fallback xmlns="">
          <p:pic>
            <p:nvPicPr>
              <p:cNvPr id="7" name="Ink 6">
                <a:extLst>
                  <a:ext uri="{FF2B5EF4-FFF2-40B4-BE49-F238E27FC236}">
                    <a16:creationId xmlns:a16="http://schemas.microsoft.com/office/drawing/2014/main" id="{D04C0AC7-069C-4420-B2A4-4E08BC4AEEFA}"/>
                  </a:ext>
                </a:extLst>
              </p:cNvPr>
              <p:cNvPicPr/>
              <p:nvPr/>
            </p:nvPicPr>
            <p:blipFill>
              <a:blip r:embed="rId10"/>
              <a:stretch>
                <a:fillRect/>
              </a:stretch>
            </p:blipFill>
            <p:spPr>
              <a:xfrm>
                <a:off x="3017340" y="465780"/>
                <a:ext cx="369720" cy="160200"/>
              </a:xfrm>
              <a:prstGeom prst="rect">
                <a:avLst/>
              </a:prstGeom>
            </p:spPr>
          </p:pic>
        </mc:Fallback>
      </mc:AlternateContent>
      <p:grpSp>
        <p:nvGrpSpPr>
          <p:cNvPr id="11" name="Group 10">
            <a:extLst>
              <a:ext uri="{FF2B5EF4-FFF2-40B4-BE49-F238E27FC236}">
                <a16:creationId xmlns:a16="http://schemas.microsoft.com/office/drawing/2014/main" id="{1A42D4DF-AF23-44C5-9CE6-42446053CD0D}"/>
              </a:ext>
            </a:extLst>
          </p:cNvPr>
          <p:cNvGrpSpPr/>
          <p:nvPr/>
        </p:nvGrpSpPr>
        <p:grpSpPr>
          <a:xfrm>
            <a:off x="3748500" y="2530740"/>
            <a:ext cx="828000" cy="65520"/>
            <a:chOff x="3748500" y="2530740"/>
            <a:chExt cx="828000" cy="65520"/>
          </a:xfrm>
        </p:grpSpPr>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C8A32B45-3929-471D-A71F-7D1E9FA1E0C9}"/>
                    </a:ext>
                  </a:extLst>
                </p14:cNvPr>
                <p14:cNvContentPartPr/>
                <p14:nvPr/>
              </p14:nvContentPartPr>
              <p14:xfrm>
                <a:off x="3748500" y="2530740"/>
                <a:ext cx="713160" cy="43560"/>
              </p14:xfrm>
            </p:contentPart>
          </mc:Choice>
          <mc:Fallback xmlns="">
            <p:pic>
              <p:nvPicPr>
                <p:cNvPr id="8" name="Ink 7">
                  <a:extLst>
                    <a:ext uri="{FF2B5EF4-FFF2-40B4-BE49-F238E27FC236}">
                      <a16:creationId xmlns:a16="http://schemas.microsoft.com/office/drawing/2014/main" id="{C8A32B45-3929-471D-A71F-7D1E9FA1E0C9}"/>
                    </a:ext>
                  </a:extLst>
                </p:cNvPr>
                <p:cNvPicPr/>
                <p:nvPr/>
              </p:nvPicPr>
              <p:blipFill>
                <a:blip r:embed="rId12"/>
                <a:stretch>
                  <a:fillRect/>
                </a:stretch>
              </p:blipFill>
              <p:spPr>
                <a:xfrm>
                  <a:off x="3739500" y="2522100"/>
                  <a:ext cx="73080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69551D1B-3D40-49F5-9386-FB16DE7E8F05}"/>
                    </a:ext>
                  </a:extLst>
                </p14:cNvPr>
                <p14:cNvContentPartPr/>
                <p14:nvPr/>
              </p14:nvContentPartPr>
              <p14:xfrm>
                <a:off x="3765780" y="2566020"/>
                <a:ext cx="810720" cy="30240"/>
              </p14:xfrm>
            </p:contentPart>
          </mc:Choice>
          <mc:Fallback xmlns="">
            <p:pic>
              <p:nvPicPr>
                <p:cNvPr id="9" name="Ink 8">
                  <a:extLst>
                    <a:ext uri="{FF2B5EF4-FFF2-40B4-BE49-F238E27FC236}">
                      <a16:creationId xmlns:a16="http://schemas.microsoft.com/office/drawing/2014/main" id="{69551D1B-3D40-49F5-9386-FB16DE7E8F05}"/>
                    </a:ext>
                  </a:extLst>
                </p:cNvPr>
                <p:cNvPicPr/>
                <p:nvPr/>
              </p:nvPicPr>
              <p:blipFill>
                <a:blip r:embed="rId14"/>
                <a:stretch>
                  <a:fillRect/>
                </a:stretch>
              </p:blipFill>
              <p:spPr>
                <a:xfrm>
                  <a:off x="3756780" y="2557020"/>
                  <a:ext cx="82836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a:extLst>
                    <a:ext uri="{FF2B5EF4-FFF2-40B4-BE49-F238E27FC236}">
                      <a16:creationId xmlns:a16="http://schemas.microsoft.com/office/drawing/2014/main" id="{BD32EAE1-7654-4018-AFD4-6F79475743EF}"/>
                    </a:ext>
                  </a:extLst>
                </p14:cNvPr>
                <p14:cNvContentPartPr/>
                <p14:nvPr/>
              </p14:nvContentPartPr>
              <p14:xfrm>
                <a:off x="3825900" y="2548380"/>
                <a:ext cx="727920" cy="36720"/>
              </p14:xfrm>
            </p:contentPart>
          </mc:Choice>
          <mc:Fallback xmlns="">
            <p:pic>
              <p:nvPicPr>
                <p:cNvPr id="10" name="Ink 9">
                  <a:extLst>
                    <a:ext uri="{FF2B5EF4-FFF2-40B4-BE49-F238E27FC236}">
                      <a16:creationId xmlns:a16="http://schemas.microsoft.com/office/drawing/2014/main" id="{BD32EAE1-7654-4018-AFD4-6F79475743EF}"/>
                    </a:ext>
                  </a:extLst>
                </p:cNvPr>
                <p:cNvPicPr/>
                <p:nvPr/>
              </p:nvPicPr>
              <p:blipFill>
                <a:blip r:embed="rId16"/>
                <a:stretch>
                  <a:fillRect/>
                </a:stretch>
              </p:blipFill>
              <p:spPr>
                <a:xfrm>
                  <a:off x="3817260" y="2539380"/>
                  <a:ext cx="745560" cy="54360"/>
                </a:xfrm>
                <a:prstGeom prst="rect">
                  <a:avLst/>
                </a:prstGeom>
              </p:spPr>
            </p:pic>
          </mc:Fallback>
        </mc:AlternateContent>
      </p:grpSp>
      <p:grpSp>
        <p:nvGrpSpPr>
          <p:cNvPr id="14" name="Group 13">
            <a:extLst>
              <a:ext uri="{FF2B5EF4-FFF2-40B4-BE49-F238E27FC236}">
                <a16:creationId xmlns:a16="http://schemas.microsoft.com/office/drawing/2014/main" id="{C4BFA35E-4042-45B4-8453-84013B81FB66}"/>
              </a:ext>
            </a:extLst>
          </p:cNvPr>
          <p:cNvGrpSpPr/>
          <p:nvPr/>
        </p:nvGrpSpPr>
        <p:grpSpPr>
          <a:xfrm>
            <a:off x="3535380" y="2875620"/>
            <a:ext cx="925560" cy="46440"/>
            <a:chOff x="3535380" y="2875620"/>
            <a:chExt cx="925560" cy="46440"/>
          </a:xfrm>
        </p:grpSpPr>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2CB379AC-F5F6-4ED7-8BE7-5D7DD12FB706}"/>
                    </a:ext>
                  </a:extLst>
                </p14:cNvPr>
                <p14:cNvContentPartPr/>
                <p14:nvPr/>
              </p14:nvContentPartPr>
              <p14:xfrm>
                <a:off x="3535380" y="2888940"/>
                <a:ext cx="541440" cy="33120"/>
              </p14:xfrm>
            </p:contentPart>
          </mc:Choice>
          <mc:Fallback xmlns="">
            <p:pic>
              <p:nvPicPr>
                <p:cNvPr id="12" name="Ink 11">
                  <a:extLst>
                    <a:ext uri="{FF2B5EF4-FFF2-40B4-BE49-F238E27FC236}">
                      <a16:creationId xmlns:a16="http://schemas.microsoft.com/office/drawing/2014/main" id="{2CB379AC-F5F6-4ED7-8BE7-5D7DD12FB706}"/>
                    </a:ext>
                  </a:extLst>
                </p:cNvPr>
                <p:cNvPicPr/>
                <p:nvPr/>
              </p:nvPicPr>
              <p:blipFill>
                <a:blip r:embed="rId18"/>
                <a:stretch>
                  <a:fillRect/>
                </a:stretch>
              </p:blipFill>
              <p:spPr>
                <a:xfrm>
                  <a:off x="3526380" y="2879940"/>
                  <a:ext cx="55908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3" name="Ink 12">
                  <a:extLst>
                    <a:ext uri="{FF2B5EF4-FFF2-40B4-BE49-F238E27FC236}">
                      <a16:creationId xmlns:a16="http://schemas.microsoft.com/office/drawing/2014/main" id="{8205762E-E3FC-4C1F-BDF5-C85FE4B9F1FD}"/>
                    </a:ext>
                  </a:extLst>
                </p14:cNvPr>
                <p14:cNvContentPartPr/>
                <p14:nvPr/>
              </p14:nvContentPartPr>
              <p14:xfrm>
                <a:off x="3575340" y="2875620"/>
                <a:ext cx="885600" cy="39240"/>
              </p14:xfrm>
            </p:contentPart>
          </mc:Choice>
          <mc:Fallback xmlns="">
            <p:pic>
              <p:nvPicPr>
                <p:cNvPr id="13" name="Ink 12">
                  <a:extLst>
                    <a:ext uri="{FF2B5EF4-FFF2-40B4-BE49-F238E27FC236}">
                      <a16:creationId xmlns:a16="http://schemas.microsoft.com/office/drawing/2014/main" id="{8205762E-E3FC-4C1F-BDF5-C85FE4B9F1FD}"/>
                    </a:ext>
                  </a:extLst>
                </p:cNvPr>
                <p:cNvPicPr/>
                <p:nvPr/>
              </p:nvPicPr>
              <p:blipFill>
                <a:blip r:embed="rId20"/>
                <a:stretch>
                  <a:fillRect/>
                </a:stretch>
              </p:blipFill>
              <p:spPr>
                <a:xfrm>
                  <a:off x="3566700" y="2866980"/>
                  <a:ext cx="903240" cy="56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1">
            <p14:nvContentPartPr>
              <p14:cNvPr id="15" name="Ink 14">
                <a:extLst>
                  <a:ext uri="{FF2B5EF4-FFF2-40B4-BE49-F238E27FC236}">
                    <a16:creationId xmlns:a16="http://schemas.microsoft.com/office/drawing/2014/main" id="{93F5929F-DD1F-4642-8FDF-C923F0DA7E93}"/>
                  </a:ext>
                </a:extLst>
              </p14:cNvPr>
              <p14:cNvContentPartPr/>
              <p14:nvPr/>
            </p14:nvContentPartPr>
            <p14:xfrm>
              <a:off x="3580740" y="3384660"/>
              <a:ext cx="289080" cy="88560"/>
            </p14:xfrm>
          </p:contentPart>
        </mc:Choice>
        <mc:Fallback xmlns="">
          <p:pic>
            <p:nvPicPr>
              <p:cNvPr id="15" name="Ink 14">
                <a:extLst>
                  <a:ext uri="{FF2B5EF4-FFF2-40B4-BE49-F238E27FC236}">
                    <a16:creationId xmlns:a16="http://schemas.microsoft.com/office/drawing/2014/main" id="{93F5929F-DD1F-4642-8FDF-C923F0DA7E93}"/>
                  </a:ext>
                </a:extLst>
              </p:cNvPr>
              <p:cNvPicPr/>
              <p:nvPr/>
            </p:nvPicPr>
            <p:blipFill>
              <a:blip r:embed="rId22"/>
              <a:stretch>
                <a:fillRect/>
              </a:stretch>
            </p:blipFill>
            <p:spPr>
              <a:xfrm>
                <a:off x="3571740" y="3376020"/>
                <a:ext cx="30672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6" name="Ink 15">
                <a:extLst>
                  <a:ext uri="{FF2B5EF4-FFF2-40B4-BE49-F238E27FC236}">
                    <a16:creationId xmlns:a16="http://schemas.microsoft.com/office/drawing/2014/main" id="{736DA961-CC03-4A41-9E61-8C01AD2FCF1A}"/>
                  </a:ext>
                </a:extLst>
              </p14:cNvPr>
              <p14:cNvContentPartPr/>
              <p14:nvPr/>
            </p14:nvContentPartPr>
            <p14:xfrm>
              <a:off x="2512980" y="3688140"/>
              <a:ext cx="465480" cy="138960"/>
            </p14:xfrm>
          </p:contentPart>
        </mc:Choice>
        <mc:Fallback xmlns="">
          <p:pic>
            <p:nvPicPr>
              <p:cNvPr id="16" name="Ink 15">
                <a:extLst>
                  <a:ext uri="{FF2B5EF4-FFF2-40B4-BE49-F238E27FC236}">
                    <a16:creationId xmlns:a16="http://schemas.microsoft.com/office/drawing/2014/main" id="{736DA961-CC03-4A41-9E61-8C01AD2FCF1A}"/>
                  </a:ext>
                </a:extLst>
              </p:cNvPr>
              <p:cNvPicPr/>
              <p:nvPr/>
            </p:nvPicPr>
            <p:blipFill>
              <a:blip r:embed="rId24"/>
              <a:stretch>
                <a:fillRect/>
              </a:stretch>
            </p:blipFill>
            <p:spPr>
              <a:xfrm>
                <a:off x="2504340" y="3679140"/>
                <a:ext cx="483120" cy="15660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In-place and Out-place Sorting </a:t>
            </a:r>
            <a:endParaRPr/>
          </a:p>
        </p:txBody>
      </p:sp>
      <p:sp>
        <p:nvSpPr>
          <p:cNvPr id="72" name="Google Shape;72;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dirty="0">
                <a:solidFill>
                  <a:srgbClr val="FF0000"/>
                </a:solidFill>
                <a:highlight>
                  <a:srgbClr val="FFFFFF"/>
                </a:highlight>
                <a:latin typeface="Arial"/>
                <a:ea typeface="Arial"/>
                <a:cs typeface="Arial"/>
                <a:sym typeface="Arial"/>
              </a:rPr>
              <a:t>Inplace Sorting </a:t>
            </a:r>
            <a:r>
              <a:rPr lang="en" b="1" dirty="0">
                <a:solidFill>
                  <a:srgbClr val="FF0000"/>
                </a:solidFill>
                <a:latin typeface="Arial"/>
                <a:ea typeface="Arial"/>
                <a:cs typeface="Arial"/>
                <a:sym typeface="Arial"/>
              </a:rPr>
              <a:t>-</a:t>
            </a:r>
            <a:r>
              <a:rPr lang="en" dirty="0">
                <a:latin typeface="Arial"/>
                <a:ea typeface="Arial"/>
                <a:cs typeface="Arial"/>
                <a:sym typeface="Arial"/>
              </a:rPr>
              <a:t> </a:t>
            </a:r>
            <a:r>
              <a:rPr lang="en" dirty="0">
                <a:solidFill>
                  <a:srgbClr val="000000"/>
                </a:solidFill>
                <a:highlight>
                  <a:srgbClr val="FFFFFF"/>
                </a:highlight>
                <a:latin typeface="Arial"/>
                <a:ea typeface="Arial"/>
                <a:cs typeface="Arial"/>
                <a:sym typeface="Arial"/>
              </a:rPr>
              <a:t>Sorting algorithms that do not require any extra space and sorting is said to happen in-place, meaning within the array itself. This is called in-place sorting. Bubble sort is an example of in-place sorting.</a:t>
            </a:r>
            <a:endParaRPr dirty="0">
              <a:solidFill>
                <a:srgbClr val="000000"/>
              </a:solidFill>
              <a:highlight>
                <a:srgbClr val="FFFFFF"/>
              </a:highlight>
              <a:latin typeface="Arial"/>
              <a:ea typeface="Arial"/>
              <a:cs typeface="Arial"/>
              <a:sym typeface="Arial"/>
            </a:endParaRPr>
          </a:p>
          <a:p>
            <a:pPr marL="0" lvl="0" indent="0" algn="l" rtl="0">
              <a:spcBef>
                <a:spcPts val="1200"/>
              </a:spcBef>
              <a:spcAft>
                <a:spcPts val="0"/>
              </a:spcAft>
              <a:buNone/>
            </a:pPr>
            <a:endParaRPr dirty="0">
              <a:solidFill>
                <a:srgbClr val="000000"/>
              </a:solidFill>
              <a:highlight>
                <a:srgbClr val="FFFFFF"/>
              </a:highlight>
              <a:latin typeface="Arial"/>
              <a:ea typeface="Arial"/>
              <a:cs typeface="Arial"/>
              <a:sym typeface="Arial"/>
            </a:endParaRPr>
          </a:p>
          <a:p>
            <a:pPr marL="0" lvl="0" indent="0" algn="l" rtl="0">
              <a:spcBef>
                <a:spcPts val="1200"/>
              </a:spcBef>
              <a:spcAft>
                <a:spcPts val="0"/>
              </a:spcAft>
              <a:buNone/>
            </a:pPr>
            <a:r>
              <a:rPr lang="en" b="1" dirty="0">
                <a:solidFill>
                  <a:srgbClr val="FF0000"/>
                </a:solidFill>
                <a:highlight>
                  <a:srgbClr val="FFFFFF"/>
                </a:highlight>
                <a:latin typeface="Arial"/>
                <a:ea typeface="Arial"/>
                <a:cs typeface="Arial"/>
                <a:sym typeface="Arial"/>
              </a:rPr>
              <a:t>Outplace Sorting - </a:t>
            </a:r>
            <a:r>
              <a:rPr lang="en" dirty="0">
                <a:solidFill>
                  <a:srgbClr val="000000"/>
                </a:solidFill>
                <a:highlight>
                  <a:srgbClr val="FFFFFF"/>
                </a:highlight>
                <a:latin typeface="Arial"/>
                <a:ea typeface="Arial"/>
                <a:cs typeface="Arial"/>
                <a:sym typeface="Arial"/>
              </a:rPr>
              <a:t>Sorting algorithms that require extra space for comparison and temporary storage of data elements is called out-place sorting. Merge-sort is an example of not-in-place sorting.</a:t>
            </a:r>
            <a:endParaRPr dirty="0">
              <a:solidFill>
                <a:srgbClr val="000000"/>
              </a:solidFill>
              <a:highlight>
                <a:srgbClr val="FFFFFF"/>
              </a:highlight>
              <a:latin typeface="Arial"/>
              <a:ea typeface="Arial"/>
              <a:cs typeface="Arial"/>
              <a:sym typeface="Arial"/>
            </a:endParaRPr>
          </a:p>
          <a:p>
            <a:pPr marL="0" lvl="0" indent="0" algn="l" rtl="0">
              <a:spcBef>
                <a:spcPts val="1200"/>
              </a:spcBef>
              <a:spcAft>
                <a:spcPts val="0"/>
              </a:spcAft>
              <a:buNone/>
            </a:pPr>
            <a:endParaRPr dirty="0">
              <a:solidFill>
                <a:srgbClr val="000000"/>
              </a:solidFill>
              <a:highlight>
                <a:srgbClr val="FFFFFF"/>
              </a:highlight>
              <a:latin typeface="Arial"/>
              <a:ea typeface="Arial"/>
              <a:cs typeface="Arial"/>
              <a:sym typeface="Arial"/>
            </a:endParaRPr>
          </a:p>
          <a:p>
            <a:pPr marL="0" lvl="0" indent="0" algn="l" rtl="0">
              <a:spcBef>
                <a:spcPts val="1200"/>
              </a:spcBef>
              <a:spcAft>
                <a:spcPts val="0"/>
              </a:spcAft>
              <a:buNone/>
            </a:pPr>
            <a:endParaRPr dirty="0">
              <a:solidFill>
                <a:srgbClr val="000000"/>
              </a:solidFill>
              <a:highlight>
                <a:srgbClr val="FFFFFF"/>
              </a:highlight>
              <a:latin typeface="Arial"/>
              <a:ea typeface="Arial"/>
              <a:cs typeface="Arial"/>
              <a:sym typeface="Arial"/>
            </a:endParaRPr>
          </a:p>
          <a:p>
            <a:pPr marL="0" lvl="0" indent="0" algn="l" rtl="0">
              <a:spcBef>
                <a:spcPts val="1200"/>
              </a:spcBef>
              <a:spcAft>
                <a:spcPts val="1200"/>
              </a:spcAft>
              <a:buNone/>
            </a:pPr>
            <a:endParaRPr dirty="0">
              <a:solidFill>
                <a:srgbClr val="000000"/>
              </a:solidFill>
              <a:highlight>
                <a:srgbClr val="FFFFFF"/>
              </a:highlight>
              <a:latin typeface="Arial"/>
              <a:ea typeface="Arial"/>
              <a:cs typeface="Arial"/>
              <a:sym typeface="Arial"/>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4FE0767E-DE64-440E-90A4-6275AA75C047}"/>
                  </a:ext>
                </a:extLst>
              </p14:cNvPr>
              <p14:cNvContentPartPr/>
              <p14:nvPr/>
            </p14:nvContentPartPr>
            <p14:xfrm>
              <a:off x="6541020" y="1586820"/>
              <a:ext cx="26280" cy="9000"/>
            </p14:xfrm>
          </p:contentPart>
        </mc:Choice>
        <mc:Fallback xmlns="">
          <p:pic>
            <p:nvPicPr>
              <p:cNvPr id="2" name="Ink 1">
                <a:extLst>
                  <a:ext uri="{FF2B5EF4-FFF2-40B4-BE49-F238E27FC236}">
                    <a16:creationId xmlns:a16="http://schemas.microsoft.com/office/drawing/2014/main" id="{4FE0767E-DE64-440E-90A4-6275AA75C047}"/>
                  </a:ext>
                </a:extLst>
              </p:cNvPr>
              <p:cNvPicPr/>
              <p:nvPr/>
            </p:nvPicPr>
            <p:blipFill>
              <a:blip r:embed="rId4"/>
              <a:stretch>
                <a:fillRect/>
              </a:stretch>
            </p:blipFill>
            <p:spPr>
              <a:xfrm>
                <a:off x="6532380" y="1577820"/>
                <a:ext cx="43920" cy="266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60473DE2-DB02-4E13-9146-55FBBF1B446D}"/>
                  </a:ext>
                </a:extLst>
              </p14:cNvPr>
              <p14:cNvContentPartPr/>
              <p14:nvPr/>
            </p14:nvContentPartPr>
            <p14:xfrm>
              <a:off x="5163660" y="242580"/>
              <a:ext cx="95040" cy="335520"/>
            </p14:xfrm>
          </p:contentPart>
        </mc:Choice>
        <mc:Fallback xmlns="">
          <p:pic>
            <p:nvPicPr>
              <p:cNvPr id="3" name="Ink 2">
                <a:extLst>
                  <a:ext uri="{FF2B5EF4-FFF2-40B4-BE49-F238E27FC236}">
                    <a16:creationId xmlns:a16="http://schemas.microsoft.com/office/drawing/2014/main" id="{60473DE2-DB02-4E13-9146-55FBBF1B446D}"/>
                  </a:ext>
                </a:extLst>
              </p:cNvPr>
              <p:cNvPicPr/>
              <p:nvPr/>
            </p:nvPicPr>
            <p:blipFill>
              <a:blip r:embed="rId6"/>
              <a:stretch>
                <a:fillRect/>
              </a:stretch>
            </p:blipFill>
            <p:spPr>
              <a:xfrm>
                <a:off x="5154660" y="233580"/>
                <a:ext cx="112680" cy="353160"/>
              </a:xfrm>
              <a:prstGeom prst="rect">
                <a:avLst/>
              </a:prstGeom>
            </p:spPr>
          </p:pic>
        </mc:Fallback>
      </mc:AlternateContent>
      <p:grpSp>
        <p:nvGrpSpPr>
          <p:cNvPr id="27" name="Group 26">
            <a:extLst>
              <a:ext uri="{FF2B5EF4-FFF2-40B4-BE49-F238E27FC236}">
                <a16:creationId xmlns:a16="http://schemas.microsoft.com/office/drawing/2014/main" id="{A5104493-E97A-48CB-8FC6-81A4B194C041}"/>
              </a:ext>
            </a:extLst>
          </p:cNvPr>
          <p:cNvGrpSpPr/>
          <p:nvPr/>
        </p:nvGrpSpPr>
        <p:grpSpPr>
          <a:xfrm>
            <a:off x="4958820" y="175620"/>
            <a:ext cx="2918880" cy="723600"/>
            <a:chOff x="4958820" y="175620"/>
            <a:chExt cx="2918880" cy="723600"/>
          </a:xfrm>
        </p:grpSpPr>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44226700-ED6E-435D-BF9B-84143FBAE878}"/>
                    </a:ext>
                  </a:extLst>
                </p14:cNvPr>
                <p14:cNvContentPartPr/>
                <p14:nvPr/>
              </p14:nvContentPartPr>
              <p14:xfrm>
                <a:off x="5216940" y="175620"/>
                <a:ext cx="2660760" cy="383040"/>
              </p14:xfrm>
            </p:contentPart>
          </mc:Choice>
          <mc:Fallback xmlns="">
            <p:pic>
              <p:nvPicPr>
                <p:cNvPr id="4" name="Ink 3">
                  <a:extLst>
                    <a:ext uri="{FF2B5EF4-FFF2-40B4-BE49-F238E27FC236}">
                      <a16:creationId xmlns:a16="http://schemas.microsoft.com/office/drawing/2014/main" id="{44226700-ED6E-435D-BF9B-84143FBAE878}"/>
                    </a:ext>
                  </a:extLst>
                </p:cNvPr>
                <p:cNvPicPr/>
                <p:nvPr/>
              </p:nvPicPr>
              <p:blipFill>
                <a:blip r:embed="rId8"/>
                <a:stretch>
                  <a:fillRect/>
                </a:stretch>
              </p:blipFill>
              <p:spPr>
                <a:xfrm>
                  <a:off x="5207940" y="166980"/>
                  <a:ext cx="2678400" cy="4006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 name="Ink 4">
                  <a:extLst>
                    <a:ext uri="{FF2B5EF4-FFF2-40B4-BE49-F238E27FC236}">
                      <a16:creationId xmlns:a16="http://schemas.microsoft.com/office/drawing/2014/main" id="{63A20DB0-1EE3-455F-991B-6EB4DBAA40FD}"/>
                    </a:ext>
                  </a:extLst>
                </p14:cNvPr>
                <p14:cNvContentPartPr/>
                <p14:nvPr/>
              </p14:nvContentPartPr>
              <p14:xfrm>
                <a:off x="5271660" y="543900"/>
                <a:ext cx="2525040" cy="54000"/>
              </p14:xfrm>
            </p:contentPart>
          </mc:Choice>
          <mc:Fallback xmlns="">
            <p:pic>
              <p:nvPicPr>
                <p:cNvPr id="5" name="Ink 4">
                  <a:extLst>
                    <a:ext uri="{FF2B5EF4-FFF2-40B4-BE49-F238E27FC236}">
                      <a16:creationId xmlns:a16="http://schemas.microsoft.com/office/drawing/2014/main" id="{63A20DB0-1EE3-455F-991B-6EB4DBAA40FD}"/>
                    </a:ext>
                  </a:extLst>
                </p:cNvPr>
                <p:cNvPicPr/>
                <p:nvPr/>
              </p:nvPicPr>
              <p:blipFill>
                <a:blip r:embed="rId10"/>
                <a:stretch>
                  <a:fillRect/>
                </a:stretch>
              </p:blipFill>
              <p:spPr>
                <a:xfrm>
                  <a:off x="5262660" y="534900"/>
                  <a:ext cx="254268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733F294F-DAAE-4B21-889F-F5E8D14FF924}"/>
                    </a:ext>
                  </a:extLst>
                </p14:cNvPr>
                <p14:cNvContentPartPr/>
                <p14:nvPr/>
              </p14:nvContentPartPr>
              <p14:xfrm>
                <a:off x="5424660" y="321420"/>
                <a:ext cx="4320" cy="8280"/>
              </p14:xfrm>
            </p:contentPart>
          </mc:Choice>
          <mc:Fallback xmlns="">
            <p:pic>
              <p:nvPicPr>
                <p:cNvPr id="8" name="Ink 7">
                  <a:extLst>
                    <a:ext uri="{FF2B5EF4-FFF2-40B4-BE49-F238E27FC236}">
                      <a16:creationId xmlns:a16="http://schemas.microsoft.com/office/drawing/2014/main" id="{733F294F-DAAE-4B21-889F-F5E8D14FF924}"/>
                    </a:ext>
                  </a:extLst>
                </p:cNvPr>
                <p:cNvPicPr/>
                <p:nvPr/>
              </p:nvPicPr>
              <p:blipFill>
                <a:blip r:embed="rId12"/>
                <a:stretch>
                  <a:fillRect/>
                </a:stretch>
              </p:blipFill>
              <p:spPr>
                <a:xfrm>
                  <a:off x="5415660" y="312420"/>
                  <a:ext cx="2196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9442B137-EA36-467B-8518-1220FDB1E316}"/>
                    </a:ext>
                  </a:extLst>
                </p14:cNvPr>
                <p14:cNvContentPartPr/>
                <p14:nvPr/>
              </p14:nvContentPartPr>
              <p14:xfrm>
                <a:off x="5419980" y="330060"/>
                <a:ext cx="360" cy="3960"/>
              </p14:xfrm>
            </p:contentPart>
          </mc:Choice>
          <mc:Fallback xmlns="">
            <p:pic>
              <p:nvPicPr>
                <p:cNvPr id="9" name="Ink 8">
                  <a:extLst>
                    <a:ext uri="{FF2B5EF4-FFF2-40B4-BE49-F238E27FC236}">
                      <a16:creationId xmlns:a16="http://schemas.microsoft.com/office/drawing/2014/main" id="{9442B137-EA36-467B-8518-1220FDB1E316}"/>
                    </a:ext>
                  </a:extLst>
                </p:cNvPr>
                <p:cNvPicPr/>
                <p:nvPr/>
              </p:nvPicPr>
              <p:blipFill>
                <a:blip r:embed="rId14"/>
                <a:stretch>
                  <a:fillRect/>
                </a:stretch>
              </p:blipFill>
              <p:spPr>
                <a:xfrm>
                  <a:off x="5410980" y="321060"/>
                  <a:ext cx="1800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a:extLst>
                    <a:ext uri="{FF2B5EF4-FFF2-40B4-BE49-F238E27FC236}">
                      <a16:creationId xmlns:a16="http://schemas.microsoft.com/office/drawing/2014/main" id="{BAEF9805-9A5D-4AD6-9FE7-9AC81DE729BA}"/>
                    </a:ext>
                  </a:extLst>
                </p14:cNvPr>
                <p14:cNvContentPartPr/>
                <p14:nvPr/>
              </p14:nvContentPartPr>
              <p14:xfrm>
                <a:off x="5419980" y="333300"/>
                <a:ext cx="360" cy="360"/>
              </p14:xfrm>
            </p:contentPart>
          </mc:Choice>
          <mc:Fallback xmlns="">
            <p:pic>
              <p:nvPicPr>
                <p:cNvPr id="10" name="Ink 9">
                  <a:extLst>
                    <a:ext uri="{FF2B5EF4-FFF2-40B4-BE49-F238E27FC236}">
                      <a16:creationId xmlns:a16="http://schemas.microsoft.com/office/drawing/2014/main" id="{BAEF9805-9A5D-4AD6-9FE7-9AC81DE729BA}"/>
                    </a:ext>
                  </a:extLst>
                </p:cNvPr>
                <p:cNvPicPr/>
                <p:nvPr/>
              </p:nvPicPr>
              <p:blipFill>
                <a:blip r:embed="rId14"/>
                <a:stretch>
                  <a:fillRect/>
                </a:stretch>
              </p:blipFill>
              <p:spPr>
                <a:xfrm>
                  <a:off x="5410980" y="32466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Ink 10">
                  <a:extLst>
                    <a:ext uri="{FF2B5EF4-FFF2-40B4-BE49-F238E27FC236}">
                      <a16:creationId xmlns:a16="http://schemas.microsoft.com/office/drawing/2014/main" id="{2BF2411A-EA2D-4F78-A598-D20C69C1F9EE}"/>
                    </a:ext>
                  </a:extLst>
                </p14:cNvPr>
                <p14:cNvContentPartPr/>
                <p14:nvPr/>
              </p14:nvContentPartPr>
              <p14:xfrm>
                <a:off x="5376060" y="324660"/>
                <a:ext cx="133560" cy="136440"/>
              </p14:xfrm>
            </p:contentPart>
          </mc:Choice>
          <mc:Fallback xmlns="">
            <p:pic>
              <p:nvPicPr>
                <p:cNvPr id="11" name="Ink 10">
                  <a:extLst>
                    <a:ext uri="{FF2B5EF4-FFF2-40B4-BE49-F238E27FC236}">
                      <a16:creationId xmlns:a16="http://schemas.microsoft.com/office/drawing/2014/main" id="{2BF2411A-EA2D-4F78-A598-D20C69C1F9EE}"/>
                    </a:ext>
                  </a:extLst>
                </p:cNvPr>
                <p:cNvPicPr/>
                <p:nvPr/>
              </p:nvPicPr>
              <p:blipFill>
                <a:blip r:embed="rId17"/>
                <a:stretch>
                  <a:fillRect/>
                </a:stretch>
              </p:blipFill>
              <p:spPr>
                <a:xfrm>
                  <a:off x="5367420" y="316020"/>
                  <a:ext cx="151200" cy="154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Ink 11">
                  <a:extLst>
                    <a:ext uri="{FF2B5EF4-FFF2-40B4-BE49-F238E27FC236}">
                      <a16:creationId xmlns:a16="http://schemas.microsoft.com/office/drawing/2014/main" id="{EE3BC2DF-C8F2-4A18-BB78-448CC5374095}"/>
                    </a:ext>
                  </a:extLst>
                </p14:cNvPr>
                <p14:cNvContentPartPr/>
                <p14:nvPr/>
              </p14:nvContentPartPr>
              <p14:xfrm>
                <a:off x="5451660" y="299460"/>
                <a:ext cx="111960" cy="10800"/>
              </p14:xfrm>
            </p:contentPart>
          </mc:Choice>
          <mc:Fallback xmlns="">
            <p:pic>
              <p:nvPicPr>
                <p:cNvPr id="12" name="Ink 11">
                  <a:extLst>
                    <a:ext uri="{FF2B5EF4-FFF2-40B4-BE49-F238E27FC236}">
                      <a16:creationId xmlns:a16="http://schemas.microsoft.com/office/drawing/2014/main" id="{EE3BC2DF-C8F2-4A18-BB78-448CC5374095}"/>
                    </a:ext>
                  </a:extLst>
                </p:cNvPr>
                <p:cNvPicPr/>
                <p:nvPr/>
              </p:nvPicPr>
              <p:blipFill>
                <a:blip r:embed="rId19"/>
                <a:stretch>
                  <a:fillRect/>
                </a:stretch>
              </p:blipFill>
              <p:spPr>
                <a:xfrm>
                  <a:off x="5442660" y="290820"/>
                  <a:ext cx="12960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Ink 12">
                  <a:extLst>
                    <a:ext uri="{FF2B5EF4-FFF2-40B4-BE49-F238E27FC236}">
                      <a16:creationId xmlns:a16="http://schemas.microsoft.com/office/drawing/2014/main" id="{B3FA6D26-33C5-45AB-A846-9EAD17EA89B8}"/>
                    </a:ext>
                  </a:extLst>
                </p14:cNvPr>
                <p14:cNvContentPartPr/>
                <p14:nvPr/>
              </p14:nvContentPartPr>
              <p14:xfrm>
                <a:off x="5743260" y="224940"/>
                <a:ext cx="67680" cy="307080"/>
              </p14:xfrm>
            </p:contentPart>
          </mc:Choice>
          <mc:Fallback xmlns="">
            <p:pic>
              <p:nvPicPr>
                <p:cNvPr id="13" name="Ink 12">
                  <a:extLst>
                    <a:ext uri="{FF2B5EF4-FFF2-40B4-BE49-F238E27FC236}">
                      <a16:creationId xmlns:a16="http://schemas.microsoft.com/office/drawing/2014/main" id="{B3FA6D26-33C5-45AB-A846-9EAD17EA89B8}"/>
                    </a:ext>
                  </a:extLst>
                </p:cNvPr>
                <p:cNvPicPr/>
                <p:nvPr/>
              </p:nvPicPr>
              <p:blipFill>
                <a:blip r:embed="rId21"/>
                <a:stretch>
                  <a:fillRect/>
                </a:stretch>
              </p:blipFill>
              <p:spPr>
                <a:xfrm>
                  <a:off x="5734260" y="216300"/>
                  <a:ext cx="85320" cy="3247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Ink 14">
                  <a:extLst>
                    <a:ext uri="{FF2B5EF4-FFF2-40B4-BE49-F238E27FC236}">
                      <a16:creationId xmlns:a16="http://schemas.microsoft.com/office/drawing/2014/main" id="{32A5D4CC-531B-43F3-80EE-18B132D2A597}"/>
                    </a:ext>
                  </a:extLst>
                </p14:cNvPr>
                <p14:cNvContentPartPr/>
                <p14:nvPr/>
              </p14:nvContentPartPr>
              <p14:xfrm>
                <a:off x="6001020" y="294420"/>
                <a:ext cx="44640" cy="165600"/>
              </p14:xfrm>
            </p:contentPart>
          </mc:Choice>
          <mc:Fallback xmlns="">
            <p:pic>
              <p:nvPicPr>
                <p:cNvPr id="15" name="Ink 14">
                  <a:extLst>
                    <a:ext uri="{FF2B5EF4-FFF2-40B4-BE49-F238E27FC236}">
                      <a16:creationId xmlns:a16="http://schemas.microsoft.com/office/drawing/2014/main" id="{32A5D4CC-531B-43F3-80EE-18B132D2A597}"/>
                    </a:ext>
                  </a:extLst>
                </p:cNvPr>
                <p:cNvPicPr/>
                <p:nvPr/>
              </p:nvPicPr>
              <p:blipFill>
                <a:blip r:embed="rId23"/>
                <a:stretch>
                  <a:fillRect/>
                </a:stretch>
              </p:blipFill>
              <p:spPr>
                <a:xfrm>
                  <a:off x="5992380" y="285780"/>
                  <a:ext cx="6228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2DE7E467-A0EA-4315-8B0D-2502A75715BF}"/>
                    </a:ext>
                  </a:extLst>
                </p14:cNvPr>
                <p14:cNvContentPartPr/>
                <p14:nvPr/>
              </p14:nvContentPartPr>
              <p14:xfrm>
                <a:off x="6296580" y="210540"/>
                <a:ext cx="55440" cy="399960"/>
              </p14:xfrm>
            </p:contentPart>
          </mc:Choice>
          <mc:Fallback xmlns="">
            <p:pic>
              <p:nvPicPr>
                <p:cNvPr id="16" name="Ink 15">
                  <a:extLst>
                    <a:ext uri="{FF2B5EF4-FFF2-40B4-BE49-F238E27FC236}">
                      <a16:creationId xmlns:a16="http://schemas.microsoft.com/office/drawing/2014/main" id="{2DE7E467-A0EA-4315-8B0D-2502A75715BF}"/>
                    </a:ext>
                  </a:extLst>
                </p:cNvPr>
                <p:cNvPicPr/>
                <p:nvPr/>
              </p:nvPicPr>
              <p:blipFill>
                <a:blip r:embed="rId25"/>
                <a:stretch>
                  <a:fillRect/>
                </a:stretch>
              </p:blipFill>
              <p:spPr>
                <a:xfrm>
                  <a:off x="6287940" y="201540"/>
                  <a:ext cx="73080" cy="417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7" name="Ink 16">
                  <a:extLst>
                    <a:ext uri="{FF2B5EF4-FFF2-40B4-BE49-F238E27FC236}">
                      <a16:creationId xmlns:a16="http://schemas.microsoft.com/office/drawing/2014/main" id="{590452E3-6083-46CE-9189-52512A2AB7BC}"/>
                    </a:ext>
                  </a:extLst>
                </p14:cNvPr>
                <p14:cNvContentPartPr/>
                <p14:nvPr/>
              </p14:nvContentPartPr>
              <p14:xfrm>
                <a:off x="6527340" y="306660"/>
                <a:ext cx="16200" cy="155880"/>
              </p14:xfrm>
            </p:contentPart>
          </mc:Choice>
          <mc:Fallback xmlns="">
            <p:pic>
              <p:nvPicPr>
                <p:cNvPr id="17" name="Ink 16">
                  <a:extLst>
                    <a:ext uri="{FF2B5EF4-FFF2-40B4-BE49-F238E27FC236}">
                      <a16:creationId xmlns:a16="http://schemas.microsoft.com/office/drawing/2014/main" id="{590452E3-6083-46CE-9189-52512A2AB7BC}"/>
                    </a:ext>
                  </a:extLst>
                </p:cNvPr>
                <p:cNvPicPr/>
                <p:nvPr/>
              </p:nvPicPr>
              <p:blipFill>
                <a:blip r:embed="rId27"/>
                <a:stretch>
                  <a:fillRect/>
                </a:stretch>
              </p:blipFill>
              <p:spPr>
                <a:xfrm>
                  <a:off x="6518340" y="298020"/>
                  <a:ext cx="3384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8" name="Ink 17">
                  <a:extLst>
                    <a:ext uri="{FF2B5EF4-FFF2-40B4-BE49-F238E27FC236}">
                      <a16:creationId xmlns:a16="http://schemas.microsoft.com/office/drawing/2014/main" id="{68550E72-FB1D-45B7-9070-5FFBB3C6C2B4}"/>
                    </a:ext>
                  </a:extLst>
                </p14:cNvPr>
                <p14:cNvContentPartPr/>
                <p14:nvPr/>
              </p14:nvContentPartPr>
              <p14:xfrm>
                <a:off x="6677100" y="303420"/>
                <a:ext cx="115560" cy="137880"/>
              </p14:xfrm>
            </p:contentPart>
          </mc:Choice>
          <mc:Fallback xmlns="">
            <p:pic>
              <p:nvPicPr>
                <p:cNvPr id="18" name="Ink 17">
                  <a:extLst>
                    <a:ext uri="{FF2B5EF4-FFF2-40B4-BE49-F238E27FC236}">
                      <a16:creationId xmlns:a16="http://schemas.microsoft.com/office/drawing/2014/main" id="{68550E72-FB1D-45B7-9070-5FFBB3C6C2B4}"/>
                    </a:ext>
                  </a:extLst>
                </p:cNvPr>
                <p:cNvPicPr/>
                <p:nvPr/>
              </p:nvPicPr>
              <p:blipFill>
                <a:blip r:embed="rId29"/>
                <a:stretch>
                  <a:fillRect/>
                </a:stretch>
              </p:blipFill>
              <p:spPr>
                <a:xfrm>
                  <a:off x="6668460" y="294420"/>
                  <a:ext cx="13320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9" name="Ink 18">
                  <a:extLst>
                    <a:ext uri="{FF2B5EF4-FFF2-40B4-BE49-F238E27FC236}">
                      <a16:creationId xmlns:a16="http://schemas.microsoft.com/office/drawing/2014/main" id="{FB5FEB67-E637-4411-AE12-DC43FF478EB3}"/>
                    </a:ext>
                  </a:extLst>
                </p14:cNvPr>
                <p14:cNvContentPartPr/>
                <p14:nvPr/>
              </p14:nvContentPartPr>
              <p14:xfrm>
                <a:off x="6987780" y="186060"/>
                <a:ext cx="60120" cy="345960"/>
              </p14:xfrm>
            </p:contentPart>
          </mc:Choice>
          <mc:Fallback xmlns="">
            <p:pic>
              <p:nvPicPr>
                <p:cNvPr id="19" name="Ink 18">
                  <a:extLst>
                    <a:ext uri="{FF2B5EF4-FFF2-40B4-BE49-F238E27FC236}">
                      <a16:creationId xmlns:a16="http://schemas.microsoft.com/office/drawing/2014/main" id="{FB5FEB67-E637-4411-AE12-DC43FF478EB3}"/>
                    </a:ext>
                  </a:extLst>
                </p:cNvPr>
                <p:cNvPicPr/>
                <p:nvPr/>
              </p:nvPicPr>
              <p:blipFill>
                <a:blip r:embed="rId31"/>
                <a:stretch>
                  <a:fillRect/>
                </a:stretch>
              </p:blipFill>
              <p:spPr>
                <a:xfrm>
                  <a:off x="6978780" y="177420"/>
                  <a:ext cx="77760" cy="363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 name="Ink 19">
                  <a:extLst>
                    <a:ext uri="{FF2B5EF4-FFF2-40B4-BE49-F238E27FC236}">
                      <a16:creationId xmlns:a16="http://schemas.microsoft.com/office/drawing/2014/main" id="{A7E12F42-F83F-4144-B7E7-4794DF90E7D8}"/>
                    </a:ext>
                  </a:extLst>
                </p14:cNvPr>
                <p14:cNvContentPartPr/>
                <p14:nvPr/>
              </p14:nvContentPartPr>
              <p14:xfrm>
                <a:off x="7156260" y="317820"/>
                <a:ext cx="207360" cy="118800"/>
              </p14:xfrm>
            </p:contentPart>
          </mc:Choice>
          <mc:Fallback xmlns="">
            <p:pic>
              <p:nvPicPr>
                <p:cNvPr id="20" name="Ink 19">
                  <a:extLst>
                    <a:ext uri="{FF2B5EF4-FFF2-40B4-BE49-F238E27FC236}">
                      <a16:creationId xmlns:a16="http://schemas.microsoft.com/office/drawing/2014/main" id="{A7E12F42-F83F-4144-B7E7-4794DF90E7D8}"/>
                    </a:ext>
                  </a:extLst>
                </p:cNvPr>
                <p:cNvPicPr/>
                <p:nvPr/>
              </p:nvPicPr>
              <p:blipFill>
                <a:blip r:embed="rId33"/>
                <a:stretch>
                  <a:fillRect/>
                </a:stretch>
              </p:blipFill>
              <p:spPr>
                <a:xfrm>
                  <a:off x="7147260" y="309180"/>
                  <a:ext cx="22500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1" name="Ink 20">
                  <a:extLst>
                    <a:ext uri="{FF2B5EF4-FFF2-40B4-BE49-F238E27FC236}">
                      <a16:creationId xmlns:a16="http://schemas.microsoft.com/office/drawing/2014/main" id="{67FDEC0A-12CD-4534-A34E-91C62D2C5B4C}"/>
                    </a:ext>
                  </a:extLst>
                </p14:cNvPr>
                <p14:cNvContentPartPr/>
                <p14:nvPr/>
              </p14:nvContentPartPr>
              <p14:xfrm>
                <a:off x="7425180" y="285780"/>
                <a:ext cx="153000" cy="140760"/>
              </p14:xfrm>
            </p:contentPart>
          </mc:Choice>
          <mc:Fallback xmlns="">
            <p:pic>
              <p:nvPicPr>
                <p:cNvPr id="21" name="Ink 20">
                  <a:extLst>
                    <a:ext uri="{FF2B5EF4-FFF2-40B4-BE49-F238E27FC236}">
                      <a16:creationId xmlns:a16="http://schemas.microsoft.com/office/drawing/2014/main" id="{67FDEC0A-12CD-4534-A34E-91C62D2C5B4C}"/>
                    </a:ext>
                  </a:extLst>
                </p:cNvPr>
                <p:cNvPicPr/>
                <p:nvPr/>
              </p:nvPicPr>
              <p:blipFill>
                <a:blip r:embed="rId35"/>
                <a:stretch>
                  <a:fillRect/>
                </a:stretch>
              </p:blipFill>
              <p:spPr>
                <a:xfrm>
                  <a:off x="7416540" y="276780"/>
                  <a:ext cx="17064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3" name="Ink 22">
                  <a:extLst>
                    <a:ext uri="{FF2B5EF4-FFF2-40B4-BE49-F238E27FC236}">
                      <a16:creationId xmlns:a16="http://schemas.microsoft.com/office/drawing/2014/main" id="{F158D436-F0A2-4F1B-BF78-BB14230EE93B}"/>
                    </a:ext>
                  </a:extLst>
                </p14:cNvPr>
                <p14:cNvContentPartPr/>
                <p14:nvPr/>
              </p14:nvContentPartPr>
              <p14:xfrm>
                <a:off x="4958820" y="546780"/>
                <a:ext cx="293760" cy="308160"/>
              </p14:xfrm>
            </p:contentPart>
          </mc:Choice>
          <mc:Fallback xmlns="">
            <p:pic>
              <p:nvPicPr>
                <p:cNvPr id="23" name="Ink 22">
                  <a:extLst>
                    <a:ext uri="{FF2B5EF4-FFF2-40B4-BE49-F238E27FC236}">
                      <a16:creationId xmlns:a16="http://schemas.microsoft.com/office/drawing/2014/main" id="{F158D436-F0A2-4F1B-BF78-BB14230EE93B}"/>
                    </a:ext>
                  </a:extLst>
                </p:cNvPr>
                <p:cNvPicPr/>
                <p:nvPr/>
              </p:nvPicPr>
              <p:blipFill>
                <a:blip r:embed="rId37"/>
                <a:stretch>
                  <a:fillRect/>
                </a:stretch>
              </p:blipFill>
              <p:spPr>
                <a:xfrm>
                  <a:off x="4950180" y="538140"/>
                  <a:ext cx="311400" cy="3258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4" name="Ink 23">
                  <a:extLst>
                    <a:ext uri="{FF2B5EF4-FFF2-40B4-BE49-F238E27FC236}">
                      <a16:creationId xmlns:a16="http://schemas.microsoft.com/office/drawing/2014/main" id="{252E6C41-6CC1-4C2E-8777-A468812C712C}"/>
                    </a:ext>
                  </a:extLst>
                </p14:cNvPr>
                <p14:cNvContentPartPr/>
                <p14:nvPr/>
              </p14:nvContentPartPr>
              <p14:xfrm>
                <a:off x="5178420" y="748380"/>
                <a:ext cx="92520" cy="150840"/>
              </p14:xfrm>
            </p:contentPart>
          </mc:Choice>
          <mc:Fallback xmlns="">
            <p:pic>
              <p:nvPicPr>
                <p:cNvPr id="24" name="Ink 23">
                  <a:extLst>
                    <a:ext uri="{FF2B5EF4-FFF2-40B4-BE49-F238E27FC236}">
                      <a16:creationId xmlns:a16="http://schemas.microsoft.com/office/drawing/2014/main" id="{252E6C41-6CC1-4C2E-8777-A468812C712C}"/>
                    </a:ext>
                  </a:extLst>
                </p:cNvPr>
                <p:cNvPicPr/>
                <p:nvPr/>
              </p:nvPicPr>
              <p:blipFill>
                <a:blip r:embed="rId39"/>
                <a:stretch>
                  <a:fillRect/>
                </a:stretch>
              </p:blipFill>
              <p:spPr>
                <a:xfrm>
                  <a:off x="5169420" y="739380"/>
                  <a:ext cx="11016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6" name="Ink 25">
                  <a:extLst>
                    <a:ext uri="{FF2B5EF4-FFF2-40B4-BE49-F238E27FC236}">
                      <a16:creationId xmlns:a16="http://schemas.microsoft.com/office/drawing/2014/main" id="{056710DE-67A7-48B4-8D06-8D47168C06A2}"/>
                    </a:ext>
                  </a:extLst>
                </p14:cNvPr>
                <p14:cNvContentPartPr/>
                <p14:nvPr/>
              </p14:nvContentPartPr>
              <p14:xfrm>
                <a:off x="5418900" y="819300"/>
                <a:ext cx="360" cy="1080"/>
              </p14:xfrm>
            </p:contentPart>
          </mc:Choice>
          <mc:Fallback xmlns="">
            <p:pic>
              <p:nvPicPr>
                <p:cNvPr id="26" name="Ink 25">
                  <a:extLst>
                    <a:ext uri="{FF2B5EF4-FFF2-40B4-BE49-F238E27FC236}">
                      <a16:creationId xmlns:a16="http://schemas.microsoft.com/office/drawing/2014/main" id="{056710DE-67A7-48B4-8D06-8D47168C06A2}"/>
                    </a:ext>
                  </a:extLst>
                </p:cNvPr>
                <p:cNvPicPr/>
                <p:nvPr/>
              </p:nvPicPr>
              <p:blipFill>
                <a:blip r:embed="rId41"/>
                <a:stretch>
                  <a:fillRect/>
                </a:stretch>
              </p:blipFill>
              <p:spPr>
                <a:xfrm>
                  <a:off x="5409900" y="810660"/>
                  <a:ext cx="18000" cy="18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2">
            <p14:nvContentPartPr>
              <p14:cNvPr id="28" name="Ink 27">
                <a:extLst>
                  <a:ext uri="{FF2B5EF4-FFF2-40B4-BE49-F238E27FC236}">
                    <a16:creationId xmlns:a16="http://schemas.microsoft.com/office/drawing/2014/main" id="{720D7EEC-D6B4-42F4-8EF5-D9DC076D805B}"/>
                  </a:ext>
                </a:extLst>
              </p14:cNvPr>
              <p14:cNvContentPartPr/>
              <p14:nvPr/>
            </p14:nvContentPartPr>
            <p14:xfrm>
              <a:off x="230220" y="1223580"/>
              <a:ext cx="418320" cy="198720"/>
            </p14:xfrm>
          </p:contentPart>
        </mc:Choice>
        <mc:Fallback xmlns="">
          <p:pic>
            <p:nvPicPr>
              <p:cNvPr id="28" name="Ink 27">
                <a:extLst>
                  <a:ext uri="{FF2B5EF4-FFF2-40B4-BE49-F238E27FC236}">
                    <a16:creationId xmlns:a16="http://schemas.microsoft.com/office/drawing/2014/main" id="{720D7EEC-D6B4-42F4-8EF5-D9DC076D805B}"/>
                  </a:ext>
                </a:extLst>
              </p:cNvPr>
              <p:cNvPicPr/>
              <p:nvPr/>
            </p:nvPicPr>
            <p:blipFill>
              <a:blip r:embed="rId43"/>
              <a:stretch>
                <a:fillRect/>
              </a:stretch>
            </p:blipFill>
            <p:spPr>
              <a:xfrm>
                <a:off x="221580" y="1214580"/>
                <a:ext cx="435960" cy="216360"/>
              </a:xfrm>
              <a:prstGeom prst="rect">
                <a:avLst/>
              </a:prstGeom>
            </p:spPr>
          </p:pic>
        </mc:Fallback>
      </mc:AlternateContent>
      <p:grpSp>
        <p:nvGrpSpPr>
          <p:cNvPr id="33" name="Group 32">
            <a:extLst>
              <a:ext uri="{FF2B5EF4-FFF2-40B4-BE49-F238E27FC236}">
                <a16:creationId xmlns:a16="http://schemas.microsoft.com/office/drawing/2014/main" id="{FF691777-91C5-4319-99CE-1E54B233B911}"/>
              </a:ext>
            </a:extLst>
          </p:cNvPr>
          <p:cNvGrpSpPr/>
          <p:nvPr/>
        </p:nvGrpSpPr>
        <p:grpSpPr>
          <a:xfrm>
            <a:off x="2955780" y="1820100"/>
            <a:ext cx="695160" cy="81720"/>
            <a:chOff x="2955780" y="1820100"/>
            <a:chExt cx="695160" cy="81720"/>
          </a:xfrm>
        </p:grpSpPr>
        <mc:AlternateContent xmlns:mc="http://schemas.openxmlformats.org/markup-compatibility/2006" xmlns:p14="http://schemas.microsoft.com/office/powerpoint/2010/main">
          <mc:Choice Requires="p14">
            <p:contentPart p14:bwMode="auto" r:id="rId44">
              <p14:nvContentPartPr>
                <p14:cNvPr id="29" name="Ink 28">
                  <a:extLst>
                    <a:ext uri="{FF2B5EF4-FFF2-40B4-BE49-F238E27FC236}">
                      <a16:creationId xmlns:a16="http://schemas.microsoft.com/office/drawing/2014/main" id="{1274139A-CF78-4DD5-BD1E-53C772885E47}"/>
                    </a:ext>
                  </a:extLst>
                </p14:cNvPr>
                <p14:cNvContentPartPr/>
                <p14:nvPr/>
              </p14:nvContentPartPr>
              <p14:xfrm>
                <a:off x="2955780" y="1855380"/>
                <a:ext cx="507960" cy="46440"/>
              </p14:xfrm>
            </p:contentPart>
          </mc:Choice>
          <mc:Fallback xmlns="">
            <p:pic>
              <p:nvPicPr>
                <p:cNvPr id="29" name="Ink 28">
                  <a:extLst>
                    <a:ext uri="{FF2B5EF4-FFF2-40B4-BE49-F238E27FC236}">
                      <a16:creationId xmlns:a16="http://schemas.microsoft.com/office/drawing/2014/main" id="{1274139A-CF78-4DD5-BD1E-53C772885E47}"/>
                    </a:ext>
                  </a:extLst>
                </p:cNvPr>
                <p:cNvPicPr/>
                <p:nvPr/>
              </p:nvPicPr>
              <p:blipFill>
                <a:blip r:embed="rId45"/>
                <a:stretch>
                  <a:fillRect/>
                </a:stretch>
              </p:blipFill>
              <p:spPr>
                <a:xfrm>
                  <a:off x="2947140" y="1846380"/>
                  <a:ext cx="52560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0" name="Ink 29">
                  <a:extLst>
                    <a:ext uri="{FF2B5EF4-FFF2-40B4-BE49-F238E27FC236}">
                      <a16:creationId xmlns:a16="http://schemas.microsoft.com/office/drawing/2014/main" id="{BEAF150C-FCDA-4AE0-8DA8-180DF47AAF29}"/>
                    </a:ext>
                  </a:extLst>
                </p14:cNvPr>
                <p14:cNvContentPartPr/>
                <p14:nvPr/>
              </p14:nvContentPartPr>
              <p14:xfrm>
                <a:off x="2969460" y="1849260"/>
                <a:ext cx="676440" cy="43920"/>
              </p14:xfrm>
            </p:contentPart>
          </mc:Choice>
          <mc:Fallback xmlns="">
            <p:pic>
              <p:nvPicPr>
                <p:cNvPr id="30" name="Ink 29">
                  <a:extLst>
                    <a:ext uri="{FF2B5EF4-FFF2-40B4-BE49-F238E27FC236}">
                      <a16:creationId xmlns:a16="http://schemas.microsoft.com/office/drawing/2014/main" id="{BEAF150C-FCDA-4AE0-8DA8-180DF47AAF29}"/>
                    </a:ext>
                  </a:extLst>
                </p:cNvPr>
                <p:cNvPicPr/>
                <p:nvPr/>
              </p:nvPicPr>
              <p:blipFill>
                <a:blip r:embed="rId47"/>
                <a:stretch>
                  <a:fillRect/>
                </a:stretch>
              </p:blipFill>
              <p:spPr>
                <a:xfrm>
                  <a:off x="2960460" y="1840260"/>
                  <a:ext cx="69408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1" name="Ink 30">
                  <a:extLst>
                    <a:ext uri="{FF2B5EF4-FFF2-40B4-BE49-F238E27FC236}">
                      <a16:creationId xmlns:a16="http://schemas.microsoft.com/office/drawing/2014/main" id="{D417CB03-B6B3-4E96-B540-2B60E0B450BC}"/>
                    </a:ext>
                  </a:extLst>
                </p14:cNvPr>
                <p14:cNvContentPartPr/>
                <p14:nvPr/>
              </p14:nvContentPartPr>
              <p14:xfrm>
                <a:off x="2956860" y="1820100"/>
                <a:ext cx="694080" cy="27720"/>
              </p14:xfrm>
            </p:contentPart>
          </mc:Choice>
          <mc:Fallback xmlns="">
            <p:pic>
              <p:nvPicPr>
                <p:cNvPr id="31" name="Ink 30">
                  <a:extLst>
                    <a:ext uri="{FF2B5EF4-FFF2-40B4-BE49-F238E27FC236}">
                      <a16:creationId xmlns:a16="http://schemas.microsoft.com/office/drawing/2014/main" id="{D417CB03-B6B3-4E96-B540-2B60E0B450BC}"/>
                    </a:ext>
                  </a:extLst>
                </p:cNvPr>
                <p:cNvPicPr/>
                <p:nvPr/>
              </p:nvPicPr>
              <p:blipFill>
                <a:blip r:embed="rId49"/>
                <a:stretch>
                  <a:fillRect/>
                </a:stretch>
              </p:blipFill>
              <p:spPr>
                <a:xfrm>
                  <a:off x="2948220" y="1811100"/>
                  <a:ext cx="71172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2" name="Ink 31">
                  <a:extLst>
                    <a:ext uri="{FF2B5EF4-FFF2-40B4-BE49-F238E27FC236}">
                      <a16:creationId xmlns:a16="http://schemas.microsoft.com/office/drawing/2014/main" id="{2CF4315E-01EB-4699-87F2-AA12BF85C7D0}"/>
                    </a:ext>
                  </a:extLst>
                </p14:cNvPr>
                <p14:cNvContentPartPr/>
                <p14:nvPr/>
              </p14:nvContentPartPr>
              <p14:xfrm>
                <a:off x="2979900" y="1848180"/>
                <a:ext cx="612720" cy="14400"/>
              </p14:xfrm>
            </p:contentPart>
          </mc:Choice>
          <mc:Fallback xmlns="">
            <p:pic>
              <p:nvPicPr>
                <p:cNvPr id="32" name="Ink 31">
                  <a:extLst>
                    <a:ext uri="{FF2B5EF4-FFF2-40B4-BE49-F238E27FC236}">
                      <a16:creationId xmlns:a16="http://schemas.microsoft.com/office/drawing/2014/main" id="{2CF4315E-01EB-4699-87F2-AA12BF85C7D0}"/>
                    </a:ext>
                  </a:extLst>
                </p:cNvPr>
                <p:cNvPicPr/>
                <p:nvPr/>
              </p:nvPicPr>
              <p:blipFill>
                <a:blip r:embed="rId51"/>
                <a:stretch>
                  <a:fillRect/>
                </a:stretch>
              </p:blipFill>
              <p:spPr>
                <a:xfrm>
                  <a:off x="2971260" y="1839540"/>
                  <a:ext cx="630360" cy="32040"/>
                </a:xfrm>
                <a:prstGeom prst="rect">
                  <a:avLst/>
                </a:prstGeom>
              </p:spPr>
            </p:pic>
          </mc:Fallback>
        </mc:AlternateContent>
      </p:grpSp>
      <p:grpSp>
        <p:nvGrpSpPr>
          <p:cNvPr id="38" name="Group 37">
            <a:extLst>
              <a:ext uri="{FF2B5EF4-FFF2-40B4-BE49-F238E27FC236}">
                <a16:creationId xmlns:a16="http://schemas.microsoft.com/office/drawing/2014/main" id="{321701DF-ED72-46F0-B8CF-EFABA641CCA7}"/>
              </a:ext>
            </a:extLst>
          </p:cNvPr>
          <p:cNvGrpSpPr/>
          <p:nvPr/>
        </p:nvGrpSpPr>
        <p:grpSpPr>
          <a:xfrm>
            <a:off x="5401620" y="295140"/>
            <a:ext cx="866880" cy="247320"/>
            <a:chOff x="5401620" y="295140"/>
            <a:chExt cx="866880" cy="247320"/>
          </a:xfrm>
        </p:grpSpPr>
        <mc:AlternateContent xmlns:mc="http://schemas.openxmlformats.org/markup-compatibility/2006" xmlns:p14="http://schemas.microsoft.com/office/powerpoint/2010/main">
          <mc:Choice Requires="p14">
            <p:contentPart p14:bwMode="auto" r:id="rId52">
              <p14:nvContentPartPr>
                <p14:cNvPr id="34" name="Ink 33">
                  <a:extLst>
                    <a:ext uri="{FF2B5EF4-FFF2-40B4-BE49-F238E27FC236}">
                      <a16:creationId xmlns:a16="http://schemas.microsoft.com/office/drawing/2014/main" id="{E7F60F72-5AF3-4317-A002-1C8047660EF9}"/>
                    </a:ext>
                  </a:extLst>
                </p14:cNvPr>
                <p14:cNvContentPartPr/>
                <p14:nvPr/>
              </p14:nvContentPartPr>
              <p14:xfrm>
                <a:off x="5927220" y="295140"/>
                <a:ext cx="167040" cy="144360"/>
              </p14:xfrm>
            </p:contentPart>
          </mc:Choice>
          <mc:Fallback xmlns="">
            <p:pic>
              <p:nvPicPr>
                <p:cNvPr id="34" name="Ink 33">
                  <a:extLst>
                    <a:ext uri="{FF2B5EF4-FFF2-40B4-BE49-F238E27FC236}">
                      <a16:creationId xmlns:a16="http://schemas.microsoft.com/office/drawing/2014/main" id="{E7F60F72-5AF3-4317-A002-1C8047660EF9}"/>
                    </a:ext>
                  </a:extLst>
                </p:cNvPr>
                <p:cNvPicPr/>
                <p:nvPr/>
              </p:nvPicPr>
              <p:blipFill>
                <a:blip r:embed="rId53"/>
                <a:stretch>
                  <a:fillRect/>
                </a:stretch>
              </p:blipFill>
              <p:spPr>
                <a:xfrm>
                  <a:off x="5918220" y="286140"/>
                  <a:ext cx="18468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5" name="Ink 34">
                  <a:extLst>
                    <a:ext uri="{FF2B5EF4-FFF2-40B4-BE49-F238E27FC236}">
                      <a16:creationId xmlns:a16="http://schemas.microsoft.com/office/drawing/2014/main" id="{7B068BEA-CE32-4D71-B399-D0E230943393}"/>
                    </a:ext>
                  </a:extLst>
                </p14:cNvPr>
                <p14:cNvContentPartPr/>
                <p14:nvPr/>
              </p14:nvContentPartPr>
              <p14:xfrm>
                <a:off x="6137460" y="317820"/>
                <a:ext cx="131040" cy="140760"/>
              </p14:xfrm>
            </p:contentPart>
          </mc:Choice>
          <mc:Fallback xmlns="">
            <p:pic>
              <p:nvPicPr>
                <p:cNvPr id="35" name="Ink 34">
                  <a:extLst>
                    <a:ext uri="{FF2B5EF4-FFF2-40B4-BE49-F238E27FC236}">
                      <a16:creationId xmlns:a16="http://schemas.microsoft.com/office/drawing/2014/main" id="{7B068BEA-CE32-4D71-B399-D0E230943393}"/>
                    </a:ext>
                  </a:extLst>
                </p:cNvPr>
                <p:cNvPicPr/>
                <p:nvPr/>
              </p:nvPicPr>
              <p:blipFill>
                <a:blip r:embed="rId55"/>
                <a:stretch>
                  <a:fillRect/>
                </a:stretch>
              </p:blipFill>
              <p:spPr>
                <a:xfrm>
                  <a:off x="6128820" y="308820"/>
                  <a:ext cx="14868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6" name="Ink 35">
                  <a:extLst>
                    <a:ext uri="{FF2B5EF4-FFF2-40B4-BE49-F238E27FC236}">
                      <a16:creationId xmlns:a16="http://schemas.microsoft.com/office/drawing/2014/main" id="{6ED26322-6097-4300-92D0-C9D92D9CDE0C}"/>
                    </a:ext>
                  </a:extLst>
                </p14:cNvPr>
                <p14:cNvContentPartPr/>
                <p14:nvPr/>
              </p14:nvContentPartPr>
              <p14:xfrm>
                <a:off x="5401620" y="366420"/>
                <a:ext cx="187200" cy="104400"/>
              </p14:xfrm>
            </p:contentPart>
          </mc:Choice>
          <mc:Fallback xmlns="">
            <p:pic>
              <p:nvPicPr>
                <p:cNvPr id="36" name="Ink 35">
                  <a:extLst>
                    <a:ext uri="{FF2B5EF4-FFF2-40B4-BE49-F238E27FC236}">
                      <a16:creationId xmlns:a16="http://schemas.microsoft.com/office/drawing/2014/main" id="{6ED26322-6097-4300-92D0-C9D92D9CDE0C}"/>
                    </a:ext>
                  </a:extLst>
                </p:cNvPr>
                <p:cNvPicPr/>
                <p:nvPr/>
              </p:nvPicPr>
              <p:blipFill>
                <a:blip r:embed="rId57"/>
                <a:stretch>
                  <a:fillRect/>
                </a:stretch>
              </p:blipFill>
              <p:spPr>
                <a:xfrm>
                  <a:off x="5392620" y="357420"/>
                  <a:ext cx="20484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7" name="Ink 36">
                  <a:extLst>
                    <a:ext uri="{FF2B5EF4-FFF2-40B4-BE49-F238E27FC236}">
                      <a16:creationId xmlns:a16="http://schemas.microsoft.com/office/drawing/2014/main" id="{163A8ABE-8B65-4879-8CC9-51ED8CEFDDFD}"/>
                    </a:ext>
                  </a:extLst>
                </p14:cNvPr>
                <p14:cNvContentPartPr/>
                <p14:nvPr/>
              </p14:nvContentPartPr>
              <p14:xfrm>
                <a:off x="5621940" y="422580"/>
                <a:ext cx="20520" cy="119880"/>
              </p14:xfrm>
            </p:contentPart>
          </mc:Choice>
          <mc:Fallback xmlns="">
            <p:pic>
              <p:nvPicPr>
                <p:cNvPr id="37" name="Ink 36">
                  <a:extLst>
                    <a:ext uri="{FF2B5EF4-FFF2-40B4-BE49-F238E27FC236}">
                      <a16:creationId xmlns:a16="http://schemas.microsoft.com/office/drawing/2014/main" id="{163A8ABE-8B65-4879-8CC9-51ED8CEFDDFD}"/>
                    </a:ext>
                  </a:extLst>
                </p:cNvPr>
                <p:cNvPicPr/>
                <p:nvPr/>
              </p:nvPicPr>
              <p:blipFill>
                <a:blip r:embed="rId59"/>
                <a:stretch>
                  <a:fillRect/>
                </a:stretch>
              </p:blipFill>
              <p:spPr>
                <a:xfrm>
                  <a:off x="5613300" y="413580"/>
                  <a:ext cx="38160" cy="137520"/>
                </a:xfrm>
                <a:prstGeom prst="rect">
                  <a:avLst/>
                </a:prstGeom>
              </p:spPr>
            </p:pic>
          </mc:Fallback>
        </mc:AlternateContent>
      </p:grpSp>
      <p:grpSp>
        <p:nvGrpSpPr>
          <p:cNvPr id="46" name="Group 45">
            <a:extLst>
              <a:ext uri="{FF2B5EF4-FFF2-40B4-BE49-F238E27FC236}">
                <a16:creationId xmlns:a16="http://schemas.microsoft.com/office/drawing/2014/main" id="{FA606D12-4F88-42DB-AF29-010506FE7621}"/>
              </a:ext>
            </a:extLst>
          </p:cNvPr>
          <p:cNvGrpSpPr/>
          <p:nvPr/>
        </p:nvGrpSpPr>
        <p:grpSpPr>
          <a:xfrm>
            <a:off x="1920420" y="2133300"/>
            <a:ext cx="1075680" cy="93240"/>
            <a:chOff x="1920420" y="2133300"/>
            <a:chExt cx="1075680" cy="93240"/>
          </a:xfrm>
        </p:grpSpPr>
        <mc:AlternateContent xmlns:mc="http://schemas.openxmlformats.org/markup-compatibility/2006" xmlns:p14="http://schemas.microsoft.com/office/powerpoint/2010/main">
          <mc:Choice Requires="p14">
            <p:contentPart p14:bwMode="auto" r:id="rId60">
              <p14:nvContentPartPr>
                <p14:cNvPr id="39" name="Ink 38">
                  <a:extLst>
                    <a:ext uri="{FF2B5EF4-FFF2-40B4-BE49-F238E27FC236}">
                      <a16:creationId xmlns:a16="http://schemas.microsoft.com/office/drawing/2014/main" id="{800EE9ED-160C-45E7-A373-033D29D7570F}"/>
                    </a:ext>
                  </a:extLst>
                </p14:cNvPr>
                <p14:cNvContentPartPr/>
                <p14:nvPr/>
              </p14:nvContentPartPr>
              <p14:xfrm>
                <a:off x="2011860" y="2133300"/>
                <a:ext cx="82080" cy="13320"/>
              </p14:xfrm>
            </p:contentPart>
          </mc:Choice>
          <mc:Fallback xmlns="">
            <p:pic>
              <p:nvPicPr>
                <p:cNvPr id="39" name="Ink 38">
                  <a:extLst>
                    <a:ext uri="{FF2B5EF4-FFF2-40B4-BE49-F238E27FC236}">
                      <a16:creationId xmlns:a16="http://schemas.microsoft.com/office/drawing/2014/main" id="{800EE9ED-160C-45E7-A373-033D29D7570F}"/>
                    </a:ext>
                  </a:extLst>
                </p:cNvPr>
                <p:cNvPicPr/>
                <p:nvPr/>
              </p:nvPicPr>
              <p:blipFill>
                <a:blip r:embed="rId61"/>
                <a:stretch>
                  <a:fillRect/>
                </a:stretch>
              </p:blipFill>
              <p:spPr>
                <a:xfrm>
                  <a:off x="2002860" y="2124660"/>
                  <a:ext cx="9972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0" name="Ink 39">
                  <a:extLst>
                    <a:ext uri="{FF2B5EF4-FFF2-40B4-BE49-F238E27FC236}">
                      <a16:creationId xmlns:a16="http://schemas.microsoft.com/office/drawing/2014/main" id="{CF3395C1-B79D-43A9-982B-4BA00D38ED3B}"/>
                    </a:ext>
                  </a:extLst>
                </p14:cNvPr>
                <p14:cNvContentPartPr/>
                <p14:nvPr/>
              </p14:nvContentPartPr>
              <p14:xfrm>
                <a:off x="1993500" y="2152380"/>
                <a:ext cx="23400" cy="6480"/>
              </p14:xfrm>
            </p:contentPart>
          </mc:Choice>
          <mc:Fallback xmlns="">
            <p:pic>
              <p:nvPicPr>
                <p:cNvPr id="40" name="Ink 39">
                  <a:extLst>
                    <a:ext uri="{FF2B5EF4-FFF2-40B4-BE49-F238E27FC236}">
                      <a16:creationId xmlns:a16="http://schemas.microsoft.com/office/drawing/2014/main" id="{CF3395C1-B79D-43A9-982B-4BA00D38ED3B}"/>
                    </a:ext>
                  </a:extLst>
                </p:cNvPr>
                <p:cNvPicPr/>
                <p:nvPr/>
              </p:nvPicPr>
              <p:blipFill>
                <a:blip r:embed="rId63"/>
                <a:stretch>
                  <a:fillRect/>
                </a:stretch>
              </p:blipFill>
              <p:spPr>
                <a:xfrm>
                  <a:off x="1984500" y="2143380"/>
                  <a:ext cx="4104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2" name="Ink 41">
                  <a:extLst>
                    <a:ext uri="{FF2B5EF4-FFF2-40B4-BE49-F238E27FC236}">
                      <a16:creationId xmlns:a16="http://schemas.microsoft.com/office/drawing/2014/main" id="{D20E2086-FBAA-4686-86F1-960640438AED}"/>
                    </a:ext>
                  </a:extLst>
                </p14:cNvPr>
                <p14:cNvContentPartPr/>
                <p14:nvPr/>
              </p14:nvContentPartPr>
              <p14:xfrm>
                <a:off x="1920420" y="2204220"/>
                <a:ext cx="1013760" cy="22320"/>
              </p14:xfrm>
            </p:contentPart>
          </mc:Choice>
          <mc:Fallback xmlns="">
            <p:pic>
              <p:nvPicPr>
                <p:cNvPr id="42" name="Ink 41">
                  <a:extLst>
                    <a:ext uri="{FF2B5EF4-FFF2-40B4-BE49-F238E27FC236}">
                      <a16:creationId xmlns:a16="http://schemas.microsoft.com/office/drawing/2014/main" id="{D20E2086-FBAA-4686-86F1-960640438AED}"/>
                    </a:ext>
                  </a:extLst>
                </p:cNvPr>
                <p:cNvPicPr/>
                <p:nvPr/>
              </p:nvPicPr>
              <p:blipFill>
                <a:blip r:embed="rId65"/>
                <a:stretch>
                  <a:fillRect/>
                </a:stretch>
              </p:blipFill>
              <p:spPr>
                <a:xfrm>
                  <a:off x="1911420" y="2195580"/>
                  <a:ext cx="103140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3" name="Ink 42">
                  <a:extLst>
                    <a:ext uri="{FF2B5EF4-FFF2-40B4-BE49-F238E27FC236}">
                      <a16:creationId xmlns:a16="http://schemas.microsoft.com/office/drawing/2014/main" id="{C49692B2-BE1C-437E-8D50-6152C0404DF8}"/>
                    </a:ext>
                  </a:extLst>
                </p14:cNvPr>
                <p14:cNvContentPartPr/>
                <p14:nvPr/>
              </p14:nvContentPartPr>
              <p14:xfrm>
                <a:off x="1930500" y="2143380"/>
                <a:ext cx="956520" cy="16200"/>
              </p14:xfrm>
            </p:contentPart>
          </mc:Choice>
          <mc:Fallback xmlns="">
            <p:pic>
              <p:nvPicPr>
                <p:cNvPr id="43" name="Ink 42">
                  <a:extLst>
                    <a:ext uri="{FF2B5EF4-FFF2-40B4-BE49-F238E27FC236}">
                      <a16:creationId xmlns:a16="http://schemas.microsoft.com/office/drawing/2014/main" id="{C49692B2-BE1C-437E-8D50-6152C0404DF8}"/>
                    </a:ext>
                  </a:extLst>
                </p:cNvPr>
                <p:cNvPicPr/>
                <p:nvPr/>
              </p:nvPicPr>
              <p:blipFill>
                <a:blip r:embed="rId67"/>
                <a:stretch>
                  <a:fillRect/>
                </a:stretch>
              </p:blipFill>
              <p:spPr>
                <a:xfrm>
                  <a:off x="1921860" y="2134740"/>
                  <a:ext cx="97416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4" name="Ink 43">
                  <a:extLst>
                    <a:ext uri="{FF2B5EF4-FFF2-40B4-BE49-F238E27FC236}">
                      <a16:creationId xmlns:a16="http://schemas.microsoft.com/office/drawing/2014/main" id="{C96DABCD-F4D4-4418-BA0D-3CCA68613E8C}"/>
                    </a:ext>
                  </a:extLst>
                </p14:cNvPr>
                <p14:cNvContentPartPr/>
                <p14:nvPr/>
              </p14:nvContentPartPr>
              <p14:xfrm>
                <a:off x="1975140" y="2168940"/>
                <a:ext cx="1020960" cy="50400"/>
              </p14:xfrm>
            </p:contentPart>
          </mc:Choice>
          <mc:Fallback xmlns="">
            <p:pic>
              <p:nvPicPr>
                <p:cNvPr id="44" name="Ink 43">
                  <a:extLst>
                    <a:ext uri="{FF2B5EF4-FFF2-40B4-BE49-F238E27FC236}">
                      <a16:creationId xmlns:a16="http://schemas.microsoft.com/office/drawing/2014/main" id="{C96DABCD-F4D4-4418-BA0D-3CCA68613E8C}"/>
                    </a:ext>
                  </a:extLst>
                </p:cNvPr>
                <p:cNvPicPr/>
                <p:nvPr/>
              </p:nvPicPr>
              <p:blipFill>
                <a:blip r:embed="rId69"/>
                <a:stretch>
                  <a:fillRect/>
                </a:stretch>
              </p:blipFill>
              <p:spPr>
                <a:xfrm>
                  <a:off x="1966140" y="2159940"/>
                  <a:ext cx="103860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5" name="Ink 44">
                  <a:extLst>
                    <a:ext uri="{FF2B5EF4-FFF2-40B4-BE49-F238E27FC236}">
                      <a16:creationId xmlns:a16="http://schemas.microsoft.com/office/drawing/2014/main" id="{F56A5F61-E327-49D8-906C-3163B84B55D6}"/>
                    </a:ext>
                  </a:extLst>
                </p14:cNvPr>
                <p14:cNvContentPartPr/>
                <p14:nvPr/>
              </p14:nvContentPartPr>
              <p14:xfrm>
                <a:off x="1944540" y="2169660"/>
                <a:ext cx="983880" cy="30600"/>
              </p14:xfrm>
            </p:contentPart>
          </mc:Choice>
          <mc:Fallback xmlns="">
            <p:pic>
              <p:nvPicPr>
                <p:cNvPr id="45" name="Ink 44">
                  <a:extLst>
                    <a:ext uri="{FF2B5EF4-FFF2-40B4-BE49-F238E27FC236}">
                      <a16:creationId xmlns:a16="http://schemas.microsoft.com/office/drawing/2014/main" id="{F56A5F61-E327-49D8-906C-3163B84B55D6}"/>
                    </a:ext>
                  </a:extLst>
                </p:cNvPr>
                <p:cNvPicPr/>
                <p:nvPr/>
              </p:nvPicPr>
              <p:blipFill>
                <a:blip r:embed="rId71"/>
                <a:stretch>
                  <a:fillRect/>
                </a:stretch>
              </p:blipFill>
              <p:spPr>
                <a:xfrm>
                  <a:off x="1935540" y="2161020"/>
                  <a:ext cx="1001520" cy="48240"/>
                </a:xfrm>
                <a:prstGeom prst="rect">
                  <a:avLst/>
                </a:prstGeom>
              </p:spPr>
            </p:pic>
          </mc:Fallback>
        </mc:AlternateContent>
      </p:grpSp>
      <p:grpSp>
        <p:nvGrpSpPr>
          <p:cNvPr id="49" name="Group 48">
            <a:extLst>
              <a:ext uri="{FF2B5EF4-FFF2-40B4-BE49-F238E27FC236}">
                <a16:creationId xmlns:a16="http://schemas.microsoft.com/office/drawing/2014/main" id="{93E80D7F-79CF-46F0-B59E-CF8221BC25ED}"/>
              </a:ext>
            </a:extLst>
          </p:cNvPr>
          <p:cNvGrpSpPr/>
          <p:nvPr/>
        </p:nvGrpSpPr>
        <p:grpSpPr>
          <a:xfrm>
            <a:off x="5630940" y="3095940"/>
            <a:ext cx="1047240" cy="27000"/>
            <a:chOff x="5630940" y="3095940"/>
            <a:chExt cx="1047240" cy="27000"/>
          </a:xfrm>
        </p:grpSpPr>
        <mc:AlternateContent xmlns:mc="http://schemas.openxmlformats.org/markup-compatibility/2006" xmlns:p14="http://schemas.microsoft.com/office/powerpoint/2010/main">
          <mc:Choice Requires="p14">
            <p:contentPart p14:bwMode="auto" r:id="rId72">
              <p14:nvContentPartPr>
                <p14:cNvPr id="47" name="Ink 46">
                  <a:extLst>
                    <a:ext uri="{FF2B5EF4-FFF2-40B4-BE49-F238E27FC236}">
                      <a16:creationId xmlns:a16="http://schemas.microsoft.com/office/drawing/2014/main" id="{F192692C-EA10-471A-AB0E-19F0041DC406}"/>
                    </a:ext>
                  </a:extLst>
                </p14:cNvPr>
                <p14:cNvContentPartPr/>
                <p14:nvPr/>
              </p14:nvContentPartPr>
              <p14:xfrm>
                <a:off x="5630940" y="3095940"/>
                <a:ext cx="390960" cy="9360"/>
              </p14:xfrm>
            </p:contentPart>
          </mc:Choice>
          <mc:Fallback xmlns="">
            <p:pic>
              <p:nvPicPr>
                <p:cNvPr id="47" name="Ink 46">
                  <a:extLst>
                    <a:ext uri="{FF2B5EF4-FFF2-40B4-BE49-F238E27FC236}">
                      <a16:creationId xmlns:a16="http://schemas.microsoft.com/office/drawing/2014/main" id="{F192692C-EA10-471A-AB0E-19F0041DC406}"/>
                    </a:ext>
                  </a:extLst>
                </p:cNvPr>
                <p:cNvPicPr/>
                <p:nvPr/>
              </p:nvPicPr>
              <p:blipFill>
                <a:blip r:embed="rId73"/>
                <a:stretch>
                  <a:fillRect/>
                </a:stretch>
              </p:blipFill>
              <p:spPr>
                <a:xfrm>
                  <a:off x="5621940" y="3087300"/>
                  <a:ext cx="40860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8" name="Ink 47">
                  <a:extLst>
                    <a:ext uri="{FF2B5EF4-FFF2-40B4-BE49-F238E27FC236}">
                      <a16:creationId xmlns:a16="http://schemas.microsoft.com/office/drawing/2014/main" id="{3321F345-4886-4AB7-8B0F-CC7624252835}"/>
                    </a:ext>
                  </a:extLst>
                </p14:cNvPr>
                <p14:cNvContentPartPr/>
                <p14:nvPr/>
              </p14:nvContentPartPr>
              <p14:xfrm>
                <a:off x="6171660" y="3114660"/>
                <a:ext cx="506520" cy="8280"/>
              </p14:xfrm>
            </p:contentPart>
          </mc:Choice>
          <mc:Fallback xmlns="">
            <p:pic>
              <p:nvPicPr>
                <p:cNvPr id="48" name="Ink 47">
                  <a:extLst>
                    <a:ext uri="{FF2B5EF4-FFF2-40B4-BE49-F238E27FC236}">
                      <a16:creationId xmlns:a16="http://schemas.microsoft.com/office/drawing/2014/main" id="{3321F345-4886-4AB7-8B0F-CC7624252835}"/>
                    </a:ext>
                  </a:extLst>
                </p:cNvPr>
                <p:cNvPicPr/>
                <p:nvPr/>
              </p:nvPicPr>
              <p:blipFill>
                <a:blip r:embed="rId75"/>
                <a:stretch>
                  <a:fillRect/>
                </a:stretch>
              </p:blipFill>
              <p:spPr>
                <a:xfrm>
                  <a:off x="6162660" y="3106020"/>
                  <a:ext cx="524160" cy="25920"/>
                </a:xfrm>
                <a:prstGeom prst="rect">
                  <a:avLst/>
                </a:prstGeom>
              </p:spPr>
            </p:pic>
          </mc:Fallback>
        </mc:AlternateContent>
      </p:grpSp>
      <p:grpSp>
        <p:nvGrpSpPr>
          <p:cNvPr id="54" name="Group 53">
            <a:extLst>
              <a:ext uri="{FF2B5EF4-FFF2-40B4-BE49-F238E27FC236}">
                <a16:creationId xmlns:a16="http://schemas.microsoft.com/office/drawing/2014/main" id="{F1A77DDE-10FC-4786-9967-70774DE30F41}"/>
              </a:ext>
            </a:extLst>
          </p:cNvPr>
          <p:cNvGrpSpPr/>
          <p:nvPr/>
        </p:nvGrpSpPr>
        <p:grpSpPr>
          <a:xfrm>
            <a:off x="1033740" y="3430740"/>
            <a:ext cx="1058040" cy="26640"/>
            <a:chOff x="1033740" y="3430740"/>
            <a:chExt cx="1058040" cy="26640"/>
          </a:xfrm>
        </p:grpSpPr>
        <mc:AlternateContent xmlns:mc="http://schemas.openxmlformats.org/markup-compatibility/2006" xmlns:p14="http://schemas.microsoft.com/office/powerpoint/2010/main">
          <mc:Choice Requires="p14">
            <p:contentPart p14:bwMode="auto" r:id="rId76">
              <p14:nvContentPartPr>
                <p14:cNvPr id="50" name="Ink 49">
                  <a:extLst>
                    <a:ext uri="{FF2B5EF4-FFF2-40B4-BE49-F238E27FC236}">
                      <a16:creationId xmlns:a16="http://schemas.microsoft.com/office/drawing/2014/main" id="{4D6CEBE6-FD21-456E-AE3B-11A5523DB9A5}"/>
                    </a:ext>
                  </a:extLst>
                </p14:cNvPr>
                <p14:cNvContentPartPr/>
                <p14:nvPr/>
              </p14:nvContentPartPr>
              <p14:xfrm>
                <a:off x="1033740" y="3442260"/>
                <a:ext cx="382320" cy="15120"/>
              </p14:xfrm>
            </p:contentPart>
          </mc:Choice>
          <mc:Fallback xmlns="">
            <p:pic>
              <p:nvPicPr>
                <p:cNvPr id="50" name="Ink 49">
                  <a:extLst>
                    <a:ext uri="{FF2B5EF4-FFF2-40B4-BE49-F238E27FC236}">
                      <a16:creationId xmlns:a16="http://schemas.microsoft.com/office/drawing/2014/main" id="{4D6CEBE6-FD21-456E-AE3B-11A5523DB9A5}"/>
                    </a:ext>
                  </a:extLst>
                </p:cNvPr>
                <p:cNvPicPr/>
                <p:nvPr/>
              </p:nvPicPr>
              <p:blipFill>
                <a:blip r:embed="rId77"/>
                <a:stretch>
                  <a:fillRect/>
                </a:stretch>
              </p:blipFill>
              <p:spPr>
                <a:xfrm>
                  <a:off x="1025100" y="3433260"/>
                  <a:ext cx="399960" cy="3276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1" name="Ink 50">
                  <a:extLst>
                    <a:ext uri="{FF2B5EF4-FFF2-40B4-BE49-F238E27FC236}">
                      <a16:creationId xmlns:a16="http://schemas.microsoft.com/office/drawing/2014/main" id="{0A72DB34-853E-435B-B90A-87F255BFA469}"/>
                    </a:ext>
                  </a:extLst>
                </p14:cNvPr>
                <p14:cNvContentPartPr/>
                <p14:nvPr/>
              </p14:nvContentPartPr>
              <p14:xfrm>
                <a:off x="1637460" y="3430740"/>
                <a:ext cx="454320" cy="6480"/>
              </p14:xfrm>
            </p:contentPart>
          </mc:Choice>
          <mc:Fallback xmlns="">
            <p:pic>
              <p:nvPicPr>
                <p:cNvPr id="51" name="Ink 50">
                  <a:extLst>
                    <a:ext uri="{FF2B5EF4-FFF2-40B4-BE49-F238E27FC236}">
                      <a16:creationId xmlns:a16="http://schemas.microsoft.com/office/drawing/2014/main" id="{0A72DB34-853E-435B-B90A-87F255BFA469}"/>
                    </a:ext>
                  </a:extLst>
                </p:cNvPr>
                <p:cNvPicPr/>
                <p:nvPr/>
              </p:nvPicPr>
              <p:blipFill>
                <a:blip r:embed="rId79"/>
                <a:stretch>
                  <a:fillRect/>
                </a:stretch>
              </p:blipFill>
              <p:spPr>
                <a:xfrm>
                  <a:off x="1628820" y="3422100"/>
                  <a:ext cx="471960" cy="24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0">
            <p14:nvContentPartPr>
              <p14:cNvPr id="52" name="Ink 51">
                <a:extLst>
                  <a:ext uri="{FF2B5EF4-FFF2-40B4-BE49-F238E27FC236}">
                    <a16:creationId xmlns:a16="http://schemas.microsoft.com/office/drawing/2014/main" id="{CE014AFF-FCB2-4ACC-9C62-4F401FC34445}"/>
                  </a:ext>
                </a:extLst>
              </p14:cNvPr>
              <p14:cNvContentPartPr/>
              <p14:nvPr/>
            </p14:nvContentPartPr>
            <p14:xfrm>
              <a:off x="2620620" y="3428220"/>
              <a:ext cx="515520" cy="13320"/>
            </p14:xfrm>
          </p:contentPart>
        </mc:Choice>
        <mc:Fallback xmlns="">
          <p:pic>
            <p:nvPicPr>
              <p:cNvPr id="52" name="Ink 51">
                <a:extLst>
                  <a:ext uri="{FF2B5EF4-FFF2-40B4-BE49-F238E27FC236}">
                    <a16:creationId xmlns:a16="http://schemas.microsoft.com/office/drawing/2014/main" id="{CE014AFF-FCB2-4ACC-9C62-4F401FC34445}"/>
                  </a:ext>
                </a:extLst>
              </p:cNvPr>
              <p:cNvPicPr/>
              <p:nvPr/>
            </p:nvPicPr>
            <p:blipFill>
              <a:blip r:embed="rId81"/>
              <a:stretch>
                <a:fillRect/>
              </a:stretch>
            </p:blipFill>
            <p:spPr>
              <a:xfrm>
                <a:off x="2611980" y="3419580"/>
                <a:ext cx="53316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3" name="Ink 52">
                <a:extLst>
                  <a:ext uri="{FF2B5EF4-FFF2-40B4-BE49-F238E27FC236}">
                    <a16:creationId xmlns:a16="http://schemas.microsoft.com/office/drawing/2014/main" id="{0F297B85-106E-46DE-A3A0-7767EDD30762}"/>
                  </a:ext>
                </a:extLst>
              </p14:cNvPr>
              <p14:cNvContentPartPr/>
              <p14:nvPr/>
            </p14:nvContentPartPr>
            <p14:xfrm>
              <a:off x="3602700" y="3439380"/>
              <a:ext cx="505440" cy="7920"/>
            </p14:xfrm>
          </p:contentPart>
        </mc:Choice>
        <mc:Fallback xmlns="">
          <p:pic>
            <p:nvPicPr>
              <p:cNvPr id="53" name="Ink 52">
                <a:extLst>
                  <a:ext uri="{FF2B5EF4-FFF2-40B4-BE49-F238E27FC236}">
                    <a16:creationId xmlns:a16="http://schemas.microsoft.com/office/drawing/2014/main" id="{0F297B85-106E-46DE-A3A0-7767EDD30762}"/>
                  </a:ext>
                </a:extLst>
              </p:cNvPr>
              <p:cNvPicPr/>
              <p:nvPr/>
            </p:nvPicPr>
            <p:blipFill>
              <a:blip r:embed="rId83"/>
              <a:stretch>
                <a:fillRect/>
              </a:stretch>
            </p:blipFill>
            <p:spPr>
              <a:xfrm>
                <a:off x="3593700" y="3430740"/>
                <a:ext cx="523080" cy="25560"/>
              </a:xfrm>
              <a:prstGeom prst="rect">
                <a:avLst/>
              </a:prstGeom>
            </p:spPr>
          </p:pic>
        </mc:Fallback>
      </mc:AlternateContent>
      <p:grpSp>
        <p:nvGrpSpPr>
          <p:cNvPr id="57" name="Group 56">
            <a:extLst>
              <a:ext uri="{FF2B5EF4-FFF2-40B4-BE49-F238E27FC236}">
                <a16:creationId xmlns:a16="http://schemas.microsoft.com/office/drawing/2014/main" id="{DF5616D3-916E-4783-AAED-AEE41684F265}"/>
              </a:ext>
            </a:extLst>
          </p:cNvPr>
          <p:cNvGrpSpPr/>
          <p:nvPr/>
        </p:nvGrpSpPr>
        <p:grpSpPr>
          <a:xfrm>
            <a:off x="7303500" y="3407340"/>
            <a:ext cx="962640" cy="19080"/>
            <a:chOff x="7303500" y="3407340"/>
            <a:chExt cx="962640" cy="19080"/>
          </a:xfrm>
        </p:grpSpPr>
        <mc:AlternateContent xmlns:mc="http://schemas.openxmlformats.org/markup-compatibility/2006" xmlns:p14="http://schemas.microsoft.com/office/powerpoint/2010/main">
          <mc:Choice Requires="p14">
            <p:contentPart p14:bwMode="auto" r:id="rId84">
              <p14:nvContentPartPr>
                <p14:cNvPr id="55" name="Ink 54">
                  <a:extLst>
                    <a:ext uri="{FF2B5EF4-FFF2-40B4-BE49-F238E27FC236}">
                      <a16:creationId xmlns:a16="http://schemas.microsoft.com/office/drawing/2014/main" id="{EDCE1DCF-0015-4E35-83FB-3FAC0950111D}"/>
                    </a:ext>
                  </a:extLst>
                </p14:cNvPr>
                <p14:cNvContentPartPr/>
                <p14:nvPr/>
              </p14:nvContentPartPr>
              <p14:xfrm>
                <a:off x="7303500" y="3415980"/>
                <a:ext cx="358560" cy="4680"/>
              </p14:xfrm>
            </p:contentPart>
          </mc:Choice>
          <mc:Fallback xmlns="">
            <p:pic>
              <p:nvPicPr>
                <p:cNvPr id="55" name="Ink 54">
                  <a:extLst>
                    <a:ext uri="{FF2B5EF4-FFF2-40B4-BE49-F238E27FC236}">
                      <a16:creationId xmlns:a16="http://schemas.microsoft.com/office/drawing/2014/main" id="{EDCE1DCF-0015-4E35-83FB-3FAC0950111D}"/>
                    </a:ext>
                  </a:extLst>
                </p:cNvPr>
                <p:cNvPicPr/>
                <p:nvPr/>
              </p:nvPicPr>
              <p:blipFill>
                <a:blip r:embed="rId85"/>
                <a:stretch>
                  <a:fillRect/>
                </a:stretch>
              </p:blipFill>
              <p:spPr>
                <a:xfrm>
                  <a:off x="7294500" y="3407340"/>
                  <a:ext cx="37620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6" name="Ink 55">
                  <a:extLst>
                    <a:ext uri="{FF2B5EF4-FFF2-40B4-BE49-F238E27FC236}">
                      <a16:creationId xmlns:a16="http://schemas.microsoft.com/office/drawing/2014/main" id="{5D1053EB-04F4-4064-9779-F684597DE76A}"/>
                    </a:ext>
                  </a:extLst>
                </p14:cNvPr>
                <p14:cNvContentPartPr/>
                <p14:nvPr/>
              </p14:nvContentPartPr>
              <p14:xfrm>
                <a:off x="7853220" y="3407340"/>
                <a:ext cx="412920" cy="19080"/>
              </p14:xfrm>
            </p:contentPart>
          </mc:Choice>
          <mc:Fallback xmlns="">
            <p:pic>
              <p:nvPicPr>
                <p:cNvPr id="56" name="Ink 55">
                  <a:extLst>
                    <a:ext uri="{FF2B5EF4-FFF2-40B4-BE49-F238E27FC236}">
                      <a16:creationId xmlns:a16="http://schemas.microsoft.com/office/drawing/2014/main" id="{5D1053EB-04F4-4064-9779-F684597DE76A}"/>
                    </a:ext>
                  </a:extLst>
                </p:cNvPr>
                <p:cNvPicPr/>
                <p:nvPr/>
              </p:nvPicPr>
              <p:blipFill>
                <a:blip r:embed="rId87"/>
                <a:stretch>
                  <a:fillRect/>
                </a:stretch>
              </p:blipFill>
              <p:spPr>
                <a:xfrm>
                  <a:off x="7844220" y="3398700"/>
                  <a:ext cx="430560" cy="36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8">
            <p14:nvContentPartPr>
              <p14:cNvPr id="58" name="Ink 57">
                <a:extLst>
                  <a:ext uri="{FF2B5EF4-FFF2-40B4-BE49-F238E27FC236}">
                    <a16:creationId xmlns:a16="http://schemas.microsoft.com/office/drawing/2014/main" id="{05D74C74-6449-4B46-9B3F-16856513954A}"/>
                  </a:ext>
                </a:extLst>
              </p14:cNvPr>
              <p14:cNvContentPartPr/>
              <p14:nvPr/>
            </p14:nvContentPartPr>
            <p14:xfrm>
              <a:off x="169380" y="2802900"/>
              <a:ext cx="417600" cy="140400"/>
            </p14:xfrm>
          </p:contentPart>
        </mc:Choice>
        <mc:Fallback xmlns="">
          <p:pic>
            <p:nvPicPr>
              <p:cNvPr id="58" name="Ink 57">
                <a:extLst>
                  <a:ext uri="{FF2B5EF4-FFF2-40B4-BE49-F238E27FC236}">
                    <a16:creationId xmlns:a16="http://schemas.microsoft.com/office/drawing/2014/main" id="{05D74C74-6449-4B46-9B3F-16856513954A}"/>
                  </a:ext>
                </a:extLst>
              </p:cNvPr>
              <p:cNvPicPr/>
              <p:nvPr/>
            </p:nvPicPr>
            <p:blipFill>
              <a:blip r:embed="rId89"/>
              <a:stretch>
                <a:fillRect/>
              </a:stretch>
            </p:blipFill>
            <p:spPr>
              <a:xfrm>
                <a:off x="160740" y="2794260"/>
                <a:ext cx="435240" cy="15804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Stable and Not Stable Sorting</a:t>
            </a:r>
            <a:endParaRPr/>
          </a:p>
        </p:txBody>
      </p:sp>
      <p:sp>
        <p:nvSpPr>
          <p:cNvPr id="78" name="Google Shape;78;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b="1">
                <a:solidFill>
                  <a:srgbClr val="FF0000"/>
                </a:solidFill>
              </a:rPr>
              <a:t>Stable Sorting : </a:t>
            </a:r>
            <a:r>
              <a:rPr lang="en">
                <a:solidFill>
                  <a:srgbClr val="000000"/>
                </a:solidFill>
              </a:rPr>
              <a:t>If in a sorting algorithm, after sorting the contents, sequence of similar content is still preserved then it is known as stable sorting algorithm. </a:t>
            </a:r>
            <a:endParaRPr>
              <a:solidFill>
                <a:srgbClr val="000000"/>
              </a:solidFill>
            </a:endParaRPr>
          </a:p>
          <a:p>
            <a:pPr marL="0" lvl="0" indent="0" algn="l" rtl="0">
              <a:spcBef>
                <a:spcPts val="1200"/>
              </a:spcBef>
              <a:spcAft>
                <a:spcPts val="0"/>
              </a:spcAft>
              <a:buNone/>
            </a:pPr>
            <a:r>
              <a:rPr lang="en">
                <a:solidFill>
                  <a:srgbClr val="000000"/>
                </a:solidFill>
              </a:rPr>
              <a:t>For example : Merge Sort, Bubble Sort, Insertion Sort are all examples of stable sorting algorithms.</a:t>
            </a:r>
            <a:endParaRPr>
              <a:solidFill>
                <a:srgbClr val="000000"/>
              </a:solidFill>
            </a:endParaRPr>
          </a:p>
          <a:p>
            <a:pPr marL="0" lvl="0" indent="0" algn="l" rtl="0">
              <a:spcBef>
                <a:spcPts val="1200"/>
              </a:spcBef>
              <a:spcAft>
                <a:spcPts val="0"/>
              </a:spcAft>
              <a:buNone/>
            </a:pPr>
            <a:r>
              <a:rPr lang="en" b="1">
                <a:solidFill>
                  <a:srgbClr val="FF0000"/>
                </a:solidFill>
              </a:rPr>
              <a:t>Not Stable Sorting : </a:t>
            </a:r>
            <a:r>
              <a:rPr lang="en">
                <a:solidFill>
                  <a:srgbClr val="000000"/>
                </a:solidFill>
              </a:rPr>
              <a:t>If in a sorting algorithm, after sorting the contents, sequence of similar content is not preserved meaning if it changes the sequence of similar content then it is known as not stable sorting algorithm.</a:t>
            </a:r>
            <a:endParaRPr>
              <a:solidFill>
                <a:srgbClr val="000000"/>
              </a:solidFill>
            </a:endParaRPr>
          </a:p>
          <a:p>
            <a:pPr marL="0" lvl="0" indent="0" algn="l" rtl="0">
              <a:spcBef>
                <a:spcPts val="1200"/>
              </a:spcBef>
              <a:spcAft>
                <a:spcPts val="1200"/>
              </a:spcAft>
              <a:buNone/>
            </a:pPr>
            <a:r>
              <a:rPr lang="en">
                <a:solidFill>
                  <a:srgbClr val="000000"/>
                </a:solidFill>
              </a:rPr>
              <a:t>For example : Quick Sort, Heap Sort, Selection Sort are all examples of not stable sorting algorithms.</a:t>
            </a:r>
            <a:endParaRPr>
              <a:solidFill>
                <a:srgbClr val="000000"/>
              </a:solidFill>
            </a:endParaRPr>
          </a:p>
        </p:txBody>
      </p:sp>
      <p:grpSp>
        <p:nvGrpSpPr>
          <p:cNvPr id="5" name="Group 4">
            <a:extLst>
              <a:ext uri="{FF2B5EF4-FFF2-40B4-BE49-F238E27FC236}">
                <a16:creationId xmlns:a16="http://schemas.microsoft.com/office/drawing/2014/main" id="{A65FC336-DB92-4A74-A315-480108E26D17}"/>
              </a:ext>
            </a:extLst>
          </p:cNvPr>
          <p:cNvGrpSpPr/>
          <p:nvPr/>
        </p:nvGrpSpPr>
        <p:grpSpPr>
          <a:xfrm>
            <a:off x="5031900" y="1493940"/>
            <a:ext cx="1771560" cy="49680"/>
            <a:chOff x="5031900" y="1493940"/>
            <a:chExt cx="1771560" cy="49680"/>
          </a:xfrm>
        </p:grpSpPr>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BD5131A-BE7D-4743-836F-DA1622936200}"/>
                    </a:ext>
                  </a:extLst>
                </p14:cNvPr>
                <p14:cNvContentPartPr/>
                <p14:nvPr/>
              </p14:nvContentPartPr>
              <p14:xfrm>
                <a:off x="5031900" y="1493940"/>
                <a:ext cx="323640" cy="19440"/>
              </p14:xfrm>
            </p:contentPart>
          </mc:Choice>
          <mc:Fallback xmlns="">
            <p:pic>
              <p:nvPicPr>
                <p:cNvPr id="2" name="Ink 1">
                  <a:extLst>
                    <a:ext uri="{FF2B5EF4-FFF2-40B4-BE49-F238E27FC236}">
                      <a16:creationId xmlns:a16="http://schemas.microsoft.com/office/drawing/2014/main" id="{0BD5131A-BE7D-4743-836F-DA1622936200}"/>
                    </a:ext>
                  </a:extLst>
                </p:cNvPr>
                <p:cNvPicPr/>
                <p:nvPr/>
              </p:nvPicPr>
              <p:blipFill>
                <a:blip r:embed="rId4"/>
                <a:stretch>
                  <a:fillRect/>
                </a:stretch>
              </p:blipFill>
              <p:spPr>
                <a:xfrm>
                  <a:off x="5023260" y="1484940"/>
                  <a:ext cx="34128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D4659C76-093C-4CFF-8BB5-9C1534C9F56E}"/>
                    </a:ext>
                  </a:extLst>
                </p14:cNvPr>
                <p14:cNvContentPartPr/>
                <p14:nvPr/>
              </p14:nvContentPartPr>
              <p14:xfrm>
                <a:off x="5560380" y="1523460"/>
                <a:ext cx="459360" cy="6480"/>
              </p14:xfrm>
            </p:contentPart>
          </mc:Choice>
          <mc:Fallback xmlns="">
            <p:pic>
              <p:nvPicPr>
                <p:cNvPr id="3" name="Ink 2">
                  <a:extLst>
                    <a:ext uri="{FF2B5EF4-FFF2-40B4-BE49-F238E27FC236}">
                      <a16:creationId xmlns:a16="http://schemas.microsoft.com/office/drawing/2014/main" id="{D4659C76-093C-4CFF-8BB5-9C1534C9F56E}"/>
                    </a:ext>
                  </a:extLst>
                </p:cNvPr>
                <p:cNvPicPr/>
                <p:nvPr/>
              </p:nvPicPr>
              <p:blipFill>
                <a:blip r:embed="rId6"/>
                <a:stretch>
                  <a:fillRect/>
                </a:stretch>
              </p:blipFill>
              <p:spPr>
                <a:xfrm>
                  <a:off x="5551380" y="1514820"/>
                  <a:ext cx="47700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0C535151-C1BE-4D40-A432-E13700C135B6}"/>
                    </a:ext>
                  </a:extLst>
                </p14:cNvPr>
                <p14:cNvContentPartPr/>
                <p14:nvPr/>
              </p14:nvContentPartPr>
              <p14:xfrm>
                <a:off x="6263100" y="1521300"/>
                <a:ext cx="540360" cy="22320"/>
              </p14:xfrm>
            </p:contentPart>
          </mc:Choice>
          <mc:Fallback xmlns="">
            <p:pic>
              <p:nvPicPr>
                <p:cNvPr id="4" name="Ink 3">
                  <a:extLst>
                    <a:ext uri="{FF2B5EF4-FFF2-40B4-BE49-F238E27FC236}">
                      <a16:creationId xmlns:a16="http://schemas.microsoft.com/office/drawing/2014/main" id="{0C535151-C1BE-4D40-A432-E13700C135B6}"/>
                    </a:ext>
                  </a:extLst>
                </p:cNvPr>
                <p:cNvPicPr/>
                <p:nvPr/>
              </p:nvPicPr>
              <p:blipFill>
                <a:blip r:embed="rId8"/>
                <a:stretch>
                  <a:fillRect/>
                </a:stretch>
              </p:blipFill>
              <p:spPr>
                <a:xfrm>
                  <a:off x="6254100" y="1512300"/>
                  <a:ext cx="558000" cy="39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6D9C5719-0209-4F82-ACDA-381074C152E0}"/>
                  </a:ext>
                </a:extLst>
              </p14:cNvPr>
              <p14:cNvContentPartPr/>
              <p14:nvPr/>
            </p14:nvContentPartPr>
            <p14:xfrm>
              <a:off x="7525620" y="1525260"/>
              <a:ext cx="636840" cy="24120"/>
            </p14:xfrm>
          </p:contentPart>
        </mc:Choice>
        <mc:Fallback xmlns="">
          <p:pic>
            <p:nvPicPr>
              <p:cNvPr id="6" name="Ink 5">
                <a:extLst>
                  <a:ext uri="{FF2B5EF4-FFF2-40B4-BE49-F238E27FC236}">
                    <a16:creationId xmlns:a16="http://schemas.microsoft.com/office/drawing/2014/main" id="{6D9C5719-0209-4F82-ACDA-381074C152E0}"/>
                  </a:ext>
                </a:extLst>
              </p:cNvPr>
              <p:cNvPicPr/>
              <p:nvPr/>
            </p:nvPicPr>
            <p:blipFill>
              <a:blip r:embed="rId10"/>
              <a:stretch>
                <a:fillRect/>
              </a:stretch>
            </p:blipFill>
            <p:spPr>
              <a:xfrm>
                <a:off x="7516620" y="1516260"/>
                <a:ext cx="654480" cy="41760"/>
              </a:xfrm>
              <a:prstGeom prst="rect">
                <a:avLst/>
              </a:prstGeom>
            </p:spPr>
          </p:pic>
        </mc:Fallback>
      </mc:AlternateContent>
      <p:grpSp>
        <p:nvGrpSpPr>
          <p:cNvPr id="10" name="Group 9">
            <a:extLst>
              <a:ext uri="{FF2B5EF4-FFF2-40B4-BE49-F238E27FC236}">
                <a16:creationId xmlns:a16="http://schemas.microsoft.com/office/drawing/2014/main" id="{FD993591-8E6E-43A0-98E1-6E834B0B6FE2}"/>
              </a:ext>
            </a:extLst>
          </p:cNvPr>
          <p:cNvGrpSpPr/>
          <p:nvPr/>
        </p:nvGrpSpPr>
        <p:grpSpPr>
          <a:xfrm>
            <a:off x="404820" y="1794180"/>
            <a:ext cx="573840" cy="50040"/>
            <a:chOff x="404820" y="1794180"/>
            <a:chExt cx="573840" cy="50040"/>
          </a:xfrm>
        </p:grpSpPr>
        <mc:AlternateContent xmlns:mc="http://schemas.openxmlformats.org/markup-compatibility/2006" xmlns:p14="http://schemas.microsoft.com/office/powerpoint/2010/main">
          <mc:Choice Requires="p14">
            <p:contentPart p14:bwMode="auto" r:id="rId11">
              <p14:nvContentPartPr>
                <p14:cNvPr id="7" name="Ink 6">
                  <a:extLst>
                    <a:ext uri="{FF2B5EF4-FFF2-40B4-BE49-F238E27FC236}">
                      <a16:creationId xmlns:a16="http://schemas.microsoft.com/office/drawing/2014/main" id="{118DC70F-BED7-41E5-8852-37AA8A33C07D}"/>
                    </a:ext>
                  </a:extLst>
                </p14:cNvPr>
                <p14:cNvContentPartPr/>
                <p14:nvPr/>
              </p14:nvContentPartPr>
              <p14:xfrm>
                <a:off x="504180" y="1822980"/>
                <a:ext cx="299880" cy="10800"/>
              </p14:xfrm>
            </p:contentPart>
          </mc:Choice>
          <mc:Fallback xmlns="">
            <p:pic>
              <p:nvPicPr>
                <p:cNvPr id="7" name="Ink 6">
                  <a:extLst>
                    <a:ext uri="{FF2B5EF4-FFF2-40B4-BE49-F238E27FC236}">
                      <a16:creationId xmlns:a16="http://schemas.microsoft.com/office/drawing/2014/main" id="{118DC70F-BED7-41E5-8852-37AA8A33C07D}"/>
                    </a:ext>
                  </a:extLst>
                </p:cNvPr>
                <p:cNvPicPr/>
                <p:nvPr/>
              </p:nvPicPr>
              <p:blipFill>
                <a:blip r:embed="rId12"/>
                <a:stretch>
                  <a:fillRect/>
                </a:stretch>
              </p:blipFill>
              <p:spPr>
                <a:xfrm>
                  <a:off x="495180" y="1814340"/>
                  <a:ext cx="31752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 name="Ink 7">
                  <a:extLst>
                    <a:ext uri="{FF2B5EF4-FFF2-40B4-BE49-F238E27FC236}">
                      <a16:creationId xmlns:a16="http://schemas.microsoft.com/office/drawing/2014/main" id="{D8C87208-4551-4229-A156-814CF3C817E5}"/>
                    </a:ext>
                  </a:extLst>
                </p14:cNvPr>
                <p14:cNvContentPartPr/>
                <p14:nvPr/>
              </p14:nvContentPartPr>
              <p14:xfrm>
                <a:off x="438660" y="1830180"/>
                <a:ext cx="540000" cy="14040"/>
              </p14:xfrm>
            </p:contentPart>
          </mc:Choice>
          <mc:Fallback xmlns="">
            <p:pic>
              <p:nvPicPr>
                <p:cNvPr id="8" name="Ink 7">
                  <a:extLst>
                    <a:ext uri="{FF2B5EF4-FFF2-40B4-BE49-F238E27FC236}">
                      <a16:creationId xmlns:a16="http://schemas.microsoft.com/office/drawing/2014/main" id="{D8C87208-4551-4229-A156-814CF3C817E5}"/>
                    </a:ext>
                  </a:extLst>
                </p:cNvPr>
                <p:cNvPicPr/>
                <p:nvPr/>
              </p:nvPicPr>
              <p:blipFill>
                <a:blip r:embed="rId14"/>
                <a:stretch>
                  <a:fillRect/>
                </a:stretch>
              </p:blipFill>
              <p:spPr>
                <a:xfrm>
                  <a:off x="429660" y="1821180"/>
                  <a:ext cx="55764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9" name="Ink 8">
                  <a:extLst>
                    <a:ext uri="{FF2B5EF4-FFF2-40B4-BE49-F238E27FC236}">
                      <a16:creationId xmlns:a16="http://schemas.microsoft.com/office/drawing/2014/main" id="{68EF7C86-04C2-464F-AD3D-A21A086A6CED}"/>
                    </a:ext>
                  </a:extLst>
                </p14:cNvPr>
                <p14:cNvContentPartPr/>
                <p14:nvPr/>
              </p14:nvContentPartPr>
              <p14:xfrm>
                <a:off x="404820" y="1794180"/>
                <a:ext cx="549360" cy="43560"/>
              </p14:xfrm>
            </p:contentPart>
          </mc:Choice>
          <mc:Fallback xmlns="">
            <p:pic>
              <p:nvPicPr>
                <p:cNvPr id="9" name="Ink 8">
                  <a:extLst>
                    <a:ext uri="{FF2B5EF4-FFF2-40B4-BE49-F238E27FC236}">
                      <a16:creationId xmlns:a16="http://schemas.microsoft.com/office/drawing/2014/main" id="{68EF7C86-04C2-464F-AD3D-A21A086A6CED}"/>
                    </a:ext>
                  </a:extLst>
                </p:cNvPr>
                <p:cNvPicPr/>
                <p:nvPr/>
              </p:nvPicPr>
              <p:blipFill>
                <a:blip r:embed="rId16"/>
                <a:stretch>
                  <a:fillRect/>
                </a:stretch>
              </p:blipFill>
              <p:spPr>
                <a:xfrm>
                  <a:off x="396180" y="1785180"/>
                  <a:ext cx="567000" cy="61200"/>
                </a:xfrm>
                <a:prstGeom prst="rect">
                  <a:avLst/>
                </a:prstGeom>
              </p:spPr>
            </p:pic>
          </mc:Fallback>
        </mc:AlternateContent>
      </p:grpSp>
      <p:grpSp>
        <p:nvGrpSpPr>
          <p:cNvPr id="17" name="Group 16">
            <a:extLst>
              <a:ext uri="{FF2B5EF4-FFF2-40B4-BE49-F238E27FC236}">
                <a16:creationId xmlns:a16="http://schemas.microsoft.com/office/drawing/2014/main" id="{8E178249-D63D-44D6-B86F-A209E81E88A9}"/>
              </a:ext>
            </a:extLst>
          </p:cNvPr>
          <p:cNvGrpSpPr/>
          <p:nvPr/>
        </p:nvGrpSpPr>
        <p:grpSpPr>
          <a:xfrm>
            <a:off x="2164860" y="1803180"/>
            <a:ext cx="1369080" cy="27360"/>
            <a:chOff x="2164860" y="1803180"/>
            <a:chExt cx="1369080" cy="27360"/>
          </a:xfrm>
        </p:grpSpPr>
        <mc:AlternateContent xmlns:mc="http://schemas.openxmlformats.org/markup-compatibility/2006" xmlns:p14="http://schemas.microsoft.com/office/powerpoint/2010/main">
          <mc:Choice Requires="p14">
            <p:contentPart p14:bwMode="auto" r:id="rId17">
              <p14:nvContentPartPr>
                <p14:cNvPr id="11" name="Ink 10">
                  <a:extLst>
                    <a:ext uri="{FF2B5EF4-FFF2-40B4-BE49-F238E27FC236}">
                      <a16:creationId xmlns:a16="http://schemas.microsoft.com/office/drawing/2014/main" id="{45F1DF96-85C7-4FF2-A4D0-242E46B43475}"/>
                    </a:ext>
                  </a:extLst>
                </p14:cNvPr>
                <p14:cNvContentPartPr/>
                <p14:nvPr/>
              </p14:nvContentPartPr>
              <p14:xfrm>
                <a:off x="2164860" y="1809300"/>
                <a:ext cx="469080" cy="21240"/>
              </p14:xfrm>
            </p:contentPart>
          </mc:Choice>
          <mc:Fallback xmlns="">
            <p:pic>
              <p:nvPicPr>
                <p:cNvPr id="11" name="Ink 10">
                  <a:extLst>
                    <a:ext uri="{FF2B5EF4-FFF2-40B4-BE49-F238E27FC236}">
                      <a16:creationId xmlns:a16="http://schemas.microsoft.com/office/drawing/2014/main" id="{45F1DF96-85C7-4FF2-A4D0-242E46B43475}"/>
                    </a:ext>
                  </a:extLst>
                </p:cNvPr>
                <p:cNvPicPr/>
                <p:nvPr/>
              </p:nvPicPr>
              <p:blipFill>
                <a:blip r:embed="rId18"/>
                <a:stretch>
                  <a:fillRect/>
                </a:stretch>
              </p:blipFill>
              <p:spPr>
                <a:xfrm>
                  <a:off x="2155860" y="1800660"/>
                  <a:ext cx="48672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 name="Ink 11">
                  <a:extLst>
                    <a:ext uri="{FF2B5EF4-FFF2-40B4-BE49-F238E27FC236}">
                      <a16:creationId xmlns:a16="http://schemas.microsoft.com/office/drawing/2014/main" id="{DB4DE78A-52BA-4605-95B1-BBC566F5B4B0}"/>
                    </a:ext>
                  </a:extLst>
                </p14:cNvPr>
                <p14:cNvContentPartPr/>
                <p14:nvPr/>
              </p14:nvContentPartPr>
              <p14:xfrm>
                <a:off x="2734740" y="1803180"/>
                <a:ext cx="799200" cy="24480"/>
              </p14:xfrm>
            </p:contentPart>
          </mc:Choice>
          <mc:Fallback xmlns="">
            <p:pic>
              <p:nvPicPr>
                <p:cNvPr id="12" name="Ink 11">
                  <a:extLst>
                    <a:ext uri="{FF2B5EF4-FFF2-40B4-BE49-F238E27FC236}">
                      <a16:creationId xmlns:a16="http://schemas.microsoft.com/office/drawing/2014/main" id="{DB4DE78A-52BA-4605-95B1-BBC566F5B4B0}"/>
                    </a:ext>
                  </a:extLst>
                </p:cNvPr>
                <p:cNvPicPr/>
                <p:nvPr/>
              </p:nvPicPr>
              <p:blipFill>
                <a:blip r:embed="rId20"/>
                <a:stretch>
                  <a:fillRect/>
                </a:stretch>
              </p:blipFill>
              <p:spPr>
                <a:xfrm>
                  <a:off x="2725740" y="1794540"/>
                  <a:ext cx="816840" cy="42120"/>
                </a:xfrm>
                <a:prstGeom prst="rect">
                  <a:avLst/>
                </a:prstGeom>
              </p:spPr>
            </p:pic>
          </mc:Fallback>
        </mc:AlternateContent>
      </p:grpSp>
      <p:grpSp>
        <p:nvGrpSpPr>
          <p:cNvPr id="16" name="Group 15">
            <a:extLst>
              <a:ext uri="{FF2B5EF4-FFF2-40B4-BE49-F238E27FC236}">
                <a16:creationId xmlns:a16="http://schemas.microsoft.com/office/drawing/2014/main" id="{18236EA4-A5E5-42F0-B77C-61D4EEF8189D}"/>
              </a:ext>
            </a:extLst>
          </p:cNvPr>
          <p:cNvGrpSpPr/>
          <p:nvPr/>
        </p:nvGrpSpPr>
        <p:grpSpPr>
          <a:xfrm>
            <a:off x="5427540" y="1745940"/>
            <a:ext cx="2105280" cy="40320"/>
            <a:chOff x="5427540" y="1745940"/>
            <a:chExt cx="2105280" cy="40320"/>
          </a:xfrm>
        </p:grpSpPr>
        <mc:AlternateContent xmlns:mc="http://schemas.openxmlformats.org/markup-compatibility/2006" xmlns:p14="http://schemas.microsoft.com/office/powerpoint/2010/main">
          <mc:Choice Requires="p14">
            <p:contentPart p14:bwMode="auto" r:id="rId21">
              <p14:nvContentPartPr>
                <p14:cNvPr id="13" name="Ink 12">
                  <a:extLst>
                    <a:ext uri="{FF2B5EF4-FFF2-40B4-BE49-F238E27FC236}">
                      <a16:creationId xmlns:a16="http://schemas.microsoft.com/office/drawing/2014/main" id="{108381F6-DA63-43A2-B160-EE711748A5C1}"/>
                    </a:ext>
                  </a:extLst>
                </p14:cNvPr>
                <p14:cNvContentPartPr/>
                <p14:nvPr/>
              </p14:nvContentPartPr>
              <p14:xfrm>
                <a:off x="5427540" y="1753500"/>
                <a:ext cx="550080" cy="10440"/>
              </p14:xfrm>
            </p:contentPart>
          </mc:Choice>
          <mc:Fallback xmlns="">
            <p:pic>
              <p:nvPicPr>
                <p:cNvPr id="13" name="Ink 12">
                  <a:extLst>
                    <a:ext uri="{FF2B5EF4-FFF2-40B4-BE49-F238E27FC236}">
                      <a16:creationId xmlns:a16="http://schemas.microsoft.com/office/drawing/2014/main" id="{108381F6-DA63-43A2-B160-EE711748A5C1}"/>
                    </a:ext>
                  </a:extLst>
                </p:cNvPr>
                <p:cNvPicPr/>
                <p:nvPr/>
              </p:nvPicPr>
              <p:blipFill>
                <a:blip r:embed="rId22"/>
                <a:stretch>
                  <a:fillRect/>
                </a:stretch>
              </p:blipFill>
              <p:spPr>
                <a:xfrm>
                  <a:off x="5418540" y="1744500"/>
                  <a:ext cx="56772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4" name="Ink 13">
                  <a:extLst>
                    <a:ext uri="{FF2B5EF4-FFF2-40B4-BE49-F238E27FC236}">
                      <a16:creationId xmlns:a16="http://schemas.microsoft.com/office/drawing/2014/main" id="{D21368C4-03DA-438F-9796-726D20B48555}"/>
                    </a:ext>
                  </a:extLst>
                </p14:cNvPr>
                <p14:cNvContentPartPr/>
                <p14:nvPr/>
              </p14:nvContentPartPr>
              <p14:xfrm>
                <a:off x="6202980" y="1781580"/>
                <a:ext cx="518400" cy="4680"/>
              </p14:xfrm>
            </p:contentPart>
          </mc:Choice>
          <mc:Fallback xmlns="">
            <p:pic>
              <p:nvPicPr>
                <p:cNvPr id="14" name="Ink 13">
                  <a:extLst>
                    <a:ext uri="{FF2B5EF4-FFF2-40B4-BE49-F238E27FC236}">
                      <a16:creationId xmlns:a16="http://schemas.microsoft.com/office/drawing/2014/main" id="{D21368C4-03DA-438F-9796-726D20B48555}"/>
                    </a:ext>
                  </a:extLst>
                </p:cNvPr>
                <p:cNvPicPr/>
                <p:nvPr/>
              </p:nvPicPr>
              <p:blipFill>
                <a:blip r:embed="rId24"/>
                <a:stretch>
                  <a:fillRect/>
                </a:stretch>
              </p:blipFill>
              <p:spPr>
                <a:xfrm>
                  <a:off x="6194340" y="1772940"/>
                  <a:ext cx="53604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5" name="Ink 14">
                  <a:extLst>
                    <a:ext uri="{FF2B5EF4-FFF2-40B4-BE49-F238E27FC236}">
                      <a16:creationId xmlns:a16="http://schemas.microsoft.com/office/drawing/2014/main" id="{E2692AC1-899D-4A92-B592-DA338A1240E6}"/>
                    </a:ext>
                  </a:extLst>
                </p14:cNvPr>
                <p14:cNvContentPartPr/>
                <p14:nvPr/>
              </p14:nvContentPartPr>
              <p14:xfrm>
                <a:off x="7050780" y="1745940"/>
                <a:ext cx="482040" cy="15120"/>
              </p14:xfrm>
            </p:contentPart>
          </mc:Choice>
          <mc:Fallback xmlns="">
            <p:pic>
              <p:nvPicPr>
                <p:cNvPr id="15" name="Ink 14">
                  <a:extLst>
                    <a:ext uri="{FF2B5EF4-FFF2-40B4-BE49-F238E27FC236}">
                      <a16:creationId xmlns:a16="http://schemas.microsoft.com/office/drawing/2014/main" id="{E2692AC1-899D-4A92-B592-DA338A1240E6}"/>
                    </a:ext>
                  </a:extLst>
                </p:cNvPr>
                <p:cNvPicPr/>
                <p:nvPr/>
              </p:nvPicPr>
              <p:blipFill>
                <a:blip r:embed="rId26"/>
                <a:stretch>
                  <a:fillRect/>
                </a:stretch>
              </p:blipFill>
              <p:spPr>
                <a:xfrm>
                  <a:off x="7042140" y="1737300"/>
                  <a:ext cx="499680" cy="32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7">
            <p14:nvContentPartPr>
              <p14:cNvPr id="18" name="Ink 17">
                <a:extLst>
                  <a:ext uri="{FF2B5EF4-FFF2-40B4-BE49-F238E27FC236}">
                    <a16:creationId xmlns:a16="http://schemas.microsoft.com/office/drawing/2014/main" id="{3B6E3019-3ED1-4E6A-B3DA-F9CEB4E1696F}"/>
                  </a:ext>
                </a:extLst>
              </p14:cNvPr>
              <p14:cNvContentPartPr/>
              <p14:nvPr/>
            </p14:nvContentPartPr>
            <p14:xfrm>
              <a:off x="2362140" y="2231220"/>
              <a:ext cx="431640" cy="18360"/>
            </p14:xfrm>
          </p:contentPart>
        </mc:Choice>
        <mc:Fallback xmlns="">
          <p:pic>
            <p:nvPicPr>
              <p:cNvPr id="18" name="Ink 17">
                <a:extLst>
                  <a:ext uri="{FF2B5EF4-FFF2-40B4-BE49-F238E27FC236}">
                    <a16:creationId xmlns:a16="http://schemas.microsoft.com/office/drawing/2014/main" id="{3B6E3019-3ED1-4E6A-B3DA-F9CEB4E1696F}"/>
                  </a:ext>
                </a:extLst>
              </p:cNvPr>
              <p:cNvPicPr/>
              <p:nvPr/>
            </p:nvPicPr>
            <p:blipFill>
              <a:blip r:embed="rId28"/>
              <a:stretch>
                <a:fillRect/>
              </a:stretch>
            </p:blipFill>
            <p:spPr>
              <a:xfrm>
                <a:off x="2353140" y="2222580"/>
                <a:ext cx="4492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9" name="Ink 18">
                <a:extLst>
                  <a:ext uri="{FF2B5EF4-FFF2-40B4-BE49-F238E27FC236}">
                    <a16:creationId xmlns:a16="http://schemas.microsoft.com/office/drawing/2014/main" id="{A5F42480-988D-4304-BDF9-01E9B629B4AF}"/>
                  </a:ext>
                </a:extLst>
              </p14:cNvPr>
              <p14:cNvContentPartPr/>
              <p14:nvPr/>
            </p14:nvContentPartPr>
            <p14:xfrm>
              <a:off x="3403260" y="2252820"/>
              <a:ext cx="608760" cy="6480"/>
            </p14:xfrm>
          </p:contentPart>
        </mc:Choice>
        <mc:Fallback xmlns="">
          <p:pic>
            <p:nvPicPr>
              <p:cNvPr id="19" name="Ink 18">
                <a:extLst>
                  <a:ext uri="{FF2B5EF4-FFF2-40B4-BE49-F238E27FC236}">
                    <a16:creationId xmlns:a16="http://schemas.microsoft.com/office/drawing/2014/main" id="{A5F42480-988D-4304-BDF9-01E9B629B4AF}"/>
                  </a:ext>
                </a:extLst>
              </p:cNvPr>
              <p:cNvPicPr/>
              <p:nvPr/>
            </p:nvPicPr>
            <p:blipFill>
              <a:blip r:embed="rId30"/>
              <a:stretch>
                <a:fillRect/>
              </a:stretch>
            </p:blipFill>
            <p:spPr>
              <a:xfrm>
                <a:off x="3394620" y="2244180"/>
                <a:ext cx="62640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0" name="Ink 19">
                <a:extLst>
                  <a:ext uri="{FF2B5EF4-FFF2-40B4-BE49-F238E27FC236}">
                    <a16:creationId xmlns:a16="http://schemas.microsoft.com/office/drawing/2014/main" id="{C2D24506-B04B-40C8-8066-EE4FB105D3D9}"/>
                  </a:ext>
                </a:extLst>
              </p14:cNvPr>
              <p14:cNvContentPartPr/>
              <p14:nvPr/>
            </p14:nvContentPartPr>
            <p14:xfrm>
              <a:off x="4630140" y="2244540"/>
              <a:ext cx="843840" cy="21960"/>
            </p14:xfrm>
          </p:contentPart>
        </mc:Choice>
        <mc:Fallback xmlns="">
          <p:pic>
            <p:nvPicPr>
              <p:cNvPr id="20" name="Ink 19">
                <a:extLst>
                  <a:ext uri="{FF2B5EF4-FFF2-40B4-BE49-F238E27FC236}">
                    <a16:creationId xmlns:a16="http://schemas.microsoft.com/office/drawing/2014/main" id="{C2D24506-B04B-40C8-8066-EE4FB105D3D9}"/>
                  </a:ext>
                </a:extLst>
              </p:cNvPr>
              <p:cNvPicPr/>
              <p:nvPr/>
            </p:nvPicPr>
            <p:blipFill>
              <a:blip r:embed="rId32"/>
              <a:stretch>
                <a:fillRect/>
              </a:stretch>
            </p:blipFill>
            <p:spPr>
              <a:xfrm>
                <a:off x="4621500" y="2235900"/>
                <a:ext cx="861480" cy="39600"/>
              </a:xfrm>
              <a:prstGeom prst="rect">
                <a:avLst/>
              </a:prstGeom>
            </p:spPr>
          </p:pic>
        </mc:Fallback>
      </mc:AlternateContent>
      <p:grpSp>
        <p:nvGrpSpPr>
          <p:cNvPr id="24" name="Group 23">
            <a:extLst>
              <a:ext uri="{FF2B5EF4-FFF2-40B4-BE49-F238E27FC236}">
                <a16:creationId xmlns:a16="http://schemas.microsoft.com/office/drawing/2014/main" id="{4ECD100E-3F03-4651-B66E-1014B33E484A}"/>
              </a:ext>
            </a:extLst>
          </p:cNvPr>
          <p:cNvGrpSpPr/>
          <p:nvPr/>
        </p:nvGrpSpPr>
        <p:grpSpPr>
          <a:xfrm>
            <a:off x="3334140" y="3526860"/>
            <a:ext cx="2648520" cy="34200"/>
            <a:chOff x="3334140" y="3526860"/>
            <a:chExt cx="2648520" cy="34200"/>
          </a:xfrm>
        </p:grpSpPr>
        <mc:AlternateContent xmlns:mc="http://schemas.openxmlformats.org/markup-compatibility/2006" xmlns:p14="http://schemas.microsoft.com/office/powerpoint/2010/main">
          <mc:Choice Requires="p14">
            <p:contentPart p14:bwMode="auto" r:id="rId33">
              <p14:nvContentPartPr>
                <p14:cNvPr id="21" name="Ink 20">
                  <a:extLst>
                    <a:ext uri="{FF2B5EF4-FFF2-40B4-BE49-F238E27FC236}">
                      <a16:creationId xmlns:a16="http://schemas.microsoft.com/office/drawing/2014/main" id="{0BD67B0D-48EC-4120-968B-B98E135316A1}"/>
                    </a:ext>
                  </a:extLst>
                </p14:cNvPr>
                <p14:cNvContentPartPr/>
                <p14:nvPr/>
              </p14:nvContentPartPr>
              <p14:xfrm>
                <a:off x="3334140" y="3535500"/>
                <a:ext cx="500760" cy="25560"/>
              </p14:xfrm>
            </p:contentPart>
          </mc:Choice>
          <mc:Fallback xmlns="">
            <p:pic>
              <p:nvPicPr>
                <p:cNvPr id="21" name="Ink 20">
                  <a:extLst>
                    <a:ext uri="{FF2B5EF4-FFF2-40B4-BE49-F238E27FC236}">
                      <a16:creationId xmlns:a16="http://schemas.microsoft.com/office/drawing/2014/main" id="{0BD67B0D-48EC-4120-968B-B98E135316A1}"/>
                    </a:ext>
                  </a:extLst>
                </p:cNvPr>
                <p:cNvPicPr/>
                <p:nvPr/>
              </p:nvPicPr>
              <p:blipFill>
                <a:blip r:embed="rId34"/>
                <a:stretch>
                  <a:fillRect/>
                </a:stretch>
              </p:blipFill>
              <p:spPr>
                <a:xfrm>
                  <a:off x="3325500" y="3526860"/>
                  <a:ext cx="51840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2" name="Ink 21">
                  <a:extLst>
                    <a:ext uri="{FF2B5EF4-FFF2-40B4-BE49-F238E27FC236}">
                      <a16:creationId xmlns:a16="http://schemas.microsoft.com/office/drawing/2014/main" id="{338E150B-8CC1-478D-B203-4CFA932FC4D2}"/>
                    </a:ext>
                  </a:extLst>
                </p14:cNvPr>
                <p14:cNvContentPartPr/>
                <p14:nvPr/>
              </p14:nvContentPartPr>
              <p14:xfrm>
                <a:off x="4028220" y="3541620"/>
                <a:ext cx="709560" cy="18720"/>
              </p14:xfrm>
            </p:contentPart>
          </mc:Choice>
          <mc:Fallback xmlns="">
            <p:pic>
              <p:nvPicPr>
                <p:cNvPr id="22" name="Ink 21">
                  <a:extLst>
                    <a:ext uri="{FF2B5EF4-FFF2-40B4-BE49-F238E27FC236}">
                      <a16:creationId xmlns:a16="http://schemas.microsoft.com/office/drawing/2014/main" id="{338E150B-8CC1-478D-B203-4CFA932FC4D2}"/>
                    </a:ext>
                  </a:extLst>
                </p:cNvPr>
                <p:cNvPicPr/>
                <p:nvPr/>
              </p:nvPicPr>
              <p:blipFill>
                <a:blip r:embed="rId36"/>
                <a:stretch>
                  <a:fillRect/>
                </a:stretch>
              </p:blipFill>
              <p:spPr>
                <a:xfrm>
                  <a:off x="4019220" y="3532980"/>
                  <a:ext cx="72720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3" name="Ink 22">
                  <a:extLst>
                    <a:ext uri="{FF2B5EF4-FFF2-40B4-BE49-F238E27FC236}">
                      <a16:creationId xmlns:a16="http://schemas.microsoft.com/office/drawing/2014/main" id="{96AA7901-7EF4-4049-95CB-7112C950C98B}"/>
                    </a:ext>
                  </a:extLst>
                </p14:cNvPr>
                <p14:cNvContentPartPr/>
                <p14:nvPr/>
              </p14:nvContentPartPr>
              <p14:xfrm>
                <a:off x="5211540" y="3526860"/>
                <a:ext cx="771120" cy="9360"/>
              </p14:xfrm>
            </p:contentPart>
          </mc:Choice>
          <mc:Fallback xmlns="">
            <p:pic>
              <p:nvPicPr>
                <p:cNvPr id="23" name="Ink 22">
                  <a:extLst>
                    <a:ext uri="{FF2B5EF4-FFF2-40B4-BE49-F238E27FC236}">
                      <a16:creationId xmlns:a16="http://schemas.microsoft.com/office/drawing/2014/main" id="{96AA7901-7EF4-4049-95CB-7112C950C98B}"/>
                    </a:ext>
                  </a:extLst>
                </p:cNvPr>
                <p:cNvPicPr/>
                <p:nvPr/>
              </p:nvPicPr>
              <p:blipFill>
                <a:blip r:embed="rId38"/>
                <a:stretch>
                  <a:fillRect/>
                </a:stretch>
              </p:blipFill>
              <p:spPr>
                <a:xfrm>
                  <a:off x="5202540" y="3518220"/>
                  <a:ext cx="788760" cy="27000"/>
                </a:xfrm>
                <a:prstGeom prst="rect">
                  <a:avLst/>
                </a:prstGeom>
              </p:spPr>
            </p:pic>
          </mc:Fallback>
        </mc:AlternateContent>
      </p:grpSp>
      <p:grpSp>
        <p:nvGrpSpPr>
          <p:cNvPr id="28" name="Group 27">
            <a:extLst>
              <a:ext uri="{FF2B5EF4-FFF2-40B4-BE49-F238E27FC236}">
                <a16:creationId xmlns:a16="http://schemas.microsoft.com/office/drawing/2014/main" id="{3F9E7267-0761-4D4D-A0F7-90A0D4DF8255}"/>
              </a:ext>
            </a:extLst>
          </p:cNvPr>
          <p:cNvGrpSpPr/>
          <p:nvPr/>
        </p:nvGrpSpPr>
        <p:grpSpPr>
          <a:xfrm>
            <a:off x="2231820" y="3984420"/>
            <a:ext cx="1563480" cy="30600"/>
            <a:chOff x="2231820" y="3984420"/>
            <a:chExt cx="1563480" cy="30600"/>
          </a:xfrm>
        </p:grpSpPr>
        <mc:AlternateContent xmlns:mc="http://schemas.openxmlformats.org/markup-compatibility/2006" xmlns:p14="http://schemas.microsoft.com/office/powerpoint/2010/main">
          <mc:Choice Requires="p14">
            <p:contentPart p14:bwMode="auto" r:id="rId39">
              <p14:nvContentPartPr>
                <p14:cNvPr id="25" name="Ink 24">
                  <a:extLst>
                    <a:ext uri="{FF2B5EF4-FFF2-40B4-BE49-F238E27FC236}">
                      <a16:creationId xmlns:a16="http://schemas.microsoft.com/office/drawing/2014/main" id="{0BBFB388-7F39-4C3C-AFA9-2306235CCD43}"/>
                    </a:ext>
                  </a:extLst>
                </p14:cNvPr>
                <p14:cNvContentPartPr/>
                <p14:nvPr/>
              </p14:nvContentPartPr>
              <p14:xfrm>
                <a:off x="2231820" y="3984420"/>
                <a:ext cx="506880" cy="7200"/>
              </p14:xfrm>
            </p:contentPart>
          </mc:Choice>
          <mc:Fallback xmlns="">
            <p:pic>
              <p:nvPicPr>
                <p:cNvPr id="25" name="Ink 24">
                  <a:extLst>
                    <a:ext uri="{FF2B5EF4-FFF2-40B4-BE49-F238E27FC236}">
                      <a16:creationId xmlns:a16="http://schemas.microsoft.com/office/drawing/2014/main" id="{0BBFB388-7F39-4C3C-AFA9-2306235CCD43}"/>
                    </a:ext>
                  </a:extLst>
                </p:cNvPr>
                <p:cNvPicPr/>
                <p:nvPr/>
              </p:nvPicPr>
              <p:blipFill>
                <a:blip r:embed="rId40"/>
                <a:stretch>
                  <a:fillRect/>
                </a:stretch>
              </p:blipFill>
              <p:spPr>
                <a:xfrm>
                  <a:off x="2223180" y="3975420"/>
                  <a:ext cx="52452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6" name="Ink 25">
                  <a:extLst>
                    <a:ext uri="{FF2B5EF4-FFF2-40B4-BE49-F238E27FC236}">
                      <a16:creationId xmlns:a16="http://schemas.microsoft.com/office/drawing/2014/main" id="{CC6E4CF7-B241-4312-9BA8-3330D642A6DE}"/>
                    </a:ext>
                  </a:extLst>
                </p14:cNvPr>
                <p14:cNvContentPartPr/>
                <p14:nvPr/>
              </p14:nvContentPartPr>
              <p14:xfrm>
                <a:off x="3259620" y="4002060"/>
                <a:ext cx="535680" cy="12960"/>
              </p14:xfrm>
            </p:contentPart>
          </mc:Choice>
          <mc:Fallback xmlns="">
            <p:pic>
              <p:nvPicPr>
                <p:cNvPr id="26" name="Ink 25">
                  <a:extLst>
                    <a:ext uri="{FF2B5EF4-FFF2-40B4-BE49-F238E27FC236}">
                      <a16:creationId xmlns:a16="http://schemas.microsoft.com/office/drawing/2014/main" id="{CC6E4CF7-B241-4312-9BA8-3330D642A6DE}"/>
                    </a:ext>
                  </a:extLst>
                </p:cNvPr>
                <p:cNvPicPr/>
                <p:nvPr/>
              </p:nvPicPr>
              <p:blipFill>
                <a:blip r:embed="rId42"/>
                <a:stretch>
                  <a:fillRect/>
                </a:stretch>
              </p:blipFill>
              <p:spPr>
                <a:xfrm>
                  <a:off x="3250620" y="3993420"/>
                  <a:ext cx="553320" cy="30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3">
            <p14:nvContentPartPr>
              <p14:cNvPr id="27" name="Ink 26">
                <a:extLst>
                  <a:ext uri="{FF2B5EF4-FFF2-40B4-BE49-F238E27FC236}">
                    <a16:creationId xmlns:a16="http://schemas.microsoft.com/office/drawing/2014/main" id="{D9C7C259-8CA0-4ECE-9CCA-19157C255CA0}"/>
                  </a:ext>
                </a:extLst>
              </p14:cNvPr>
              <p14:cNvContentPartPr/>
              <p14:nvPr/>
            </p14:nvContentPartPr>
            <p14:xfrm>
              <a:off x="4622220" y="4018260"/>
              <a:ext cx="874440" cy="23760"/>
            </p14:xfrm>
          </p:contentPart>
        </mc:Choice>
        <mc:Fallback xmlns="">
          <p:pic>
            <p:nvPicPr>
              <p:cNvPr id="27" name="Ink 26">
                <a:extLst>
                  <a:ext uri="{FF2B5EF4-FFF2-40B4-BE49-F238E27FC236}">
                    <a16:creationId xmlns:a16="http://schemas.microsoft.com/office/drawing/2014/main" id="{D9C7C259-8CA0-4ECE-9CCA-19157C255CA0}"/>
                  </a:ext>
                </a:extLst>
              </p:cNvPr>
              <p:cNvPicPr/>
              <p:nvPr/>
            </p:nvPicPr>
            <p:blipFill>
              <a:blip r:embed="rId44"/>
              <a:stretch>
                <a:fillRect/>
              </a:stretch>
            </p:blipFill>
            <p:spPr>
              <a:xfrm>
                <a:off x="4613220" y="4009260"/>
                <a:ext cx="892080" cy="4140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Merge Sort</a:t>
            </a:r>
            <a:endParaRPr/>
          </a:p>
        </p:txBody>
      </p:sp>
      <p:sp>
        <p:nvSpPr>
          <p:cNvPr id="84" name="Google Shape;84;p1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 dirty="0"/>
              <a:t>Merging of two sorted sub-arrays</a:t>
            </a:r>
            <a:endParaRPr dirty="0"/>
          </a:p>
          <a:p>
            <a:pPr marL="0" lvl="0" indent="0" algn="l" rtl="0">
              <a:spcBef>
                <a:spcPts val="1200"/>
              </a:spcBef>
              <a:spcAft>
                <a:spcPts val="0"/>
              </a:spcAft>
              <a:buNone/>
            </a:pPr>
            <a:r>
              <a:rPr lang="en" dirty="0"/>
              <a:t>For example : </a:t>
            </a:r>
          </a:p>
          <a:p>
            <a:pPr marL="0" lvl="0" indent="0" algn="l" rtl="0">
              <a:spcBef>
                <a:spcPts val="1200"/>
              </a:spcBef>
              <a:spcAft>
                <a:spcPts val="0"/>
              </a:spcAft>
              <a:buNone/>
            </a:pPr>
            <a:r>
              <a:rPr lang="en" dirty="0"/>
              <a:t>Input Array - 50, 20, 40, 90, 88, 11, 13</a:t>
            </a:r>
          </a:p>
          <a:p>
            <a:pPr marL="0" lvl="0" indent="0" algn="l" rtl="0">
              <a:spcBef>
                <a:spcPts val="1200"/>
              </a:spcBef>
              <a:spcAft>
                <a:spcPts val="0"/>
              </a:spcAft>
              <a:buNone/>
            </a:pPr>
            <a:r>
              <a:rPr lang="en-US" dirty="0"/>
              <a:t>Sorted Array – 11, 13, 20, 40, 50, 88, 90</a:t>
            </a:r>
          </a:p>
          <a:p>
            <a:pPr marL="0" lvl="0" indent="0" algn="l" rtl="0">
              <a:spcBef>
                <a:spcPts val="1200"/>
              </a:spcBef>
              <a:spcAft>
                <a:spcPts val="0"/>
              </a:spcAft>
              <a:buNone/>
            </a:pPr>
            <a:endParaRPr dirty="0"/>
          </a:p>
          <a:p>
            <a:pPr marL="0" lvl="0" indent="0" algn="l" rtl="0">
              <a:spcBef>
                <a:spcPts val="1200"/>
              </a:spcBef>
              <a:spcAft>
                <a:spcPts val="1200"/>
              </a:spcAft>
              <a:buNone/>
            </a:pPr>
            <a:r>
              <a:rPr lang="en" dirty="0"/>
              <a:t>Note : Explanation of how recursive call going on is on the white board</a:t>
            </a:r>
          </a:p>
          <a:p>
            <a:pPr marL="0" lvl="0" indent="0" algn="l" rtl="0">
              <a:spcBef>
                <a:spcPts val="1200"/>
              </a:spcBef>
              <a:spcAft>
                <a:spcPts val="1200"/>
              </a:spcAft>
              <a:buNone/>
            </a:pPr>
            <a:r>
              <a:rPr lang="en" dirty="0"/>
              <a:t>Implementation : </a:t>
            </a:r>
            <a:r>
              <a:rPr lang="en" dirty="0">
                <a:hlinkClick r:id="rId3"/>
              </a:rPr>
              <a:t>Colab File Link</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Merge Algorithm</a:t>
            </a:r>
            <a:endParaRPr/>
          </a:p>
        </p:txBody>
      </p:sp>
      <p:sp>
        <p:nvSpPr>
          <p:cNvPr id="90" name="Google Shape;90;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 dirty="0"/>
              <a:t>Worst Case Scenario :  Number of comparisons - n + m - 1</a:t>
            </a:r>
            <a:endParaRPr dirty="0"/>
          </a:p>
          <a:p>
            <a:pPr marL="0" lvl="0" indent="0" algn="l" rtl="0">
              <a:spcBef>
                <a:spcPts val="1200"/>
              </a:spcBef>
              <a:spcAft>
                <a:spcPts val="0"/>
              </a:spcAft>
              <a:buNone/>
            </a:pPr>
            <a:r>
              <a:rPr lang="en" dirty="0"/>
              <a:t>		         Number of moves - n + m</a:t>
            </a:r>
            <a:endParaRPr dirty="0"/>
          </a:p>
          <a:p>
            <a:pPr marL="0" lvl="0" indent="0" algn="l" rtl="0">
              <a:spcBef>
                <a:spcPts val="1200"/>
              </a:spcBef>
              <a:spcAft>
                <a:spcPts val="0"/>
              </a:spcAft>
              <a:buNone/>
            </a:pPr>
            <a:r>
              <a:rPr lang="en" dirty="0"/>
              <a:t> </a:t>
            </a:r>
            <a:endParaRPr dirty="0"/>
          </a:p>
          <a:p>
            <a:pPr marL="0" lvl="0" indent="0" algn="l" rtl="0">
              <a:spcBef>
                <a:spcPts val="1200"/>
              </a:spcBef>
              <a:spcAft>
                <a:spcPts val="0"/>
              </a:spcAft>
              <a:buNone/>
            </a:pPr>
            <a:r>
              <a:rPr lang="en" dirty="0"/>
              <a:t>Best Case Scenario : Number of comparisons - min(n,m)</a:t>
            </a:r>
            <a:endParaRPr dirty="0"/>
          </a:p>
          <a:p>
            <a:pPr marL="0" lvl="0" indent="0" algn="l" rtl="0">
              <a:spcBef>
                <a:spcPts val="1200"/>
              </a:spcBef>
              <a:spcAft>
                <a:spcPts val="0"/>
              </a:spcAft>
              <a:buNone/>
            </a:pPr>
            <a:r>
              <a:rPr lang="en" dirty="0"/>
              <a:t>		      Number of moves - n + m</a:t>
            </a:r>
            <a:endParaRPr dirty="0"/>
          </a:p>
          <a:p>
            <a:pPr marL="0" lvl="0" indent="0" algn="l" rtl="0">
              <a:spcBef>
                <a:spcPts val="1200"/>
              </a:spcBef>
              <a:spcAft>
                <a:spcPts val="1200"/>
              </a:spcAft>
              <a:buNone/>
            </a:pPr>
            <a:r>
              <a:rPr lang="en" dirty="0"/>
              <a:t>Explanation :  Please refer to whiteboard.</a:t>
            </a:r>
          </a:p>
          <a:p>
            <a:pPr marL="0" lvl="0" indent="0" algn="l" rtl="0">
              <a:spcBef>
                <a:spcPts val="1200"/>
              </a:spcBef>
              <a:spcAft>
                <a:spcPts val="1200"/>
              </a:spcAft>
              <a:buNone/>
            </a:pPr>
            <a:r>
              <a:rPr lang="en" dirty="0"/>
              <a:t>Overall Time Complexity : O(N) ; N = n + m = size of an overall array</a:t>
            </a:r>
          </a:p>
          <a:p>
            <a:pPr marL="0" lvl="0" indent="0" algn="l" rtl="0">
              <a:spcBef>
                <a:spcPts val="1200"/>
              </a:spcBef>
              <a:spcAft>
                <a:spcPts val="1200"/>
              </a:spcAft>
              <a:buNone/>
            </a:pPr>
            <a:endParaRPr dirty="0"/>
          </a:p>
        </p:txBody>
      </p:sp>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EFF0EC92-2ADB-4EA1-B413-CA26D28B9BFC}"/>
                  </a:ext>
                </a:extLst>
              </p14:cNvPr>
              <p14:cNvContentPartPr/>
              <p14:nvPr/>
            </p14:nvContentPartPr>
            <p14:xfrm>
              <a:off x="2881980" y="690780"/>
              <a:ext cx="268920" cy="114480"/>
            </p14:xfrm>
          </p:contentPart>
        </mc:Choice>
        <mc:Fallback>
          <p:pic>
            <p:nvPicPr>
              <p:cNvPr id="2" name="Ink 1">
                <a:extLst>
                  <a:ext uri="{FF2B5EF4-FFF2-40B4-BE49-F238E27FC236}">
                    <a16:creationId xmlns:a16="http://schemas.microsoft.com/office/drawing/2014/main" id="{EFF0EC92-2ADB-4EA1-B413-CA26D28B9BFC}"/>
                  </a:ext>
                </a:extLst>
              </p:cNvPr>
              <p:cNvPicPr/>
              <p:nvPr/>
            </p:nvPicPr>
            <p:blipFill>
              <a:blip r:embed="rId4"/>
              <a:stretch>
                <a:fillRect/>
              </a:stretch>
            </p:blipFill>
            <p:spPr>
              <a:xfrm>
                <a:off x="2872980" y="682140"/>
                <a:ext cx="286560" cy="1321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6B5B09AC-C3A9-4A63-9FC4-85582411E802}"/>
                  </a:ext>
                </a:extLst>
              </p14:cNvPr>
              <p14:cNvContentPartPr/>
              <p14:nvPr/>
            </p14:nvContentPartPr>
            <p14:xfrm>
              <a:off x="5998140" y="1248420"/>
              <a:ext cx="281520" cy="110520"/>
            </p14:xfrm>
          </p:contentPart>
        </mc:Choice>
        <mc:Fallback>
          <p:pic>
            <p:nvPicPr>
              <p:cNvPr id="3" name="Ink 2">
                <a:extLst>
                  <a:ext uri="{FF2B5EF4-FFF2-40B4-BE49-F238E27FC236}">
                    <a16:creationId xmlns:a16="http://schemas.microsoft.com/office/drawing/2014/main" id="{6B5B09AC-C3A9-4A63-9FC4-85582411E802}"/>
                  </a:ext>
                </a:extLst>
              </p:cNvPr>
              <p:cNvPicPr/>
              <p:nvPr/>
            </p:nvPicPr>
            <p:blipFill>
              <a:blip r:embed="rId6"/>
              <a:stretch>
                <a:fillRect/>
              </a:stretch>
            </p:blipFill>
            <p:spPr>
              <a:xfrm>
                <a:off x="5989500" y="1239780"/>
                <a:ext cx="29916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 name="Ink 3">
                <a:extLst>
                  <a:ext uri="{FF2B5EF4-FFF2-40B4-BE49-F238E27FC236}">
                    <a16:creationId xmlns:a16="http://schemas.microsoft.com/office/drawing/2014/main" id="{7350D186-F63A-4C02-8CEC-CBB472AFCB4B}"/>
                  </a:ext>
                </a:extLst>
              </p14:cNvPr>
              <p14:cNvContentPartPr/>
              <p14:nvPr/>
            </p14:nvContentPartPr>
            <p14:xfrm>
              <a:off x="5792220" y="2600580"/>
              <a:ext cx="254880" cy="100080"/>
            </p14:xfrm>
          </p:contentPart>
        </mc:Choice>
        <mc:Fallback>
          <p:pic>
            <p:nvPicPr>
              <p:cNvPr id="4" name="Ink 3">
                <a:extLst>
                  <a:ext uri="{FF2B5EF4-FFF2-40B4-BE49-F238E27FC236}">
                    <a16:creationId xmlns:a16="http://schemas.microsoft.com/office/drawing/2014/main" id="{7350D186-F63A-4C02-8CEC-CBB472AFCB4B}"/>
                  </a:ext>
                </a:extLst>
              </p:cNvPr>
              <p:cNvPicPr/>
              <p:nvPr/>
            </p:nvPicPr>
            <p:blipFill>
              <a:blip r:embed="rId8"/>
              <a:stretch>
                <a:fillRect/>
              </a:stretch>
            </p:blipFill>
            <p:spPr>
              <a:xfrm>
                <a:off x="5783220" y="2591580"/>
                <a:ext cx="272520" cy="1177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5" name="Ink 4">
                <a:extLst>
                  <a:ext uri="{FF2B5EF4-FFF2-40B4-BE49-F238E27FC236}">
                    <a16:creationId xmlns:a16="http://schemas.microsoft.com/office/drawing/2014/main" id="{E841D6EC-5D83-4A97-8F4D-E1DF481AC0FF}"/>
                  </a:ext>
                </a:extLst>
              </p14:cNvPr>
              <p14:cNvContentPartPr/>
              <p14:nvPr/>
            </p14:nvContentPartPr>
            <p14:xfrm>
              <a:off x="5217660" y="1724340"/>
              <a:ext cx="273960" cy="114480"/>
            </p14:xfrm>
          </p:contentPart>
        </mc:Choice>
        <mc:Fallback>
          <p:pic>
            <p:nvPicPr>
              <p:cNvPr id="5" name="Ink 4">
                <a:extLst>
                  <a:ext uri="{FF2B5EF4-FFF2-40B4-BE49-F238E27FC236}">
                    <a16:creationId xmlns:a16="http://schemas.microsoft.com/office/drawing/2014/main" id="{E841D6EC-5D83-4A97-8F4D-E1DF481AC0FF}"/>
                  </a:ext>
                </a:extLst>
              </p:cNvPr>
              <p:cNvPicPr/>
              <p:nvPr/>
            </p:nvPicPr>
            <p:blipFill>
              <a:blip r:embed="rId10"/>
              <a:stretch>
                <a:fillRect/>
              </a:stretch>
            </p:blipFill>
            <p:spPr>
              <a:xfrm>
                <a:off x="5208660" y="1715340"/>
                <a:ext cx="291600" cy="1321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6" name="Ink 5">
                <a:extLst>
                  <a:ext uri="{FF2B5EF4-FFF2-40B4-BE49-F238E27FC236}">
                    <a16:creationId xmlns:a16="http://schemas.microsoft.com/office/drawing/2014/main" id="{5579FD23-2A44-4FC7-A692-9BBB1E658EF1}"/>
                  </a:ext>
                </a:extLst>
              </p14:cNvPr>
              <p14:cNvContentPartPr/>
              <p14:nvPr/>
            </p14:nvContentPartPr>
            <p14:xfrm>
              <a:off x="5134860" y="3012780"/>
              <a:ext cx="293040" cy="112320"/>
            </p14:xfrm>
          </p:contentPart>
        </mc:Choice>
        <mc:Fallback>
          <p:pic>
            <p:nvPicPr>
              <p:cNvPr id="6" name="Ink 5">
                <a:extLst>
                  <a:ext uri="{FF2B5EF4-FFF2-40B4-BE49-F238E27FC236}">
                    <a16:creationId xmlns:a16="http://schemas.microsoft.com/office/drawing/2014/main" id="{5579FD23-2A44-4FC7-A692-9BBB1E658EF1}"/>
                  </a:ext>
                </a:extLst>
              </p:cNvPr>
              <p:cNvPicPr/>
              <p:nvPr/>
            </p:nvPicPr>
            <p:blipFill>
              <a:blip r:embed="rId12"/>
              <a:stretch>
                <a:fillRect/>
              </a:stretch>
            </p:blipFill>
            <p:spPr>
              <a:xfrm>
                <a:off x="5126220" y="3003780"/>
                <a:ext cx="310680" cy="129960"/>
              </a:xfrm>
              <a:prstGeom prst="rect">
                <a:avLst/>
              </a:prstGeom>
            </p:spPr>
          </p:pic>
        </mc:Fallback>
      </mc:AlternateContent>
      <p:grpSp>
        <p:nvGrpSpPr>
          <p:cNvPr id="9" name="Group 8">
            <a:extLst>
              <a:ext uri="{FF2B5EF4-FFF2-40B4-BE49-F238E27FC236}">
                <a16:creationId xmlns:a16="http://schemas.microsoft.com/office/drawing/2014/main" id="{4209287B-DCBC-49B8-8414-45F168D15602}"/>
              </a:ext>
            </a:extLst>
          </p:cNvPr>
          <p:cNvGrpSpPr/>
          <p:nvPr/>
        </p:nvGrpSpPr>
        <p:grpSpPr>
          <a:xfrm>
            <a:off x="2943900" y="4220940"/>
            <a:ext cx="528480" cy="38520"/>
            <a:chOff x="2943900" y="4220940"/>
            <a:chExt cx="528480" cy="38520"/>
          </a:xfrm>
        </p:grpSpPr>
        <mc:AlternateContent xmlns:mc="http://schemas.openxmlformats.org/markup-compatibility/2006">
          <mc:Choice xmlns:p14="http://schemas.microsoft.com/office/powerpoint/2010/main" Requires="p14">
            <p:contentPart p14:bwMode="auto" r:id="rId13">
              <p14:nvContentPartPr>
                <p14:cNvPr id="7" name="Ink 6">
                  <a:extLst>
                    <a:ext uri="{FF2B5EF4-FFF2-40B4-BE49-F238E27FC236}">
                      <a16:creationId xmlns:a16="http://schemas.microsoft.com/office/drawing/2014/main" id="{790C4D8C-D812-470E-A45D-6DD0BD9E96D2}"/>
                    </a:ext>
                  </a:extLst>
                </p14:cNvPr>
                <p14:cNvContentPartPr/>
                <p14:nvPr/>
              </p14:nvContentPartPr>
              <p14:xfrm>
                <a:off x="2954700" y="4220940"/>
                <a:ext cx="491760" cy="38520"/>
              </p14:xfrm>
            </p:contentPart>
          </mc:Choice>
          <mc:Fallback>
            <p:pic>
              <p:nvPicPr>
                <p:cNvPr id="7" name="Ink 6">
                  <a:extLst>
                    <a:ext uri="{FF2B5EF4-FFF2-40B4-BE49-F238E27FC236}">
                      <a16:creationId xmlns:a16="http://schemas.microsoft.com/office/drawing/2014/main" id="{790C4D8C-D812-470E-A45D-6DD0BD9E96D2}"/>
                    </a:ext>
                  </a:extLst>
                </p:cNvPr>
                <p:cNvPicPr/>
                <p:nvPr/>
              </p:nvPicPr>
              <p:blipFill>
                <a:blip r:embed="rId14"/>
                <a:stretch>
                  <a:fillRect/>
                </a:stretch>
              </p:blipFill>
              <p:spPr>
                <a:xfrm>
                  <a:off x="2946060" y="4211940"/>
                  <a:ext cx="50940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8" name="Ink 7">
                  <a:extLst>
                    <a:ext uri="{FF2B5EF4-FFF2-40B4-BE49-F238E27FC236}">
                      <a16:creationId xmlns:a16="http://schemas.microsoft.com/office/drawing/2014/main" id="{64673EF5-AD1B-48BA-A135-FA08C47C0717}"/>
                    </a:ext>
                  </a:extLst>
                </p14:cNvPr>
                <p14:cNvContentPartPr/>
                <p14:nvPr/>
              </p14:nvContentPartPr>
              <p14:xfrm>
                <a:off x="2943900" y="4249380"/>
                <a:ext cx="528480" cy="5400"/>
              </p14:xfrm>
            </p:contentPart>
          </mc:Choice>
          <mc:Fallback>
            <p:pic>
              <p:nvPicPr>
                <p:cNvPr id="8" name="Ink 7">
                  <a:extLst>
                    <a:ext uri="{FF2B5EF4-FFF2-40B4-BE49-F238E27FC236}">
                      <a16:creationId xmlns:a16="http://schemas.microsoft.com/office/drawing/2014/main" id="{64673EF5-AD1B-48BA-A135-FA08C47C0717}"/>
                    </a:ext>
                  </a:extLst>
                </p:cNvPr>
                <p:cNvPicPr/>
                <p:nvPr/>
              </p:nvPicPr>
              <p:blipFill>
                <a:blip r:embed="rId16"/>
                <a:stretch>
                  <a:fillRect/>
                </a:stretch>
              </p:blipFill>
              <p:spPr>
                <a:xfrm>
                  <a:off x="2934900" y="4240740"/>
                  <a:ext cx="546120" cy="23040"/>
                </a:xfrm>
                <a:prstGeom prst="rect">
                  <a:avLst/>
                </a:prstGeom>
              </p:spPr>
            </p:pic>
          </mc:Fallback>
        </mc:AlternateContent>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3543B-6083-446B-802B-15184D2626D6}"/>
              </a:ext>
            </a:extLst>
          </p:cNvPr>
          <p:cNvSpPr>
            <a:spLocks noGrp="1"/>
          </p:cNvSpPr>
          <p:nvPr>
            <p:ph type="title"/>
          </p:nvPr>
        </p:nvSpPr>
        <p:spPr/>
        <p:txBody>
          <a:bodyPr>
            <a:normAutofit fontScale="90000"/>
          </a:bodyPr>
          <a:lstStyle/>
          <a:p>
            <a:r>
              <a:rPr lang="en-US" dirty="0"/>
              <a:t>Time Complexity</a:t>
            </a:r>
            <a:endParaRPr lang="en-IN" dirty="0"/>
          </a:p>
        </p:txBody>
      </p:sp>
      <p:sp>
        <p:nvSpPr>
          <p:cNvPr id="3" name="Text Placeholder 2">
            <a:extLst>
              <a:ext uri="{FF2B5EF4-FFF2-40B4-BE49-F238E27FC236}">
                <a16:creationId xmlns:a16="http://schemas.microsoft.com/office/drawing/2014/main" id="{179043A7-2150-49F0-95C3-971F405EE1D6}"/>
              </a:ext>
            </a:extLst>
          </p:cNvPr>
          <p:cNvSpPr>
            <a:spLocks noGrp="1"/>
          </p:cNvSpPr>
          <p:nvPr>
            <p:ph type="body" idx="1"/>
          </p:nvPr>
        </p:nvSpPr>
        <p:spPr/>
        <p:txBody>
          <a:bodyPr/>
          <a:lstStyle/>
          <a:p>
            <a:pPr marL="114300" indent="0">
              <a:buNone/>
            </a:pPr>
            <a:r>
              <a:rPr lang="en-US" dirty="0"/>
              <a:t>T(n)	=	O(1)	if n = 1</a:t>
            </a:r>
          </a:p>
          <a:p>
            <a:pPr marL="114300" indent="0">
              <a:buNone/>
            </a:pPr>
            <a:r>
              <a:rPr lang="en-US" dirty="0"/>
              <a:t>	=	O(1) + 2T(n/2) + n	if n&gt;1</a:t>
            </a:r>
          </a:p>
          <a:p>
            <a:pPr marL="114300" indent="0">
              <a:buNone/>
            </a:pPr>
            <a:endParaRPr lang="en-US" dirty="0"/>
          </a:p>
          <a:p>
            <a:pPr marL="114300" indent="0">
              <a:buNone/>
            </a:pPr>
            <a:r>
              <a:rPr lang="en-US" dirty="0"/>
              <a:t>n -&gt; Amount of time required for both divide and combine while going towards the top level or time complexity of merge procedure</a:t>
            </a:r>
          </a:p>
          <a:p>
            <a:pPr marL="114300" indent="0">
              <a:buNone/>
            </a:pPr>
            <a:endParaRPr lang="en-US" dirty="0"/>
          </a:p>
          <a:p>
            <a:pPr marL="114300" indent="0">
              <a:buNone/>
            </a:pPr>
            <a:r>
              <a:rPr lang="en-US" dirty="0"/>
              <a:t>T(n)	=	2T(n/2) + n</a:t>
            </a:r>
          </a:p>
          <a:p>
            <a:pPr marL="114300" indent="0">
              <a:buNone/>
            </a:pPr>
            <a:endParaRPr lang="en-US" dirty="0"/>
          </a:p>
          <a:p>
            <a:pPr marL="114300" indent="0">
              <a:buNone/>
            </a:pPr>
            <a:r>
              <a:rPr lang="en-US" dirty="0"/>
              <a:t>Solve this by master’s theorem – </a:t>
            </a:r>
            <a:r>
              <a:rPr lang="en-US" b="1" dirty="0">
                <a:solidFill>
                  <a:schemeClr val="accent5">
                    <a:lumMod val="75000"/>
                  </a:schemeClr>
                </a:solidFill>
              </a:rPr>
              <a:t>T(n) = O(n log n) [for every case]</a:t>
            </a:r>
          </a:p>
          <a:p>
            <a:pPr marL="114300" indent="0">
              <a:buNone/>
            </a:pPr>
            <a:endParaRPr lang="en-US" dirty="0"/>
          </a:p>
          <a:p>
            <a:pPr marL="114300" indent="0">
              <a:buNone/>
            </a:pPr>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517F2276-EE29-4628-82E0-551CF566BF0D}"/>
                  </a:ext>
                </a:extLst>
              </p14:cNvPr>
              <p14:cNvContentPartPr/>
              <p14:nvPr/>
            </p14:nvContentPartPr>
            <p14:xfrm>
              <a:off x="6182100" y="943140"/>
              <a:ext cx="136080" cy="21960"/>
            </p14:xfrm>
          </p:contentPart>
        </mc:Choice>
        <mc:Fallback>
          <p:pic>
            <p:nvPicPr>
              <p:cNvPr id="4" name="Ink 3">
                <a:extLst>
                  <a:ext uri="{FF2B5EF4-FFF2-40B4-BE49-F238E27FC236}">
                    <a16:creationId xmlns:a16="http://schemas.microsoft.com/office/drawing/2014/main" id="{517F2276-EE29-4628-82E0-551CF566BF0D}"/>
                  </a:ext>
                </a:extLst>
              </p:cNvPr>
              <p:cNvPicPr/>
              <p:nvPr/>
            </p:nvPicPr>
            <p:blipFill>
              <a:blip r:embed="rId3"/>
              <a:stretch>
                <a:fillRect/>
              </a:stretch>
            </p:blipFill>
            <p:spPr>
              <a:xfrm>
                <a:off x="6173460" y="934500"/>
                <a:ext cx="153720" cy="39600"/>
              </a:xfrm>
              <a:prstGeom prst="rect">
                <a:avLst/>
              </a:prstGeom>
            </p:spPr>
          </p:pic>
        </mc:Fallback>
      </mc:AlternateContent>
      <p:grpSp>
        <p:nvGrpSpPr>
          <p:cNvPr id="10" name="Group 9">
            <a:extLst>
              <a:ext uri="{FF2B5EF4-FFF2-40B4-BE49-F238E27FC236}">
                <a16:creationId xmlns:a16="http://schemas.microsoft.com/office/drawing/2014/main" id="{4BFFDD95-5106-481E-9206-95DB2E5A15FB}"/>
              </a:ext>
            </a:extLst>
          </p:cNvPr>
          <p:cNvGrpSpPr/>
          <p:nvPr/>
        </p:nvGrpSpPr>
        <p:grpSpPr>
          <a:xfrm>
            <a:off x="2270700" y="3448020"/>
            <a:ext cx="1113840" cy="48960"/>
            <a:chOff x="2270700" y="3448020"/>
            <a:chExt cx="1113840" cy="48960"/>
          </a:xfrm>
        </p:grpSpPr>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EB139E5B-4F7F-404D-A08A-E016C06EA5B0}"/>
                    </a:ext>
                  </a:extLst>
                </p14:cNvPr>
                <p14:cNvContentPartPr/>
                <p14:nvPr/>
              </p14:nvContentPartPr>
              <p14:xfrm>
                <a:off x="2290500" y="3451620"/>
                <a:ext cx="534600" cy="38520"/>
              </p14:xfrm>
            </p:contentPart>
          </mc:Choice>
          <mc:Fallback>
            <p:pic>
              <p:nvPicPr>
                <p:cNvPr id="5" name="Ink 4">
                  <a:extLst>
                    <a:ext uri="{FF2B5EF4-FFF2-40B4-BE49-F238E27FC236}">
                      <a16:creationId xmlns:a16="http://schemas.microsoft.com/office/drawing/2014/main" id="{EB139E5B-4F7F-404D-A08A-E016C06EA5B0}"/>
                    </a:ext>
                  </a:extLst>
                </p:cNvPr>
                <p:cNvPicPr/>
                <p:nvPr/>
              </p:nvPicPr>
              <p:blipFill>
                <a:blip r:embed="rId5"/>
                <a:stretch>
                  <a:fillRect/>
                </a:stretch>
              </p:blipFill>
              <p:spPr>
                <a:xfrm>
                  <a:off x="2281860" y="3442620"/>
                  <a:ext cx="55224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03A280DB-87EA-4063-BDC6-2FF8E015F199}"/>
                    </a:ext>
                  </a:extLst>
                </p14:cNvPr>
                <p14:cNvContentPartPr/>
                <p14:nvPr/>
              </p14:nvContentPartPr>
              <p14:xfrm>
                <a:off x="3068460" y="3473220"/>
                <a:ext cx="316080" cy="4680"/>
              </p14:xfrm>
            </p:contentPart>
          </mc:Choice>
          <mc:Fallback>
            <p:pic>
              <p:nvPicPr>
                <p:cNvPr id="6" name="Ink 5">
                  <a:extLst>
                    <a:ext uri="{FF2B5EF4-FFF2-40B4-BE49-F238E27FC236}">
                      <a16:creationId xmlns:a16="http://schemas.microsoft.com/office/drawing/2014/main" id="{03A280DB-87EA-4063-BDC6-2FF8E015F199}"/>
                    </a:ext>
                  </a:extLst>
                </p:cNvPr>
                <p:cNvPicPr/>
                <p:nvPr/>
              </p:nvPicPr>
              <p:blipFill>
                <a:blip r:embed="rId7"/>
                <a:stretch>
                  <a:fillRect/>
                </a:stretch>
              </p:blipFill>
              <p:spPr>
                <a:xfrm>
                  <a:off x="3059820" y="3464580"/>
                  <a:ext cx="333720" cy="223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57560CA0-E8F6-49FB-AE85-DF795A547AD6}"/>
                    </a:ext>
                  </a:extLst>
                </p14:cNvPr>
                <p14:cNvContentPartPr/>
                <p14:nvPr/>
              </p14:nvContentPartPr>
              <p14:xfrm>
                <a:off x="2320740" y="3487980"/>
                <a:ext cx="425880" cy="9000"/>
              </p14:xfrm>
            </p:contentPart>
          </mc:Choice>
          <mc:Fallback>
            <p:pic>
              <p:nvPicPr>
                <p:cNvPr id="7" name="Ink 6">
                  <a:extLst>
                    <a:ext uri="{FF2B5EF4-FFF2-40B4-BE49-F238E27FC236}">
                      <a16:creationId xmlns:a16="http://schemas.microsoft.com/office/drawing/2014/main" id="{57560CA0-E8F6-49FB-AE85-DF795A547AD6}"/>
                    </a:ext>
                  </a:extLst>
                </p:cNvPr>
                <p:cNvPicPr/>
                <p:nvPr/>
              </p:nvPicPr>
              <p:blipFill>
                <a:blip r:embed="rId9"/>
                <a:stretch>
                  <a:fillRect/>
                </a:stretch>
              </p:blipFill>
              <p:spPr>
                <a:xfrm>
                  <a:off x="2312100" y="3479340"/>
                  <a:ext cx="44352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CBB89BA9-1A80-4D3A-91FA-E0747B58954F}"/>
                    </a:ext>
                  </a:extLst>
                </p14:cNvPr>
                <p14:cNvContentPartPr/>
                <p14:nvPr/>
              </p14:nvContentPartPr>
              <p14:xfrm>
                <a:off x="2270700" y="3448020"/>
                <a:ext cx="483120" cy="40320"/>
              </p14:xfrm>
            </p:contentPart>
          </mc:Choice>
          <mc:Fallback>
            <p:pic>
              <p:nvPicPr>
                <p:cNvPr id="8" name="Ink 7">
                  <a:extLst>
                    <a:ext uri="{FF2B5EF4-FFF2-40B4-BE49-F238E27FC236}">
                      <a16:creationId xmlns:a16="http://schemas.microsoft.com/office/drawing/2014/main" id="{CBB89BA9-1A80-4D3A-91FA-E0747B58954F}"/>
                    </a:ext>
                  </a:extLst>
                </p:cNvPr>
                <p:cNvPicPr/>
                <p:nvPr/>
              </p:nvPicPr>
              <p:blipFill>
                <a:blip r:embed="rId11"/>
                <a:stretch>
                  <a:fillRect/>
                </a:stretch>
              </p:blipFill>
              <p:spPr>
                <a:xfrm>
                  <a:off x="2261700" y="3439020"/>
                  <a:ext cx="500760" cy="579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2507A391-7C65-405A-B4CF-2213FA2D85B5}"/>
                    </a:ext>
                  </a:extLst>
                </p14:cNvPr>
                <p14:cNvContentPartPr/>
                <p14:nvPr/>
              </p14:nvContentPartPr>
              <p14:xfrm>
                <a:off x="3040740" y="3491580"/>
                <a:ext cx="322560" cy="2160"/>
              </p14:xfrm>
            </p:contentPart>
          </mc:Choice>
          <mc:Fallback>
            <p:pic>
              <p:nvPicPr>
                <p:cNvPr id="9" name="Ink 8">
                  <a:extLst>
                    <a:ext uri="{FF2B5EF4-FFF2-40B4-BE49-F238E27FC236}">
                      <a16:creationId xmlns:a16="http://schemas.microsoft.com/office/drawing/2014/main" id="{2507A391-7C65-405A-B4CF-2213FA2D85B5}"/>
                    </a:ext>
                  </a:extLst>
                </p:cNvPr>
                <p:cNvPicPr/>
                <p:nvPr/>
              </p:nvPicPr>
              <p:blipFill>
                <a:blip r:embed="rId13"/>
                <a:stretch>
                  <a:fillRect/>
                </a:stretch>
              </p:blipFill>
              <p:spPr>
                <a:xfrm>
                  <a:off x="3031740" y="3482580"/>
                  <a:ext cx="340200" cy="198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4">
            <p14:nvContentPartPr>
              <p14:cNvPr id="11" name="Ink 10">
                <a:extLst>
                  <a:ext uri="{FF2B5EF4-FFF2-40B4-BE49-F238E27FC236}">
                    <a16:creationId xmlns:a16="http://schemas.microsoft.com/office/drawing/2014/main" id="{FB3750F3-CEAB-40AC-8FE0-4DC0CD4DACA4}"/>
                  </a:ext>
                </a:extLst>
              </p14:cNvPr>
              <p14:cNvContentPartPr/>
              <p14:nvPr/>
            </p14:nvContentPartPr>
            <p14:xfrm>
              <a:off x="2248740" y="1883820"/>
              <a:ext cx="284400" cy="28800"/>
            </p14:xfrm>
          </p:contentPart>
        </mc:Choice>
        <mc:Fallback>
          <p:pic>
            <p:nvPicPr>
              <p:cNvPr id="11" name="Ink 10">
                <a:extLst>
                  <a:ext uri="{FF2B5EF4-FFF2-40B4-BE49-F238E27FC236}">
                    <a16:creationId xmlns:a16="http://schemas.microsoft.com/office/drawing/2014/main" id="{FB3750F3-CEAB-40AC-8FE0-4DC0CD4DACA4}"/>
                  </a:ext>
                </a:extLst>
              </p:cNvPr>
              <p:cNvPicPr/>
              <p:nvPr/>
            </p:nvPicPr>
            <p:blipFill>
              <a:blip r:embed="rId15"/>
              <a:stretch>
                <a:fillRect/>
              </a:stretch>
            </p:blipFill>
            <p:spPr>
              <a:xfrm>
                <a:off x="2239740" y="1875180"/>
                <a:ext cx="302040" cy="464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2" name="Ink 11">
                <a:extLst>
                  <a:ext uri="{FF2B5EF4-FFF2-40B4-BE49-F238E27FC236}">
                    <a16:creationId xmlns:a16="http://schemas.microsoft.com/office/drawing/2014/main" id="{84D3C9D4-4D46-47F1-A3BE-195155E8FDCE}"/>
                  </a:ext>
                </a:extLst>
              </p14:cNvPr>
              <p14:cNvContentPartPr/>
              <p14:nvPr/>
            </p14:nvContentPartPr>
            <p14:xfrm>
              <a:off x="2912940" y="1858260"/>
              <a:ext cx="594720" cy="32040"/>
            </p14:xfrm>
          </p:contentPart>
        </mc:Choice>
        <mc:Fallback>
          <p:pic>
            <p:nvPicPr>
              <p:cNvPr id="12" name="Ink 11">
                <a:extLst>
                  <a:ext uri="{FF2B5EF4-FFF2-40B4-BE49-F238E27FC236}">
                    <a16:creationId xmlns:a16="http://schemas.microsoft.com/office/drawing/2014/main" id="{84D3C9D4-4D46-47F1-A3BE-195155E8FDCE}"/>
                  </a:ext>
                </a:extLst>
              </p:cNvPr>
              <p:cNvPicPr/>
              <p:nvPr/>
            </p:nvPicPr>
            <p:blipFill>
              <a:blip r:embed="rId17"/>
              <a:stretch>
                <a:fillRect/>
              </a:stretch>
            </p:blipFill>
            <p:spPr>
              <a:xfrm>
                <a:off x="2904300" y="1849260"/>
                <a:ext cx="612360" cy="49680"/>
              </a:xfrm>
              <a:prstGeom prst="rect">
                <a:avLst/>
              </a:prstGeom>
            </p:spPr>
          </p:pic>
        </mc:Fallback>
      </mc:AlternateContent>
      <p:grpSp>
        <p:nvGrpSpPr>
          <p:cNvPr id="17" name="Group 16">
            <a:extLst>
              <a:ext uri="{FF2B5EF4-FFF2-40B4-BE49-F238E27FC236}">
                <a16:creationId xmlns:a16="http://schemas.microsoft.com/office/drawing/2014/main" id="{D582A458-E612-4C8F-A2DD-83C683D67361}"/>
              </a:ext>
            </a:extLst>
          </p:cNvPr>
          <p:cNvGrpSpPr/>
          <p:nvPr/>
        </p:nvGrpSpPr>
        <p:grpSpPr>
          <a:xfrm>
            <a:off x="3752460" y="1888140"/>
            <a:ext cx="306720" cy="63720"/>
            <a:chOff x="3752460" y="1888140"/>
            <a:chExt cx="306720" cy="63720"/>
          </a:xfrm>
        </p:grpSpPr>
        <mc:AlternateContent xmlns:mc="http://schemas.openxmlformats.org/markup-compatibility/2006">
          <mc:Choice xmlns:p14="http://schemas.microsoft.com/office/powerpoint/2010/main" Requires="p14">
            <p:contentPart p14:bwMode="auto" r:id="rId18">
              <p14:nvContentPartPr>
                <p14:cNvPr id="13" name="Ink 12">
                  <a:extLst>
                    <a:ext uri="{FF2B5EF4-FFF2-40B4-BE49-F238E27FC236}">
                      <a16:creationId xmlns:a16="http://schemas.microsoft.com/office/drawing/2014/main" id="{13A3A6D4-F82B-4673-A189-AD12E8C730D5}"/>
                    </a:ext>
                  </a:extLst>
                </p14:cNvPr>
                <p14:cNvContentPartPr/>
                <p14:nvPr/>
              </p14:nvContentPartPr>
              <p14:xfrm>
                <a:off x="3775500" y="1900380"/>
                <a:ext cx="195480" cy="37440"/>
              </p14:xfrm>
            </p:contentPart>
          </mc:Choice>
          <mc:Fallback>
            <p:pic>
              <p:nvPicPr>
                <p:cNvPr id="13" name="Ink 12">
                  <a:extLst>
                    <a:ext uri="{FF2B5EF4-FFF2-40B4-BE49-F238E27FC236}">
                      <a16:creationId xmlns:a16="http://schemas.microsoft.com/office/drawing/2014/main" id="{13A3A6D4-F82B-4673-A189-AD12E8C730D5}"/>
                    </a:ext>
                  </a:extLst>
                </p:cNvPr>
                <p:cNvPicPr/>
                <p:nvPr/>
              </p:nvPicPr>
              <p:blipFill>
                <a:blip r:embed="rId19"/>
                <a:stretch>
                  <a:fillRect/>
                </a:stretch>
              </p:blipFill>
              <p:spPr>
                <a:xfrm>
                  <a:off x="3766500" y="1891380"/>
                  <a:ext cx="213120" cy="550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4" name="Ink 13">
                  <a:extLst>
                    <a:ext uri="{FF2B5EF4-FFF2-40B4-BE49-F238E27FC236}">
                      <a16:creationId xmlns:a16="http://schemas.microsoft.com/office/drawing/2014/main" id="{025F9459-9AFD-4419-A9DE-92E5DA189331}"/>
                    </a:ext>
                  </a:extLst>
                </p14:cNvPr>
                <p14:cNvContentPartPr/>
                <p14:nvPr/>
              </p14:nvContentPartPr>
              <p14:xfrm>
                <a:off x="3804300" y="1915140"/>
                <a:ext cx="237240" cy="7560"/>
              </p14:xfrm>
            </p:contentPart>
          </mc:Choice>
          <mc:Fallback>
            <p:pic>
              <p:nvPicPr>
                <p:cNvPr id="14" name="Ink 13">
                  <a:extLst>
                    <a:ext uri="{FF2B5EF4-FFF2-40B4-BE49-F238E27FC236}">
                      <a16:creationId xmlns:a16="http://schemas.microsoft.com/office/drawing/2014/main" id="{025F9459-9AFD-4419-A9DE-92E5DA189331}"/>
                    </a:ext>
                  </a:extLst>
                </p:cNvPr>
                <p:cNvPicPr/>
                <p:nvPr/>
              </p:nvPicPr>
              <p:blipFill>
                <a:blip r:embed="rId21"/>
                <a:stretch>
                  <a:fillRect/>
                </a:stretch>
              </p:blipFill>
              <p:spPr>
                <a:xfrm>
                  <a:off x="3795300" y="1906140"/>
                  <a:ext cx="254880" cy="252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5" name="Ink 14">
                  <a:extLst>
                    <a:ext uri="{FF2B5EF4-FFF2-40B4-BE49-F238E27FC236}">
                      <a16:creationId xmlns:a16="http://schemas.microsoft.com/office/drawing/2014/main" id="{24680684-2D15-4FB1-9F92-94D7C2BE17E3}"/>
                    </a:ext>
                  </a:extLst>
                </p14:cNvPr>
                <p14:cNvContentPartPr/>
                <p14:nvPr/>
              </p14:nvContentPartPr>
              <p14:xfrm>
                <a:off x="3796020" y="1924500"/>
                <a:ext cx="235080" cy="27360"/>
              </p14:xfrm>
            </p:contentPart>
          </mc:Choice>
          <mc:Fallback>
            <p:pic>
              <p:nvPicPr>
                <p:cNvPr id="15" name="Ink 14">
                  <a:extLst>
                    <a:ext uri="{FF2B5EF4-FFF2-40B4-BE49-F238E27FC236}">
                      <a16:creationId xmlns:a16="http://schemas.microsoft.com/office/drawing/2014/main" id="{24680684-2D15-4FB1-9F92-94D7C2BE17E3}"/>
                    </a:ext>
                  </a:extLst>
                </p:cNvPr>
                <p:cNvPicPr/>
                <p:nvPr/>
              </p:nvPicPr>
              <p:blipFill>
                <a:blip r:embed="rId23"/>
                <a:stretch>
                  <a:fillRect/>
                </a:stretch>
              </p:blipFill>
              <p:spPr>
                <a:xfrm>
                  <a:off x="3787380" y="1915860"/>
                  <a:ext cx="25272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6" name="Ink 15">
                  <a:extLst>
                    <a:ext uri="{FF2B5EF4-FFF2-40B4-BE49-F238E27FC236}">
                      <a16:creationId xmlns:a16="http://schemas.microsoft.com/office/drawing/2014/main" id="{90DAF412-9DB5-41BD-821A-5A683A578EB2}"/>
                    </a:ext>
                  </a:extLst>
                </p14:cNvPr>
                <p14:cNvContentPartPr/>
                <p14:nvPr/>
              </p14:nvContentPartPr>
              <p14:xfrm>
                <a:off x="3752460" y="1888140"/>
                <a:ext cx="306720" cy="22680"/>
              </p14:xfrm>
            </p:contentPart>
          </mc:Choice>
          <mc:Fallback>
            <p:pic>
              <p:nvPicPr>
                <p:cNvPr id="16" name="Ink 15">
                  <a:extLst>
                    <a:ext uri="{FF2B5EF4-FFF2-40B4-BE49-F238E27FC236}">
                      <a16:creationId xmlns:a16="http://schemas.microsoft.com/office/drawing/2014/main" id="{90DAF412-9DB5-41BD-821A-5A683A578EB2}"/>
                    </a:ext>
                  </a:extLst>
                </p:cNvPr>
                <p:cNvPicPr/>
                <p:nvPr/>
              </p:nvPicPr>
              <p:blipFill>
                <a:blip r:embed="rId25"/>
                <a:stretch>
                  <a:fillRect/>
                </a:stretch>
              </p:blipFill>
              <p:spPr>
                <a:xfrm>
                  <a:off x="3743820" y="1879500"/>
                  <a:ext cx="324360" cy="40320"/>
                </a:xfrm>
                <a:prstGeom prst="rect">
                  <a:avLst/>
                </a:prstGeom>
              </p:spPr>
            </p:pic>
          </mc:Fallback>
        </mc:AlternateContent>
      </p:grpSp>
      <p:grpSp>
        <p:nvGrpSpPr>
          <p:cNvPr id="20" name="Group 19">
            <a:extLst>
              <a:ext uri="{FF2B5EF4-FFF2-40B4-BE49-F238E27FC236}">
                <a16:creationId xmlns:a16="http://schemas.microsoft.com/office/drawing/2014/main" id="{D27CB68D-D949-4DA6-A71D-6101FB649241}"/>
              </a:ext>
            </a:extLst>
          </p:cNvPr>
          <p:cNvGrpSpPr/>
          <p:nvPr/>
        </p:nvGrpSpPr>
        <p:grpSpPr>
          <a:xfrm>
            <a:off x="861660" y="2166420"/>
            <a:ext cx="571680" cy="745920"/>
            <a:chOff x="861660" y="2166420"/>
            <a:chExt cx="571680" cy="745920"/>
          </a:xfrm>
        </p:grpSpPr>
        <mc:AlternateContent xmlns:mc="http://schemas.openxmlformats.org/markup-compatibility/2006">
          <mc:Choice xmlns:p14="http://schemas.microsoft.com/office/powerpoint/2010/main" Requires="p14">
            <p:contentPart p14:bwMode="auto" r:id="rId26">
              <p14:nvContentPartPr>
                <p14:cNvPr id="18" name="Ink 17">
                  <a:extLst>
                    <a:ext uri="{FF2B5EF4-FFF2-40B4-BE49-F238E27FC236}">
                      <a16:creationId xmlns:a16="http://schemas.microsoft.com/office/drawing/2014/main" id="{C62E7E90-C7CF-468B-8130-02B76DA2E63F}"/>
                    </a:ext>
                  </a:extLst>
                </p14:cNvPr>
                <p14:cNvContentPartPr/>
                <p14:nvPr/>
              </p14:nvContentPartPr>
              <p14:xfrm>
                <a:off x="861660" y="2166420"/>
                <a:ext cx="247680" cy="406440"/>
              </p14:xfrm>
            </p:contentPart>
          </mc:Choice>
          <mc:Fallback>
            <p:pic>
              <p:nvPicPr>
                <p:cNvPr id="18" name="Ink 17">
                  <a:extLst>
                    <a:ext uri="{FF2B5EF4-FFF2-40B4-BE49-F238E27FC236}">
                      <a16:creationId xmlns:a16="http://schemas.microsoft.com/office/drawing/2014/main" id="{C62E7E90-C7CF-468B-8130-02B76DA2E63F}"/>
                    </a:ext>
                  </a:extLst>
                </p:cNvPr>
                <p:cNvPicPr/>
                <p:nvPr/>
              </p:nvPicPr>
              <p:blipFill>
                <a:blip r:embed="rId27"/>
                <a:stretch>
                  <a:fillRect/>
                </a:stretch>
              </p:blipFill>
              <p:spPr>
                <a:xfrm>
                  <a:off x="852660" y="2157780"/>
                  <a:ext cx="265320" cy="4240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9" name="Ink 18">
                  <a:extLst>
                    <a:ext uri="{FF2B5EF4-FFF2-40B4-BE49-F238E27FC236}">
                      <a16:creationId xmlns:a16="http://schemas.microsoft.com/office/drawing/2014/main" id="{8089D78A-7EE6-4853-8CE3-74535C681613}"/>
                    </a:ext>
                  </a:extLst>
                </p14:cNvPr>
                <p14:cNvContentPartPr/>
                <p14:nvPr/>
              </p14:nvContentPartPr>
              <p14:xfrm>
                <a:off x="1275300" y="2447580"/>
                <a:ext cx="158040" cy="464760"/>
              </p14:xfrm>
            </p:contentPart>
          </mc:Choice>
          <mc:Fallback>
            <p:pic>
              <p:nvPicPr>
                <p:cNvPr id="19" name="Ink 18">
                  <a:extLst>
                    <a:ext uri="{FF2B5EF4-FFF2-40B4-BE49-F238E27FC236}">
                      <a16:creationId xmlns:a16="http://schemas.microsoft.com/office/drawing/2014/main" id="{8089D78A-7EE6-4853-8CE3-74535C681613}"/>
                    </a:ext>
                  </a:extLst>
                </p:cNvPr>
                <p:cNvPicPr/>
                <p:nvPr/>
              </p:nvPicPr>
              <p:blipFill>
                <a:blip r:embed="rId29"/>
                <a:stretch>
                  <a:fillRect/>
                </a:stretch>
              </p:blipFill>
              <p:spPr>
                <a:xfrm>
                  <a:off x="1266660" y="2438940"/>
                  <a:ext cx="175680" cy="482400"/>
                </a:xfrm>
                <a:prstGeom prst="rect">
                  <a:avLst/>
                </a:prstGeom>
              </p:spPr>
            </p:pic>
          </mc:Fallback>
        </mc:AlternateContent>
      </p:grpSp>
      <p:grpSp>
        <p:nvGrpSpPr>
          <p:cNvPr id="24" name="Group 23">
            <a:extLst>
              <a:ext uri="{FF2B5EF4-FFF2-40B4-BE49-F238E27FC236}">
                <a16:creationId xmlns:a16="http://schemas.microsoft.com/office/drawing/2014/main" id="{D13691F9-B233-41B7-BB03-E6EA910BF50F}"/>
              </a:ext>
            </a:extLst>
          </p:cNvPr>
          <p:cNvGrpSpPr/>
          <p:nvPr/>
        </p:nvGrpSpPr>
        <p:grpSpPr>
          <a:xfrm>
            <a:off x="4451580" y="4063980"/>
            <a:ext cx="1013400" cy="74880"/>
            <a:chOff x="4451580" y="4063980"/>
            <a:chExt cx="1013400" cy="74880"/>
          </a:xfrm>
        </p:grpSpPr>
        <mc:AlternateContent xmlns:mc="http://schemas.openxmlformats.org/markup-compatibility/2006">
          <mc:Choice xmlns:p14="http://schemas.microsoft.com/office/powerpoint/2010/main" Requires="p14">
            <p:contentPart p14:bwMode="auto" r:id="rId30">
              <p14:nvContentPartPr>
                <p14:cNvPr id="21" name="Ink 20">
                  <a:extLst>
                    <a:ext uri="{FF2B5EF4-FFF2-40B4-BE49-F238E27FC236}">
                      <a16:creationId xmlns:a16="http://schemas.microsoft.com/office/drawing/2014/main" id="{8203EEA4-3499-4607-B41D-8A91B20304E4}"/>
                    </a:ext>
                  </a:extLst>
                </p14:cNvPr>
                <p14:cNvContentPartPr/>
                <p14:nvPr/>
              </p14:nvContentPartPr>
              <p14:xfrm>
                <a:off x="4451580" y="4063980"/>
                <a:ext cx="1013400" cy="34200"/>
              </p14:xfrm>
            </p:contentPart>
          </mc:Choice>
          <mc:Fallback>
            <p:pic>
              <p:nvPicPr>
                <p:cNvPr id="21" name="Ink 20">
                  <a:extLst>
                    <a:ext uri="{FF2B5EF4-FFF2-40B4-BE49-F238E27FC236}">
                      <a16:creationId xmlns:a16="http://schemas.microsoft.com/office/drawing/2014/main" id="{8203EEA4-3499-4607-B41D-8A91B20304E4}"/>
                    </a:ext>
                  </a:extLst>
                </p:cNvPr>
                <p:cNvPicPr/>
                <p:nvPr/>
              </p:nvPicPr>
              <p:blipFill>
                <a:blip r:embed="rId31"/>
                <a:stretch>
                  <a:fillRect/>
                </a:stretch>
              </p:blipFill>
              <p:spPr>
                <a:xfrm>
                  <a:off x="4442940" y="4055340"/>
                  <a:ext cx="1031040" cy="518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22" name="Ink 21">
                  <a:extLst>
                    <a:ext uri="{FF2B5EF4-FFF2-40B4-BE49-F238E27FC236}">
                      <a16:creationId xmlns:a16="http://schemas.microsoft.com/office/drawing/2014/main" id="{2E9C9BD9-F533-4DCF-AD62-351350D16BF9}"/>
                    </a:ext>
                  </a:extLst>
                </p14:cNvPr>
                <p14:cNvContentPartPr/>
                <p14:nvPr/>
              </p14:nvContentPartPr>
              <p14:xfrm>
                <a:off x="4530780" y="4101420"/>
                <a:ext cx="932760" cy="18720"/>
              </p14:xfrm>
            </p:contentPart>
          </mc:Choice>
          <mc:Fallback>
            <p:pic>
              <p:nvPicPr>
                <p:cNvPr id="22" name="Ink 21">
                  <a:extLst>
                    <a:ext uri="{FF2B5EF4-FFF2-40B4-BE49-F238E27FC236}">
                      <a16:creationId xmlns:a16="http://schemas.microsoft.com/office/drawing/2014/main" id="{2E9C9BD9-F533-4DCF-AD62-351350D16BF9}"/>
                    </a:ext>
                  </a:extLst>
                </p:cNvPr>
                <p:cNvPicPr/>
                <p:nvPr/>
              </p:nvPicPr>
              <p:blipFill>
                <a:blip r:embed="rId33"/>
                <a:stretch>
                  <a:fillRect/>
                </a:stretch>
              </p:blipFill>
              <p:spPr>
                <a:xfrm>
                  <a:off x="4522140" y="4092420"/>
                  <a:ext cx="950400" cy="363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3" name="Ink 22">
                  <a:extLst>
                    <a:ext uri="{FF2B5EF4-FFF2-40B4-BE49-F238E27FC236}">
                      <a16:creationId xmlns:a16="http://schemas.microsoft.com/office/drawing/2014/main" id="{18C33BCE-D185-4AF7-815E-90DF6DB3B61E}"/>
                    </a:ext>
                  </a:extLst>
                </p14:cNvPr>
                <p14:cNvContentPartPr/>
                <p14:nvPr/>
              </p14:nvContentPartPr>
              <p14:xfrm>
                <a:off x="4589100" y="4094220"/>
                <a:ext cx="617400" cy="44640"/>
              </p14:xfrm>
            </p:contentPart>
          </mc:Choice>
          <mc:Fallback>
            <p:pic>
              <p:nvPicPr>
                <p:cNvPr id="23" name="Ink 22">
                  <a:extLst>
                    <a:ext uri="{FF2B5EF4-FFF2-40B4-BE49-F238E27FC236}">
                      <a16:creationId xmlns:a16="http://schemas.microsoft.com/office/drawing/2014/main" id="{18C33BCE-D185-4AF7-815E-90DF6DB3B61E}"/>
                    </a:ext>
                  </a:extLst>
                </p:cNvPr>
                <p:cNvPicPr/>
                <p:nvPr/>
              </p:nvPicPr>
              <p:blipFill>
                <a:blip r:embed="rId35"/>
                <a:stretch>
                  <a:fillRect/>
                </a:stretch>
              </p:blipFill>
              <p:spPr>
                <a:xfrm>
                  <a:off x="4580460" y="4085580"/>
                  <a:ext cx="635040" cy="62280"/>
                </a:xfrm>
                <a:prstGeom prst="rect">
                  <a:avLst/>
                </a:prstGeom>
              </p:spPr>
            </p:pic>
          </mc:Fallback>
        </mc:AlternateContent>
      </p:grpSp>
    </p:spTree>
    <p:extLst>
      <p:ext uri="{BB962C8B-B14F-4D97-AF65-F5344CB8AC3E}">
        <p14:creationId xmlns:p14="http://schemas.microsoft.com/office/powerpoint/2010/main" val="106611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91EAB-8774-4FBD-9AA5-5866974F8198}"/>
              </a:ext>
            </a:extLst>
          </p:cNvPr>
          <p:cNvSpPr>
            <a:spLocks noGrp="1"/>
          </p:cNvSpPr>
          <p:nvPr>
            <p:ph type="title"/>
          </p:nvPr>
        </p:nvSpPr>
        <p:spPr/>
        <p:txBody>
          <a:bodyPr>
            <a:normAutofit fontScale="90000"/>
          </a:bodyPr>
          <a:lstStyle/>
          <a:p>
            <a:r>
              <a:rPr lang="en-US" dirty="0"/>
              <a:t>Space Complexity</a:t>
            </a:r>
            <a:endParaRPr lang="en-IN" dirty="0"/>
          </a:p>
        </p:txBody>
      </p:sp>
      <p:sp>
        <p:nvSpPr>
          <p:cNvPr id="3" name="Text Placeholder 2">
            <a:extLst>
              <a:ext uri="{FF2B5EF4-FFF2-40B4-BE49-F238E27FC236}">
                <a16:creationId xmlns:a16="http://schemas.microsoft.com/office/drawing/2014/main" id="{05E3E711-2612-45D4-92F0-B6DD1066CB8E}"/>
              </a:ext>
            </a:extLst>
          </p:cNvPr>
          <p:cNvSpPr>
            <a:spLocks noGrp="1"/>
          </p:cNvSpPr>
          <p:nvPr>
            <p:ph type="body" idx="1"/>
          </p:nvPr>
        </p:nvSpPr>
        <p:spPr/>
        <p:txBody>
          <a:bodyPr/>
          <a:lstStyle/>
          <a:p>
            <a:pPr marL="114300" indent="0">
              <a:buNone/>
            </a:pPr>
            <a:r>
              <a:rPr lang="en-US" dirty="0"/>
              <a:t>Space Complexity – Extra Space Required </a:t>
            </a:r>
          </a:p>
          <a:p>
            <a:pPr marL="114300" indent="0">
              <a:buNone/>
            </a:pPr>
            <a:endParaRPr lang="en-US" dirty="0"/>
          </a:p>
          <a:p>
            <a:pPr marL="114300" indent="0">
              <a:buNone/>
            </a:pPr>
            <a:r>
              <a:rPr lang="en-US" dirty="0"/>
              <a:t>Stack + Merge algorithm (Moves)</a:t>
            </a:r>
            <a:endParaRPr lang="en-IN" dirty="0"/>
          </a:p>
          <a:p>
            <a:pPr marL="114300" indent="0">
              <a:buNone/>
            </a:pPr>
            <a:r>
              <a:rPr lang="en-US" dirty="0"/>
              <a:t>log n + n</a:t>
            </a:r>
          </a:p>
          <a:p>
            <a:pPr marL="114300" indent="0">
              <a:buNone/>
            </a:pPr>
            <a:r>
              <a:rPr lang="en-US" dirty="0"/>
              <a:t>O(n)</a:t>
            </a:r>
          </a:p>
          <a:p>
            <a:pPr marL="114300" indent="0">
              <a:buNone/>
            </a:pPr>
            <a:endParaRPr lang="en-IN" b="1" dirty="0">
              <a:solidFill>
                <a:schemeClr val="accent5">
                  <a:lumMod val="75000"/>
                </a:schemeClr>
              </a:solidFill>
            </a:endParaRPr>
          </a:p>
          <a:p>
            <a:pPr marL="114300" indent="0">
              <a:buNone/>
            </a:pPr>
            <a:r>
              <a:rPr lang="en-IN" b="1" dirty="0">
                <a:solidFill>
                  <a:schemeClr val="accent5">
                    <a:lumMod val="75000"/>
                  </a:schemeClr>
                </a:solidFill>
              </a:rPr>
              <a:t>Important Points :</a:t>
            </a:r>
          </a:p>
          <a:p>
            <a:pPr>
              <a:buAutoNum type="arabicPeriod"/>
            </a:pPr>
            <a:r>
              <a:rPr lang="en-US" dirty="0"/>
              <a:t>Merge Sort is an out-place algorithm.</a:t>
            </a:r>
          </a:p>
          <a:p>
            <a:pPr>
              <a:buAutoNum type="arabicPeriod"/>
            </a:pPr>
            <a:r>
              <a:rPr lang="en-US" dirty="0"/>
              <a:t>Larger size array – Merge Sort algorithm is preferred</a:t>
            </a:r>
            <a:endParaRPr lang="en-IN" dirty="0"/>
          </a:p>
          <a:p>
            <a:pPr marL="114300" indent="0">
              <a:buNone/>
            </a:pPr>
            <a:endParaRPr lang="en-US" dirty="0"/>
          </a:p>
        </p:txBody>
      </p:sp>
      <p:grpSp>
        <p:nvGrpSpPr>
          <p:cNvPr id="7" name="Group 6">
            <a:extLst>
              <a:ext uri="{FF2B5EF4-FFF2-40B4-BE49-F238E27FC236}">
                <a16:creationId xmlns:a16="http://schemas.microsoft.com/office/drawing/2014/main" id="{EB920CAA-F10A-42AB-A73D-F4AAE9076089}"/>
              </a:ext>
            </a:extLst>
          </p:cNvPr>
          <p:cNvGrpSpPr/>
          <p:nvPr/>
        </p:nvGrpSpPr>
        <p:grpSpPr>
          <a:xfrm>
            <a:off x="378540" y="1870140"/>
            <a:ext cx="756360" cy="378000"/>
            <a:chOff x="378540" y="1870140"/>
            <a:chExt cx="756360" cy="37800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BBF127C6-AA0E-44BD-8930-A13D5491A204}"/>
                    </a:ext>
                  </a:extLst>
                </p14:cNvPr>
                <p14:cNvContentPartPr/>
                <p14:nvPr/>
              </p14:nvContentPartPr>
              <p14:xfrm>
                <a:off x="378540" y="1876980"/>
                <a:ext cx="309960" cy="357120"/>
              </p14:xfrm>
            </p:contentPart>
          </mc:Choice>
          <mc:Fallback>
            <p:pic>
              <p:nvPicPr>
                <p:cNvPr id="4" name="Ink 3">
                  <a:extLst>
                    <a:ext uri="{FF2B5EF4-FFF2-40B4-BE49-F238E27FC236}">
                      <a16:creationId xmlns:a16="http://schemas.microsoft.com/office/drawing/2014/main" id="{BBF127C6-AA0E-44BD-8930-A13D5491A204}"/>
                    </a:ext>
                  </a:extLst>
                </p:cNvPr>
                <p:cNvPicPr/>
                <p:nvPr/>
              </p:nvPicPr>
              <p:blipFill>
                <a:blip r:embed="rId3"/>
                <a:stretch>
                  <a:fillRect/>
                </a:stretch>
              </p:blipFill>
              <p:spPr>
                <a:xfrm>
                  <a:off x="369900" y="1867980"/>
                  <a:ext cx="327600" cy="3747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B6A16AAD-AD39-455B-AFA0-77D825982A84}"/>
                    </a:ext>
                  </a:extLst>
                </p14:cNvPr>
                <p14:cNvContentPartPr/>
                <p14:nvPr/>
              </p14:nvContentPartPr>
              <p14:xfrm>
                <a:off x="997380" y="1870140"/>
                <a:ext cx="137520" cy="378000"/>
              </p14:xfrm>
            </p:contentPart>
          </mc:Choice>
          <mc:Fallback>
            <p:pic>
              <p:nvPicPr>
                <p:cNvPr id="5" name="Ink 4">
                  <a:extLst>
                    <a:ext uri="{FF2B5EF4-FFF2-40B4-BE49-F238E27FC236}">
                      <a16:creationId xmlns:a16="http://schemas.microsoft.com/office/drawing/2014/main" id="{B6A16AAD-AD39-455B-AFA0-77D825982A84}"/>
                    </a:ext>
                  </a:extLst>
                </p:cNvPr>
                <p:cNvPicPr/>
                <p:nvPr/>
              </p:nvPicPr>
              <p:blipFill>
                <a:blip r:embed="rId5"/>
                <a:stretch>
                  <a:fillRect/>
                </a:stretch>
              </p:blipFill>
              <p:spPr>
                <a:xfrm>
                  <a:off x="988380" y="1861140"/>
                  <a:ext cx="155160" cy="3956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A0CE83AD-06CD-4B13-8183-5C13F7BD2A34}"/>
                    </a:ext>
                  </a:extLst>
                </p14:cNvPr>
                <p14:cNvContentPartPr/>
                <p14:nvPr/>
              </p14:nvContentPartPr>
              <p14:xfrm>
                <a:off x="603180" y="2164620"/>
                <a:ext cx="385560" cy="7200"/>
              </p14:xfrm>
            </p:contentPart>
          </mc:Choice>
          <mc:Fallback>
            <p:pic>
              <p:nvPicPr>
                <p:cNvPr id="6" name="Ink 5">
                  <a:extLst>
                    <a:ext uri="{FF2B5EF4-FFF2-40B4-BE49-F238E27FC236}">
                      <a16:creationId xmlns:a16="http://schemas.microsoft.com/office/drawing/2014/main" id="{A0CE83AD-06CD-4B13-8183-5C13F7BD2A34}"/>
                    </a:ext>
                  </a:extLst>
                </p:cNvPr>
                <p:cNvPicPr/>
                <p:nvPr/>
              </p:nvPicPr>
              <p:blipFill>
                <a:blip r:embed="rId7"/>
                <a:stretch>
                  <a:fillRect/>
                </a:stretch>
              </p:blipFill>
              <p:spPr>
                <a:xfrm>
                  <a:off x="594540" y="2155620"/>
                  <a:ext cx="403200" cy="24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
            <p14:nvContentPartPr>
              <p14:cNvPr id="8" name="Ink 7">
                <a:extLst>
                  <a:ext uri="{FF2B5EF4-FFF2-40B4-BE49-F238E27FC236}">
                    <a16:creationId xmlns:a16="http://schemas.microsoft.com/office/drawing/2014/main" id="{F2FA59E4-E24F-40F2-9CB6-5CCEC596471C}"/>
                  </a:ext>
                </a:extLst>
              </p14:cNvPr>
              <p14:cNvContentPartPr/>
              <p14:nvPr/>
            </p14:nvContentPartPr>
            <p14:xfrm>
              <a:off x="1002060" y="2626860"/>
              <a:ext cx="306360" cy="97560"/>
            </p14:xfrm>
          </p:contentPart>
        </mc:Choice>
        <mc:Fallback>
          <p:pic>
            <p:nvPicPr>
              <p:cNvPr id="8" name="Ink 7">
                <a:extLst>
                  <a:ext uri="{FF2B5EF4-FFF2-40B4-BE49-F238E27FC236}">
                    <a16:creationId xmlns:a16="http://schemas.microsoft.com/office/drawing/2014/main" id="{F2FA59E4-E24F-40F2-9CB6-5CCEC596471C}"/>
                  </a:ext>
                </a:extLst>
              </p:cNvPr>
              <p:cNvPicPr/>
              <p:nvPr/>
            </p:nvPicPr>
            <p:blipFill>
              <a:blip r:embed="rId9"/>
              <a:stretch>
                <a:fillRect/>
              </a:stretch>
            </p:blipFill>
            <p:spPr>
              <a:xfrm>
                <a:off x="993060" y="2617860"/>
                <a:ext cx="32400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9" name="Ink 8">
                <a:extLst>
                  <a:ext uri="{FF2B5EF4-FFF2-40B4-BE49-F238E27FC236}">
                    <a16:creationId xmlns:a16="http://schemas.microsoft.com/office/drawing/2014/main" id="{0CFFC4C2-320B-4E23-937D-176AC1BA4F80}"/>
                  </a:ext>
                </a:extLst>
              </p14:cNvPr>
              <p14:cNvContentPartPr/>
              <p14:nvPr/>
            </p14:nvContentPartPr>
            <p14:xfrm>
              <a:off x="4649940" y="3516420"/>
              <a:ext cx="323640" cy="119880"/>
            </p14:xfrm>
          </p:contentPart>
        </mc:Choice>
        <mc:Fallback>
          <p:pic>
            <p:nvPicPr>
              <p:cNvPr id="9" name="Ink 8">
                <a:extLst>
                  <a:ext uri="{FF2B5EF4-FFF2-40B4-BE49-F238E27FC236}">
                    <a16:creationId xmlns:a16="http://schemas.microsoft.com/office/drawing/2014/main" id="{0CFFC4C2-320B-4E23-937D-176AC1BA4F80}"/>
                  </a:ext>
                </a:extLst>
              </p:cNvPr>
              <p:cNvPicPr/>
              <p:nvPr/>
            </p:nvPicPr>
            <p:blipFill>
              <a:blip r:embed="rId11"/>
              <a:stretch>
                <a:fillRect/>
              </a:stretch>
            </p:blipFill>
            <p:spPr>
              <a:xfrm>
                <a:off x="4640940" y="3507780"/>
                <a:ext cx="341280" cy="1375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0" name="Ink 9">
                <a:extLst>
                  <a:ext uri="{FF2B5EF4-FFF2-40B4-BE49-F238E27FC236}">
                    <a16:creationId xmlns:a16="http://schemas.microsoft.com/office/drawing/2014/main" id="{A4DE7CB6-46FA-4F77-8DB2-00EF86922513}"/>
                  </a:ext>
                </a:extLst>
              </p14:cNvPr>
              <p14:cNvContentPartPr/>
              <p14:nvPr/>
            </p14:nvContentPartPr>
            <p14:xfrm>
              <a:off x="2609460" y="3718380"/>
              <a:ext cx="435240" cy="11520"/>
            </p14:xfrm>
          </p:contentPart>
        </mc:Choice>
        <mc:Fallback>
          <p:pic>
            <p:nvPicPr>
              <p:cNvPr id="10" name="Ink 9">
                <a:extLst>
                  <a:ext uri="{FF2B5EF4-FFF2-40B4-BE49-F238E27FC236}">
                    <a16:creationId xmlns:a16="http://schemas.microsoft.com/office/drawing/2014/main" id="{A4DE7CB6-46FA-4F77-8DB2-00EF86922513}"/>
                  </a:ext>
                </a:extLst>
              </p:cNvPr>
              <p:cNvPicPr/>
              <p:nvPr/>
            </p:nvPicPr>
            <p:blipFill>
              <a:blip r:embed="rId13"/>
              <a:stretch>
                <a:fillRect/>
              </a:stretch>
            </p:blipFill>
            <p:spPr>
              <a:xfrm>
                <a:off x="2600820" y="3709740"/>
                <a:ext cx="452880" cy="29160"/>
              </a:xfrm>
              <a:prstGeom prst="rect">
                <a:avLst/>
              </a:prstGeom>
            </p:spPr>
          </p:pic>
        </mc:Fallback>
      </mc:AlternateContent>
      <p:grpSp>
        <p:nvGrpSpPr>
          <p:cNvPr id="13" name="Group 12">
            <a:extLst>
              <a:ext uri="{FF2B5EF4-FFF2-40B4-BE49-F238E27FC236}">
                <a16:creationId xmlns:a16="http://schemas.microsoft.com/office/drawing/2014/main" id="{64A9A85B-A344-4EC5-A093-3F5357226174}"/>
              </a:ext>
            </a:extLst>
          </p:cNvPr>
          <p:cNvGrpSpPr/>
          <p:nvPr/>
        </p:nvGrpSpPr>
        <p:grpSpPr>
          <a:xfrm>
            <a:off x="2506140" y="4063980"/>
            <a:ext cx="616680" cy="29160"/>
            <a:chOff x="2506140" y="4063980"/>
            <a:chExt cx="616680" cy="29160"/>
          </a:xfrm>
        </p:grpSpPr>
        <mc:AlternateContent xmlns:mc="http://schemas.openxmlformats.org/markup-compatibility/2006">
          <mc:Choice xmlns:p14="http://schemas.microsoft.com/office/powerpoint/2010/main" Requires="p14">
            <p:contentPart p14:bwMode="auto" r:id="rId14">
              <p14:nvContentPartPr>
                <p14:cNvPr id="11" name="Ink 10">
                  <a:extLst>
                    <a:ext uri="{FF2B5EF4-FFF2-40B4-BE49-F238E27FC236}">
                      <a16:creationId xmlns:a16="http://schemas.microsoft.com/office/drawing/2014/main" id="{830CAD93-CF89-4A5C-B811-3117FC968D8E}"/>
                    </a:ext>
                  </a:extLst>
                </p14:cNvPr>
                <p14:cNvContentPartPr/>
                <p14:nvPr/>
              </p14:nvContentPartPr>
              <p14:xfrm>
                <a:off x="2506140" y="4063980"/>
                <a:ext cx="615960" cy="15840"/>
              </p14:xfrm>
            </p:contentPart>
          </mc:Choice>
          <mc:Fallback>
            <p:pic>
              <p:nvPicPr>
                <p:cNvPr id="11" name="Ink 10">
                  <a:extLst>
                    <a:ext uri="{FF2B5EF4-FFF2-40B4-BE49-F238E27FC236}">
                      <a16:creationId xmlns:a16="http://schemas.microsoft.com/office/drawing/2014/main" id="{830CAD93-CF89-4A5C-B811-3117FC968D8E}"/>
                    </a:ext>
                  </a:extLst>
                </p:cNvPr>
                <p:cNvPicPr/>
                <p:nvPr/>
              </p:nvPicPr>
              <p:blipFill>
                <a:blip r:embed="rId15"/>
                <a:stretch>
                  <a:fillRect/>
                </a:stretch>
              </p:blipFill>
              <p:spPr>
                <a:xfrm>
                  <a:off x="2497140" y="4055340"/>
                  <a:ext cx="633600" cy="334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2" name="Ink 11">
                  <a:extLst>
                    <a:ext uri="{FF2B5EF4-FFF2-40B4-BE49-F238E27FC236}">
                      <a16:creationId xmlns:a16="http://schemas.microsoft.com/office/drawing/2014/main" id="{95D165BF-B7D0-4E34-B650-4622465E667E}"/>
                    </a:ext>
                  </a:extLst>
                </p14:cNvPr>
                <p14:cNvContentPartPr/>
                <p14:nvPr/>
              </p14:nvContentPartPr>
              <p14:xfrm>
                <a:off x="2558340" y="4073700"/>
                <a:ext cx="564480" cy="19440"/>
              </p14:xfrm>
            </p:contentPart>
          </mc:Choice>
          <mc:Fallback>
            <p:pic>
              <p:nvPicPr>
                <p:cNvPr id="12" name="Ink 11">
                  <a:extLst>
                    <a:ext uri="{FF2B5EF4-FFF2-40B4-BE49-F238E27FC236}">
                      <a16:creationId xmlns:a16="http://schemas.microsoft.com/office/drawing/2014/main" id="{95D165BF-B7D0-4E34-B650-4622465E667E}"/>
                    </a:ext>
                  </a:extLst>
                </p:cNvPr>
                <p:cNvPicPr/>
                <p:nvPr/>
              </p:nvPicPr>
              <p:blipFill>
                <a:blip r:embed="rId17"/>
                <a:stretch>
                  <a:fillRect/>
                </a:stretch>
              </p:blipFill>
              <p:spPr>
                <a:xfrm>
                  <a:off x="2549700" y="4064700"/>
                  <a:ext cx="582120" cy="37080"/>
                </a:xfrm>
                <a:prstGeom prst="rect">
                  <a:avLst/>
                </a:prstGeom>
              </p:spPr>
            </p:pic>
          </mc:Fallback>
        </mc:AlternateContent>
      </p:grpSp>
    </p:spTree>
    <p:extLst>
      <p:ext uri="{BB962C8B-B14F-4D97-AF65-F5344CB8AC3E}">
        <p14:creationId xmlns:p14="http://schemas.microsoft.com/office/powerpoint/2010/main" val="11098038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7B652-825D-4443-B27B-0CEE3EAA173B}"/>
              </a:ext>
            </a:extLst>
          </p:cNvPr>
          <p:cNvSpPr>
            <a:spLocks noGrp="1"/>
          </p:cNvSpPr>
          <p:nvPr>
            <p:ph type="title"/>
          </p:nvPr>
        </p:nvSpPr>
        <p:spPr/>
        <p:txBody>
          <a:bodyPr>
            <a:normAutofit fontScale="90000"/>
          </a:bodyPr>
          <a:lstStyle/>
          <a:p>
            <a:r>
              <a:rPr lang="en-US" dirty="0"/>
              <a:t>Problem 1</a:t>
            </a:r>
            <a:endParaRPr lang="en-IN" dirty="0"/>
          </a:p>
        </p:txBody>
      </p:sp>
      <p:sp>
        <p:nvSpPr>
          <p:cNvPr id="3" name="Text Placeholder 2">
            <a:extLst>
              <a:ext uri="{FF2B5EF4-FFF2-40B4-BE49-F238E27FC236}">
                <a16:creationId xmlns:a16="http://schemas.microsoft.com/office/drawing/2014/main" id="{3539E738-9168-4708-9089-00C78EA707EF}"/>
              </a:ext>
            </a:extLst>
          </p:cNvPr>
          <p:cNvSpPr>
            <a:spLocks noGrp="1"/>
          </p:cNvSpPr>
          <p:nvPr>
            <p:ph type="body" idx="1"/>
          </p:nvPr>
        </p:nvSpPr>
        <p:spPr/>
        <p:txBody>
          <a:bodyPr/>
          <a:lstStyle/>
          <a:p>
            <a:pPr>
              <a:buAutoNum type="arabicPeriod"/>
            </a:pPr>
            <a:r>
              <a:rPr lang="en-US" dirty="0"/>
              <a:t>Input – log n sorted subarrays each of size n/log n</a:t>
            </a:r>
            <a:endParaRPr lang="en-IN" dirty="0"/>
          </a:p>
          <a:p>
            <a:pPr marL="114300" indent="0">
              <a:buNone/>
            </a:pPr>
            <a:r>
              <a:rPr lang="en-IN" dirty="0"/>
              <a:t>      Output – Find the single sorted array</a:t>
            </a:r>
          </a:p>
          <a:p>
            <a:pPr marL="114300" indent="0">
              <a:buNone/>
            </a:pPr>
            <a:endParaRPr lang="en-IN" dirty="0"/>
          </a:p>
          <a:p>
            <a:pPr marL="114300" indent="0">
              <a:buNone/>
            </a:pPr>
            <a:r>
              <a:rPr lang="en-IN" dirty="0"/>
              <a:t>Solution -  </a:t>
            </a:r>
            <a:r>
              <a:rPr lang="en-IN" dirty="0">
                <a:solidFill>
                  <a:schemeClr val="accent5">
                    <a:lumMod val="75000"/>
                  </a:schemeClr>
                </a:solidFill>
              </a:rPr>
              <a:t>k = log log n</a:t>
            </a:r>
          </a:p>
          <a:p>
            <a:pPr marL="114300" indent="0">
              <a:buNone/>
            </a:pPr>
            <a:endParaRPr lang="en-IN" dirty="0"/>
          </a:p>
          <a:p>
            <a:pPr marL="114300" indent="0">
              <a:buNone/>
            </a:pPr>
            <a:r>
              <a:rPr lang="en-IN" dirty="0"/>
              <a:t>Time Complexity – </a:t>
            </a:r>
            <a:r>
              <a:rPr lang="en-IN" dirty="0">
                <a:solidFill>
                  <a:schemeClr val="accent5">
                    <a:lumMod val="75000"/>
                  </a:schemeClr>
                </a:solidFill>
              </a:rPr>
              <a:t>O( n. k) – O(n . log log n)</a:t>
            </a:r>
          </a:p>
        </p:txBody>
      </p:sp>
    </p:spTree>
    <p:extLst>
      <p:ext uri="{BB962C8B-B14F-4D97-AF65-F5344CB8AC3E}">
        <p14:creationId xmlns:p14="http://schemas.microsoft.com/office/powerpoint/2010/main" val="3518400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FCA9D-BE0E-487B-AD9B-053DADB13C52}"/>
              </a:ext>
            </a:extLst>
          </p:cNvPr>
          <p:cNvSpPr>
            <a:spLocks noGrp="1"/>
          </p:cNvSpPr>
          <p:nvPr>
            <p:ph type="title"/>
          </p:nvPr>
        </p:nvSpPr>
        <p:spPr/>
        <p:txBody>
          <a:bodyPr>
            <a:normAutofit fontScale="90000"/>
          </a:bodyPr>
          <a:lstStyle/>
          <a:p>
            <a:r>
              <a:rPr lang="en-US" dirty="0"/>
              <a:t>Problem 2</a:t>
            </a:r>
            <a:endParaRPr lang="en-IN" dirty="0"/>
          </a:p>
        </p:txBody>
      </p:sp>
      <p:sp>
        <p:nvSpPr>
          <p:cNvPr id="3" name="Text Placeholder 2">
            <a:extLst>
              <a:ext uri="{FF2B5EF4-FFF2-40B4-BE49-F238E27FC236}">
                <a16:creationId xmlns:a16="http://schemas.microsoft.com/office/drawing/2014/main" id="{A3D406F0-6456-4DE5-9776-E5D928F3A920}"/>
              </a:ext>
            </a:extLst>
          </p:cNvPr>
          <p:cNvSpPr>
            <a:spLocks noGrp="1"/>
          </p:cNvSpPr>
          <p:nvPr>
            <p:ph type="body" idx="1"/>
          </p:nvPr>
        </p:nvSpPr>
        <p:spPr/>
        <p:txBody>
          <a:bodyPr/>
          <a:lstStyle/>
          <a:p>
            <a:pPr marL="114300" indent="0">
              <a:buNone/>
            </a:pPr>
            <a:r>
              <a:rPr lang="en-US" dirty="0"/>
              <a:t>Input – nk sorted subarrays each of size n/k</a:t>
            </a:r>
          </a:p>
          <a:p>
            <a:pPr marL="114300" indent="0">
              <a:buNone/>
            </a:pPr>
            <a:r>
              <a:rPr lang="en-US" dirty="0"/>
              <a:t>Output – Find single sorted array</a:t>
            </a:r>
          </a:p>
          <a:p>
            <a:pPr marL="114300" indent="0">
              <a:buNone/>
            </a:pPr>
            <a:endParaRPr lang="en-US" dirty="0"/>
          </a:p>
          <a:p>
            <a:pPr marL="114300" indent="0">
              <a:buNone/>
            </a:pPr>
            <a:r>
              <a:rPr lang="en-US" dirty="0"/>
              <a:t>Solution – </a:t>
            </a:r>
            <a:r>
              <a:rPr lang="en-US" dirty="0">
                <a:solidFill>
                  <a:schemeClr val="accent5">
                    <a:lumMod val="75000"/>
                  </a:schemeClr>
                </a:solidFill>
              </a:rPr>
              <a:t>k = log_2 (nk)</a:t>
            </a:r>
          </a:p>
          <a:p>
            <a:pPr marL="114300" indent="0">
              <a:buNone/>
            </a:pPr>
            <a:endParaRPr lang="en-US" dirty="0">
              <a:solidFill>
                <a:schemeClr val="accent5">
                  <a:lumMod val="75000"/>
                </a:schemeClr>
              </a:solidFill>
            </a:endParaRPr>
          </a:p>
          <a:p>
            <a:pPr marL="114300" indent="0">
              <a:buNone/>
            </a:pPr>
            <a:r>
              <a:rPr lang="en-US" dirty="0"/>
              <a:t>Time complexity – </a:t>
            </a:r>
            <a:r>
              <a:rPr lang="en-US" dirty="0">
                <a:solidFill>
                  <a:schemeClr val="accent5">
                    <a:lumMod val="75000"/>
                  </a:schemeClr>
                </a:solidFill>
              </a:rPr>
              <a:t>O(n^2 log_2 (nk))</a:t>
            </a:r>
            <a:endParaRPr lang="en-IN" dirty="0">
              <a:solidFill>
                <a:schemeClr val="accent5">
                  <a:lumMod val="75000"/>
                </a:schemeClr>
              </a:solidFill>
            </a:endParaRPr>
          </a:p>
        </p:txBody>
      </p:sp>
    </p:spTree>
    <p:extLst>
      <p:ext uri="{BB962C8B-B14F-4D97-AF65-F5344CB8AC3E}">
        <p14:creationId xmlns:p14="http://schemas.microsoft.com/office/powerpoint/2010/main" val="1238216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6A93F-6600-415E-AA0C-7EF05D7EC256}"/>
              </a:ext>
            </a:extLst>
          </p:cNvPr>
          <p:cNvSpPr>
            <a:spLocks noGrp="1"/>
          </p:cNvSpPr>
          <p:nvPr>
            <p:ph type="title"/>
          </p:nvPr>
        </p:nvSpPr>
        <p:spPr/>
        <p:txBody>
          <a:bodyPr>
            <a:normAutofit fontScale="90000"/>
          </a:bodyPr>
          <a:lstStyle/>
          <a:p>
            <a:r>
              <a:rPr lang="en-US" dirty="0"/>
              <a:t>Problem  3 – Try Yourself</a:t>
            </a:r>
            <a:endParaRPr lang="en-IN" dirty="0"/>
          </a:p>
        </p:txBody>
      </p:sp>
      <p:sp>
        <p:nvSpPr>
          <p:cNvPr id="3" name="Text Placeholder 2">
            <a:extLst>
              <a:ext uri="{FF2B5EF4-FFF2-40B4-BE49-F238E27FC236}">
                <a16:creationId xmlns:a16="http://schemas.microsoft.com/office/drawing/2014/main" id="{866B6D71-AFE5-41E0-966B-022A1D6795A3}"/>
              </a:ext>
            </a:extLst>
          </p:cNvPr>
          <p:cNvSpPr>
            <a:spLocks noGrp="1"/>
          </p:cNvSpPr>
          <p:nvPr>
            <p:ph type="body" idx="1"/>
          </p:nvPr>
        </p:nvSpPr>
        <p:spPr/>
        <p:txBody>
          <a:bodyPr/>
          <a:lstStyle/>
          <a:p>
            <a:pPr marL="114300" indent="0">
              <a:buNone/>
            </a:pPr>
            <a:r>
              <a:rPr lang="en-US" dirty="0"/>
              <a:t>Input – a sorted subarray of each size b</a:t>
            </a:r>
          </a:p>
          <a:p>
            <a:pPr marL="114300" indent="0">
              <a:buNone/>
            </a:pPr>
            <a:r>
              <a:rPr lang="en-US" dirty="0"/>
              <a:t>Output – Find single sorted array</a:t>
            </a:r>
          </a:p>
          <a:p>
            <a:pPr marL="114300" indent="0">
              <a:buNone/>
            </a:pPr>
            <a:endParaRPr lang="en-US" dirty="0"/>
          </a:p>
          <a:p>
            <a:pPr marL="114300" indent="0">
              <a:buNone/>
            </a:pPr>
            <a:endParaRPr lang="en-US" dirty="0"/>
          </a:p>
          <a:p>
            <a:pPr marL="114300" indent="0">
              <a:buNone/>
            </a:pPr>
            <a:r>
              <a:rPr lang="en-US" dirty="0"/>
              <a:t>Time Complexity – </a:t>
            </a:r>
            <a:r>
              <a:rPr lang="en-US" dirty="0">
                <a:solidFill>
                  <a:schemeClr val="accent5">
                    <a:lumMod val="75000"/>
                  </a:schemeClr>
                </a:solidFill>
              </a:rPr>
              <a:t>ab log a</a:t>
            </a:r>
          </a:p>
          <a:p>
            <a:pPr marL="114300" indent="0">
              <a:buNone/>
            </a:pPr>
            <a:endParaRPr lang="en-IN" dirty="0"/>
          </a:p>
          <a:p>
            <a:pPr marL="114300" indent="0">
              <a:buNone/>
            </a:pPr>
            <a:r>
              <a:rPr lang="en-IN" sz="2400" b="1" dirty="0">
                <a:solidFill>
                  <a:schemeClr val="accent5">
                    <a:lumMod val="75000"/>
                  </a:schemeClr>
                </a:solidFill>
              </a:rPr>
              <a:t>How ??</a:t>
            </a:r>
            <a:endParaRPr lang="en-US" sz="2400" b="1" dirty="0">
              <a:solidFill>
                <a:schemeClr val="accent5">
                  <a:lumMod val="75000"/>
                </a:schemeClr>
              </a:solidFill>
            </a:endParaRPr>
          </a:p>
        </p:txBody>
      </p:sp>
    </p:spTree>
    <p:extLst>
      <p:ext uri="{BB962C8B-B14F-4D97-AF65-F5344CB8AC3E}">
        <p14:creationId xmlns:p14="http://schemas.microsoft.com/office/powerpoint/2010/main" val="2140379734"/>
      </p:ext>
    </p:extLst>
  </p:cSld>
  <p:clrMapOvr>
    <a:masterClrMapping/>
  </p:clrMapOvr>
</p:sld>
</file>

<file path=ppt/theme/theme1.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187</TotalTime>
  <Words>658</Words>
  <Application>Microsoft Office PowerPoint</Application>
  <PresentationFormat>On-screen Show (16:9)</PresentationFormat>
  <Paragraphs>75</Paragraphs>
  <Slides>11</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Proxima Nova</vt:lpstr>
      <vt:lpstr>Spearmint</vt:lpstr>
      <vt:lpstr>Merge Sort</vt:lpstr>
      <vt:lpstr>Sorting Algorithms</vt:lpstr>
      <vt:lpstr>In-place and Out-place Sorting </vt:lpstr>
      <vt:lpstr>Stable and Not Stable Sorting</vt:lpstr>
      <vt:lpstr>Merge Sort</vt:lpstr>
      <vt:lpstr>Merge Algorithm</vt:lpstr>
      <vt:lpstr>Time Complexity</vt:lpstr>
      <vt:lpstr>Space Complexity</vt:lpstr>
      <vt:lpstr>Problem 1</vt:lpstr>
      <vt:lpstr>Problem 2</vt:lpstr>
      <vt:lpstr>Problem  3 – Try Yourself</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Merge Sort</dc:title>
  <cp:lastModifiedBy>Priya Bhatia</cp:lastModifiedBy>
  <cp:revision>26</cp:revision>
  <dcterms:modified xsi:type="dcterms:W3CDTF">2021-04-18T08:32:49Z</dcterms:modified>
</cp:coreProperties>
</file>