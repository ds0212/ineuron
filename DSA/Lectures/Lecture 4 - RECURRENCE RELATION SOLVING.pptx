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3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Proxima Nova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2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25 960,'0'0'8124,"-1"-3"-7313,0 2-689,0 0 0,0 0 0,-1 0 0,1 0 0,0 0 0,-1 0 0,1 0 0,0 0 0,-1 0 0,1 1 0,-1-1 0,1 1-1,-1-1 1,0 1 0,1 0 0,-1-1 0,1 1 0,-1 0 0,-2 0 0,-46-2 1624,25 1-608,-7 0 2450,8-3 315,24 4-3775,16 0-203,818 16 129,21 4 101,-855-20 69,-9 0-2185,-28 2-3275,-55 9 1,81-9 4119,-67 9-6850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26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13 2945,'0'0'5147,"-14"-2"-3968,12 2-1185,-33-5 2644,-37 0-1,68 5-2693,-16 0 1457,19 1-609,15 1-531,734 53 2375,-578-47-2348,867 8 2730,-1035-16-1935,-14 0-6776,-19 0 1611,-17 0-2454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2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80,'0'0'8855,"-12"0"-7852,-26 0-375,8 0 3357,75 8-2777,108 5 347,172-6 0,-217-6-1319,728-1 1690,-426-26-37,-424 25-10416,12 1 7722,-28 0-7709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36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61 2209,'0'0'11653,"-1"-12"-10481,0-36-255,-3 223 1452,7 42-2051,16-241-15594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3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96 146 1697,'0'0'8003,"-3"-4"-6610,1 0-1260,-20-31 3391,21 33-3446,1 0 1,-1 1-1,0-1 0,1 0 1,-1 0-1,1 0 0,0 1 1,-1-1-1,1 0 0,0 0 1,0 0-1,0 0 0,0 0 1,1 1-1,-1-1 0,0 0 1,1 0-1,-1 0 0,1 1 1,0-1-1,0 0 0,1-2 1,2 0-61,0 0 0,1 0 0,0 1 0,0-1 0,-1 1 0,2 0 0,-1 1 0,0-1 0,1 1 0,6-2 0,5-1 7,1 0-1,21-3 1,-20 6-5,0 0 0,0 1 1,18 2-1,-29 0-17,0 0 1,0 0-1,-1 1 0,1 0 1,-1 0-1,1 1 0,-1-1 1,0 2-1,12 6 0,-6 0 2,0 0-1,-1 1 1,-1 0-1,0 1 1,0 0-1,-1 0 1,-1 1-1,0 1 0,-1-1 1,0 1-1,-1 1 1,-1-1-1,0 1 1,-1 1-1,-1-1 1,0 1-1,-1-1 0,-1 1 1,0 0-1,-1 18 1,0-27-7,-1 9 9,0 0 0,-2 17 0,1-28 5,0 1 0,0-1 0,-1 0 1,0 0-1,0 1 0,0-1 0,-1 0 1,1-1-1,-6 8 0,0-1 45,-1-1-1,0-1 1,-1 0 0,0 0-1,-1-1 1,1 0-1,-1 0 1,-1-2-1,0 1 1,0-1 0,0-1-1,0 0 1,-1-1-1,-20 4 1,-8-1 182,-1-1-1,-1-3 1,-50-1 0,86-2-183,-1 0 0,1-1-1,-1 0 1,1 0 0,-1-1 0,1 1 0,0-2 0,-10-3 0,14 5-29,1-1 0,-1 1 1,1-1-1,0 0 0,-1 1 0,1-1 1,0 0-1,0 0 0,0 0 0,1 0 1,-1-1-1,0 1 0,1-1 0,-1 1 1,1-1-1,0 1 0,0-1 0,0 0 1,0 1-1,1-1 0,-1 0 0,1 0 1,-1 1-1,1-7 0,0 8-67,0 1 0,1-1 0,-1 0-1,0 0 1,1 1 0,-1-1 0,0 0-1,1 0 1,-1 1 0,1-1 0,-1 0-1,1 1 1,0-1 0,-1 1 0,1-1-1,-1 1 1,1-1 0,0 1 0,-1-1-1,1 1 1,0 0 0,0-1 0,-1 1 0,1 0-1,0 0 1,0 0 0,0-1 0,-1 1-1,1 0 1,0 0 0,1 0 0,35 0-2282,-26 0 1118,36 0-4412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37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485 553 320,'0'0'8137,"3"1"-6069,7 3-97,-19-3-432,-29-3-258,24 1-1119,0-1 0,1-1 0,-1 0-1,1-1 1,-1-1 0,-22-10 0,9 1 99,1-1 0,-27-22 0,38 26-165,0-1 1,1-1 0,0 0-1,1-1 1,-12-17-1,18 22-48,1-1 0,0 1 0,1-1 0,0-1 0,0 1 0,1-1 0,1 1 0,0-1 0,-3-22 0,4 17-10,1 0 1,0-1-1,3-25 0,-1 36-38,0 0 1,0 0-1,1 0 0,0 1 1,0-1-1,0 0 0,1 1 1,0 0-1,0-1 0,0 1 1,0 0-1,7-7 0,-2 5-23,0 0-1,0 0 0,1 1 1,-1 0-1,1 1 0,0 0 1,1 0-1,-1 1 0,1 0 0,0 1 1,0 0-1,0 1 0,1 0 1,-1 0-1,0 1 0,17 0 1,-26 2 5,1-1 0,-1 0 0,1 0 0,-1 0 0,1 1 1,-1-1-1,1 1 0,-1-1 0,0 1 0,1 0 0,-1-1 1,0 1-1,1 0 0,-1 0 0,0 0 0,0 0 0,0 0 1,0 0-1,0 0 0,0 1 0,1 0 0,0 2-17,0-1 0,-1 0 0,0 1 0,1-1 0,-1 1-1,0 0 1,-1-1 0,1 7 0,0 3-14,-1 1 1,0-1-1,-2 1 0,-2 15 0,0-15 26,0-1-1,0 0 0,-1 0 1,-1 0-1,0-1 1,-1 0-1,-1 0 1,-10 13-1,-78 84 52,74-87-36,-17 17-60,20-21 62,0 2-1,1 0 1,-18 27 0,34-44 14,0 0 0,1 0 0,-1 1 1,1-1-1,-1 0 0,1 1 0,0-1 0,1 1 1,-1-1-1,0 1 0,1 0 0,0 3 0,0-6-7,0 0 0,0-1 0,0 1 0,0 0 0,0-1-1,0 1 1,0 0 0,1-1 0,-1 1 0,0 0 0,0-1-1,1 1 1,-1-1 0,0 1 0,1-1 0,-1 1 0,1-1 0,-1 1-1,1-1 1,-1 1 0,1-1 0,-1 1 0,1-1 0,-1 0-1,1 1 1,-1-1 0,2 1 0,18 2-1,-13-2 6,44 2 160,53-3-1,-80 0-117,0-1 50,1-1 0,0-1 1,27-7-1,-40 7 113,-1 0 0,0-1 0,0 0 0,0-1 0,-1 0 0,1-1-1,-1 0 1,17-14 0,-26 18-153,2-4 172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3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570 233 3201,'0'0'6526,"7"-25"-4373,18-79-840,-24 102-1263,-1-1 1,0 1 0,1-1-1,-1 1 1,0-1-1,-1 1 1,1-1 0,0 1-1,-1-1 1,1 1 0,-1-1-1,0 1 1,0 0 0,0-1-1,0 1 1,0 0-1,0 0 1,-1 0 0,1 0-1,-1 0 1,0 0 0,1 0-1,-1 0 1,0 1-1,0-1 1,0 1 0,0-1-1,0 1 1,0 0 0,-1 0-1,1 0 1,0 0-1,-1 0 1,-2 0 0,-4-3 170,-7-2-97,0 0 0,0 1 1,-1 1-1,0 0 0,0 1 1,-27 0-1,-104 6 107,131-1-211,1 0-1,-1 0 0,1 2 1,0 0-1,0 1 0,0 1 1,-16 7-1,25-9-17,-1 0 0,1 1 0,0-1 0,0 1 0,1 1 0,-1-1 0,1 1 0,0 0 0,1 1 0,-1-1 0,1 1 0,1 0 0,-1 0 0,1 1 0,-5 13 0,6-13 0,0 1 1,1-1-1,1 1 0,-1-1 0,1 1 0,1 0 1,-1 0-1,2-1 0,-1 1 0,1 0 1,0 0-1,4 11 0,-2-10-3,1 1 0,1-1 0,0 0-1,0-1 1,1 1 0,0-1 0,0 0 0,15 15 0,-3-7 5,0-1 0,2 0 0,0-2 0,0 0 1,2-1-1,0-1 0,0-1 0,25 8 0,-30-13 214,1 0-1,0-1 1,1-1-1,-1 0 0,1-2 1,-1 0-1,1-1 1,0-1-1,22-2 1,-39 1-119,0 1 0,-1-1 0,1 0 0,0 1 0,-1-1 0,1 0 0,0 0 0,-1 0 0,0 0 0,1 0 1,-1-1-1,1 1 0,-1 0 0,0 0 0,0-1 0,0 1 0,0-1 0,0 1 0,0-1 0,0 0 0,1-3 1,10-41 811,-9 35-886,-3 10-175,1 1 0,0-1 0,-1 0 1,1 1-1,0-1 0,0 0 0,0 1 1,0-1-1,-1 1 0,1-1 0,0 1 1,0 0-1,0-1 0,0 1 0,0 0 1,0 0-1,0-1 0,0 1 0,0 0 1,0 0-1,0 0 0,0 0 0,0 0 0,0 1 1,0-1-1,1 0 0,3 1-1169,19-1-5294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39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1145 1476 208,'0'0'7057,"-16"0"-6041,-48 0 334,4 0 2876,54 0-3833,-2-1 26,1 1 0,-1 0 1,0 1-1,1-1 1,0 2-1,-1-1 0,1 1 1,-14 5-1,21-7-410,1 0-1,-1 0 1,0 0-1,0 0 1,0 0-1,0 0 1,0 0-1,0 0 1,0 0-1,0 0 1,0 0-1,1 0 0,-1 0 1,0 0-1,0 0 1,0 1-1,0-1 1,0 0-1,0 0 1,0 0-1,0 0 1,0 0-1,0 0 1,0 0-1,0 0 1,0 0-1,0 1 1,0-1-1,0 0 1,0 0-1,0 0 1,0 0-1,0 0 1,0 0-1,0 0 0,0 1 1,0-1-1,0 0 1,0 0-1,0 0 1,0 0-1,0 0 1,0 0-1,0 0 1,0 0-1,0 1 1,0-1-1,0 0 1,0 0-1,0 0 1,0 0-1,0 0 1,-1 0-1,1 0 1,0 0-1,0 0 1,0 0-1,0 0 0,0 0 1,0 0-1,0 0 1,0 1-1,-1-1 1,1 0-1,0 0 1,0 0-1,0 0 1,16 2 23,353 6 217,-255-9-104,436-24 757,0-25-107,16-18-423,-9-47-8,-386 60-319,-146 45-30,-1-1 0,-1-1 0,0-1 0,34-25 1,-49 32 4,-1-1 0,0 1 0,-1-1 0,1-1 0,-1 1 0,-1-1 0,1 0 0,-1-1 0,-1 1 0,1-1 1,-2 0-1,6-16 0,-6 12 30,0-1-1,-1 1 1,-1-1 0,0 1 0,-1-1 0,0 0 0,-1 1-1,-4-19 1,2 21-37,0 0-1,-1 0 0,-1 0 1,0 1-1,0 0 1,-1 0-1,0 0 1,-1 0-1,0 1 0,0 0 1,-16-13-1,-11-9-10,-57-40-1,91 71-1,-424-269-152,337 224 116,-2 5 0,-2 3 0,-174-45 0,-296-21-167,354 82 46,-230 7 0,374 15 130,-1 4 1,-93 18-1,-119 50-64,76-9 71,-230 109 0,395-157 13,1 2 0,1 1 0,1 2 0,0 1 0,2 2 0,1 1 0,1 1 0,1 1 0,1 2-1,-27 38 1,33-37 7,0 0-1,2 1 0,-24 60 0,36-74-4,0 0-1,2 1 1,0 0-1,0 0 1,2 0-1,0 0 0,1 0 1,1 1-1,4 24 1,-3-36 4,0 0 0,1 0 0,0 0 0,0-1 0,0 1 0,1-1 0,0 1 0,7 9 0,0-2 2,1-1 0,17 17 0,16 12 8,2-2-1,2-2 0,2-2 0,1-2 1,1-3-1,2-2 0,1-2 0,84 28 0,-25-19-259,1-5-1,2-5 0,167 16 0,-47-25-2747,17-14-2291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0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80,'0'0'432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06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1 176,'0'0'2479,"-6"0"749,310 10-2791,-228-10 155,-80 0-461,-334 2 2126,338-2-2153,2 1-155,1 0 37,-1 0 0,1 0 0,0 0-1,-1-1 1,1 1 0,0-1 0,0 0 0,-1 1 0,5-2 0,7 2 17,243 3 152,-147-5-54,-110 1 62,-1 0-70,-121 2 37,-141 22-1,233-20-145,29-3 203,1-1-174,0 0 0,0 0 1,0 0-1,0 0 1,0 0-1,0 1 0,0-1 1,0 0-1,0 0 1,0 0-1,0 0 0,0 0 1,0 0-1,0 0 0,0 0 1,0 0-1,0 0 1,0 1-1,0-1 0,0 0 1,0 0-1,0 0 1,0 0-1,0 0 0,-1 0 1,1 0-1,0 0 1,0 0-1,0 0 0,0 0 1,0 0-1,0 0 0,0 0 1,0 0-1,0 0 1,0 1-1,-1-1 0,1 0 1,0 0-1,0 0 1,0 0-1,0 0 0,0 0 1,0 0-1,0 0 1,0 0-1,0 0 0,-1 0 1,1-1-1,0 1 0,0 0 1,0 0-1,0 0 1,101 1 47,242-9 1052,-139-6-639,-62 10-225,18-2-71,164 2 268,-96 13-363,187-9 258,-324-10-1875,-121 10-1614,-17 0-1801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0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1 320,'0'0'3676,"-7"0"-3241,-117 0 5405,127 3-5605,6 1-127,0-1 1,1 0-1,-1-1 0,1 1 1,-1-2-1,1 0 0,19 1 1,-5-1 150,309 6 1181,-211-8-1231,401-7 426,580 8 672,-1103 0-1355,-7 0-5013,-26 0 1395,-15 0-1838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0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1153,'0'0'4212,"-3"0"-2091,256 12 950,1491-12 2302,-1744 0-5309,-14 0-1886,-89 0-5392,28 0 2049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0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0 256,'0'0'3327,"-9"3"-2244,-29 11 3603,45-11-4043,14 1-705,103 6 1279,139-7 1,-153-4-753,681 23 1666,-164-12-1101,-481-10 696,-147-1-1886,-1 0-1,1 1 1,-1-1 0,1 1-1,-1 0 1,1 0 0,-1-1-1,1 1 1,-1 0-1,0 0 1,1 0 0,-3 1-1,-1-1-411,-37 0-2974,-12 0-1456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0 896,'0'0'4541,"-23"1"-3786,-7 0-391,-16 0 42,-5-1 2650,64 5-1293,321 1 726,-197-8-2027,1435 2 4191,-1579 0-7876,-17 0-1483,-12 0-2796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0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44 3810,'0'0'7715,"5"-7"-6226,13-22-259,-14 22 859,-9 7-2042,0 1 0,0 0 1,0 0-1,0 0 0,0 1 1,0 0-1,0 0 0,1 0 1,-1 0-1,0 1 0,1-1 0,0 1 1,-5 4-1,-5 6-16,0 0 0,-15 18 0,13-10 46,0 0 0,1 1 1,2 1-1,0 0 0,1 1 1,-14 43-1,12-24 30,3-1 0,2 1-1,-6 56 1,9 154 392,6-171-776,-14-96-6198,1-8 371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 2753,'0'0'8380,"0"-1"-8238,0 1 0,0-1 0,-1 1 0,1-1 0,0 1-1,0 0 1,-1-1 0,1 1 0,0-1 0,-1 1 0,1 0 0,0 0 0,-1-1-1,1 1 1,-1 0 0,1-1 0,0 1 0,-1 0 0,1 0 0,-1 0 0,0-1 0,3 8-31,-1 0 1,1 0-1,1 0 1,-1 0-1,1-1 1,0 0-1,1 1 1,-1-1-1,1 0 1,8 9-1,3 6 12,21 35 270,-5-6-819,41 50 1,-61-92-2360,-1-6-3026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29 2513,'0'0'8895,"0"-6"-8169,1-5-615,-1-1 331,-11 25 24,-4 8-182,-2-1 0,0-1 0,-2 0 0,0-1 0,-22 15 0,6-3-153,-89 87-2540,111-104-1382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81 608,'0'0'6915,"-4"-13"-5759,-14-38 42,18 50-1040,0 0 0,0 0 0,-1 0 0,1 0 0,0 0 0,0 1 0,-1-1 0,1 0 0,-1 0 0,1 0 0,0 1 0,-1-1 0,1 0 0,-1 1 0,0-1 0,1 0 0,-1 1 1,0-1-1,1 0 0,-2 0 0,-4 9 344,6-7-500,-4 12 97,-1 1 1,2 0 0,0 0 0,-2 22-1,0 63 359,4-92-446,1 126 357,0-77-5820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2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273 588 6323,'0'0'5832,"-21"-21"-4608,-68-67-127,70 69-695,0-1 1,2-1-1,0 0 1,1-1-1,-15-29 0,24 37-333,0 0 0,1-1 0,1 1-1,1-1 1,0 0 0,0-1 0,2 1-1,0-1 1,1 1 0,0-1 0,1 0-1,4-26 1,-4 38-73,1 0 0,0-1 0,0 1 0,0 0 0,1 0 0,-1-1 0,1 1 1,0 0-1,0 0 0,1 1 0,-1-1 0,1 0 0,0 1 0,0 0 0,0-1 0,0 1 0,0 1 0,1-1 0,-1 0 0,1 1 0,0-1 0,0 1 0,0 0 0,0 1 0,0-1 0,0 1 0,7-2 0,11-1-57,-1 0 0,1 2 0,0 0 0,30 2 0,-30 1 48,-8-1-30,0 0 0,0 2 1,0-1-1,-1 2 0,1 0 1,-1 0-1,14 7 0,-19-7-27,0 1 0,-1 0 0,1 0 0,-1 1 0,0 0 0,0 1 0,-1-1 0,1 1 0,-1 1 0,0-1 0,-1 1 0,7 10 0,-8-11 34,-1 1-1,0-1 0,0 0 0,-1 1 0,0-1 0,0 1 0,-1-1 1,1 1-1,-1 0 0,-1 0 0,1 0 0,-1 0 0,-1 0 0,1-1 1,-1 1-1,0 0 0,-1 0 0,0-1 0,0 1 0,0-1 0,-1 1 1,1-1-1,-2 0 0,1 0 0,-1 0 0,-5 6 0,-6 3 63,-1-1 1,0-1-1,-1 0 0,0-2 0,-1 0 0,-27 12 1,-122 44 846,151-61-724,-14 4 478,28-10 744,4 9-1264,5 4-73,0-1 1,2 0-1,-1-1 0,12 11 1,-3-2-9,0 1-285,1 0 0,1-2 1,1 0-1,1-2 1,1 0-1,0-1 1,1-1-1,0-2 1,1 0-1,45 17 1,-25-21-3531,0-7-2592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105 189 6355,'0'0'5709,"9"0"-5042,-1 0-495,-1 0-94,-1 0 0,1 0 0,0 0 0,-1 0 0,1-1 1,0-1-1,-1 1 0,1-1 0,-1 0 0,0 0 0,1-1 0,-1 1 0,7-6 0,-10 6-63,0-1 1,0 1 0,-1-1-1,1 0 1,-1 0-1,1 0 1,-1 0 0,0 0-1,0 0 1,0-1 0,-1 1-1,1-1 1,1-5-1,-2 0 44,1-1 0,-1 0 0,-1-20-1,0 28-34,0 0 0,0 0-1,0 0 1,0 0-1,-1 0 1,1 0 0,-1 0-1,0 0 1,1 0-1,-1 0 1,0 0 0,0 1-1,0-1 1,0 0 0,-1 1-1,1-1 1,0 0-1,-3-1 1,0 0 21,1 1-1,0 0 1,0 0 0,-1 0-1,1 1 1,-1-1 0,0 1-1,1 0 1,-7-1-1,-1 0 15,-1 1-1,1 1 1,-1 0-1,1 0 1,-1 1-1,-10 2 1,16-1-47,1-1-1,0 1 1,0 0 0,0 0 0,1 0-1,-1 1 1,0 0 0,1 0-1,0 0 1,0 0 0,0 1 0,0 0-1,0-1 1,1 1 0,-1 1 0,1-1-1,-3 6 1,2-3 6,0 1 0,0-1 0,1 1 0,0 0 0,1 0 0,-1 0-1,2 0 1,-1 0 0,1 0 0,0 11 0,1-18-12,-1 8 34,2 0 0,-1 0 0,1-1-1,3 17 1,-3-22-37,1 0-1,-1 0 0,0 0 1,1 0-1,0-1 0,-1 1 1,1 0-1,0-1 1,1 0-1,-1 1 0,0-1 1,1 0-1,-1 0 0,1 0 1,-1 0-1,6 2 1,1 0 6,-1 0 0,1-1 0,1 0 0,-1 0 1,0-1-1,19 2 0,58-2-434,-63-2 103,-23 0 318,20 0-1513,1 0 0,-1-1 0,35-8-1,-3-10-5077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38 2081,'0'0'13993,"-19"-9"-13542,8 4-400,3 1-36,1 0-1,-1 0 1,0 1 0,0 1-1,-9-3 1,14 4 10,-1 1 0,1 0 0,0 0 0,0 0 0,0 0 0,0 0 0,0 0 0,0 1-1,0-1 1,0 1 0,0 0 0,0 0 0,0 0 0,0 1 0,0-1 0,1 1 0,-1-1 0,0 1 0,1 0 0,0 0 0,-3 2 0,-4 5 27,0 0 1,1 1-1,0 0 0,0 1 0,1-1 1,1 1-1,0 1 0,0-1 0,1 1 0,1 0 1,0 0-1,0 0 0,2 1 0,-1 0 0,1-1 1,1 1-1,0 0 0,1 0 0,1-1 1,1 16-1,0-25-48,-1 1 0,0-1 1,1 1-1,-1-1 0,1 1 0,0-1 1,0 0-1,0 0 0,0 0 0,1 0 1,0 0-1,-1-1 0,1 1 0,0-1 1,0 1-1,0-1 0,0 0 1,1 0-1,-1-1 0,1 1 0,-1-1 1,5 2-1,5 1-5,1 0 0,0-1 0,0-1 0,24 2 0,-11-3-243,50-3 0,-65 0-47,0 1 0,1-2-1,-1 0 1,-1-1 0,1 0 0,14-7 0,-12 4-397,-1 0 0,-1-1 1,0 0-1,0-1 0,0 0 1,-1-1-1,13-14 0,-17 14-19,0 1-1,-1-1 1,0 0-1,0 0 1,-1-1-1,0 0 1,-1 1-1,-1-2 1,5-18-1,-5 13 230,-1 1 0,-1-22 0,-1 7 5605,0 12 3074,-8 42-6622,4 5-948,2 1 0,0 42-1,2-57-502,0-9-115,0-1 0,1 1 0,-1-1 0,1 1 0,0-1 0,0 1 0,0-1 0,1 1 0,0-1 0,-1 0 0,1 0 0,1 0 0,-1 0 0,1 0 0,-1-1 0,1 1 0,0-1 0,1 1 0,-1-1 1,0 0-1,1 0 0,0-1 0,-1 1 0,1-1 0,0 0 0,1 0 0,-1 0 0,9 2 0,2 0-67,1 0 1,0-1-1,0-1 0,0-1 1,0 0-1,32-3 0,-40 0-26,1 1 0,-1-1 0,0-1 0,1 1 0,-1-2 0,0 1 0,-1-1 0,1 0 0,-1-1 1,1 1-1,-1-1 0,-1-1 0,1 0 0,-1 0 0,0 0 0,0 0 0,-1-1 0,0 0 0,6-10 0,-3 4 127,-1 0 1,0-1-1,-1 1 0,-1-1 1,0-1-1,-1 1 1,0 0-1,-1-1 1,-1 0-1,1-22 0,-3 52 681,2 59-36,-1-65-712,0-1-1,1 1 0,0-1 0,1 0 1,-1 1-1,2-1 0,6 13 0,-8-17-267,1 1-1,0-1 0,0 0 0,1 0 0,-1 0 1,1 0-1,0-1 0,0 1 0,7 4 0,-8-7-307,0 1-1,0-1 0,0 0 0,0 0 1,1 0-1,-1 0 0,0 0 0,1-1 1,-1 0-1,4 1 0,17-1-4792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7395,'0'0'6008,"31"0"-5541,100 1-216,-124 0-223,-1-1-1,1 1 0,-1 1 1,0-1-1,1 1 1,-1 0-1,0 1 0,0 0 1,0-1-1,-1 2 1,1-1-1,-1 1 0,0 0 1,1 0-1,5 7 1,0-1-11,-2-2-8,-1 0 1,-1 0-1,0 1 0,0-1 0,0 2 0,-1-1 0,-1 1 0,0 0 0,0 0 1,-1 0-1,0 1 0,0 0 0,-2-1 0,1 1 0,-1 0 0,-1 0 0,0 1 1,-1 17-1,0-27-6,0 0 0,0 1 0,0-1 0,-1 0 0,1 0 0,-1 0 0,0 0 0,1 0 0,-1 1 0,0-1 0,0 0 0,0-1 0,-1 1 0,1 0 0,0 0 0,-1 0 0,1-1 0,-1 1 0,1-1 0,-1 1 0,0-1 0,0 0 0,0 1 0,0-1 0,0 0 0,0 0 0,0-1 0,0 1 0,0 0 0,0-1 0,0 1 0,-3 0 0,-5 0 264,0 0 0,0 0 0,0-1 0,0-1 0,0 1 1,-11-3-1,20 2-215,0 1 1,0 0 0,0-1-1,0 1 1,0-1 0,0 0-1,1 1 1,-1-1 0,0 0-1,0 1 1,0-1 0,1 0-1,-1 0 1,0 0 0,1 0-1,-1 0 1,0 0 0,1 0-1,0 0 1,-1 0 0,1 0-1,-1 0 1,1 0 0,0 0-1,0 0 1,0 0 0,0 0-1,0-2 1,0-36 612,0 29-550,1 3-90,1 0 0,-1 1 0,1-1 0,0 0 0,0 1 0,1-1 0,0 1 0,0 0 0,0 0 0,1 0 0,0 1 0,5-6 0,9-10-39,33-30 0,-35 36-231,1 1 0,34-21 0,-42 29-359,0 1 0,0 1 1,1 0-1,-1 0 0,1 1 1,0 0-1,0 1 0,12-2 0,14 3-4227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4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35 2993,'0'0'7935,"-4"-2"-6311,-10-3 1879,21 7-3498,0 1 0,0 0 0,0 0-1,0 0 1,-1 1 0,1 0 0,-1 0-1,0 0 1,0 1 0,9 10 0,0 1-7,0 1 1,19 27-1,-29-36 5,0 0 0,-1 0 0,0 0 0,-1 0 0,0 1 0,0-1-1,3 15 1,-3-2 44,-1-1 0,-1 26-1,-2-45-1,0-1 1,1 1-1,-1 0 1,0-1-1,0 1 0,0-1 1,1 1-1,-1-1 0,0 1 1,0-1-1,0 0 0,0 1 1,0-1-1,0 0 0,0 0 1,0 0-1,0 1 0,0-1 1,0 0-1,0-1 0,0 1 1,-1 0-1,-26-3 1287,26 2-1276,1 0 1,-1 0 0,1 0 0,0-1-1,0 1 1,-1-1 0,1 1 0,0-1-1,0 1 1,0-1 0,0 1 0,1-1 0,-1 0-1,0 0 1,1 0 0,-1 1 0,1-1-1,0 0 1,-1 0 0,1 0 0,0 0-1,1-3 1,-2-4 28,2 1-1,-1-1 1,4-15-1,-3 18-65,2-1 1,-1 1-1,1 0 1,0 0-1,0 0 0,1 0 1,-1 1-1,1-1 0,8-7 1,5-4-24,24-19 0,-37 32 7,17-13-370,1 0-1,42-23 1,-53 34-499,1 1 1,0 0 0,0 0 0,0 1-1,1 1 1,-1 0 0,25-2-1,1 4-4427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4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5539,'0'0'8267,"16"6"-7186,52 16-660,-64-21-400,-1 0 0,1 0-1,-1 0 1,1 0-1,-1-1 1,1 0 0,-1 0-1,1 0 1,-1 0 0,1 0-1,0-1 1,-1 0-1,0 1 1,1-1 0,-1-1-1,4 0 1,-5 0-12,1 0 1,-1 1-1,0-1 1,0 0 0,0 0-1,0 0 1,0-1-1,0 1 1,0 0-1,-1-1 1,1 1-1,-1-1 1,0 0-1,0 1 1,1-5-1,1-5 10,-1 1-1,0-1 1,-1 0-1,-1 0 1,0 1-1,-1-1 1,-1-14-1,1 24 20,1 0 0,-1 0-1,1 0 1,-1-1 0,0 1-1,0 0 1,0 0 0,0 0-1,0 0 1,0 0 0,-1 1-1,1-1 1,-1 0 0,1 1-1,-1-1 1,1 0 0,-1 1-1,0 0 1,0-1 0,0 1-1,0 0 1,0 0 0,0 0-1,0 0 1,0 1 0,0-1-1,-1 1 1,1-1 0,-4 0-1,3 1-4,0 0 1,-1 0-1,1 0 0,0 0 1,-1 0-1,1 0 0,0 1 0,-1 0 1,1 0-1,0 0 0,0 0 1,0 0-1,0 1 0,0-1 0,0 1 1,0 0-1,0 0 0,1 0 1,-5 3-1,2 2-12,-1 1 0,1 0 1,0 0-1,0 0 0,1 0 0,0 1 1,1 0-1,0-1 0,0 1 1,-2 16-1,1 4 86,2-1 0,0 35 0,2-60-101,0 1 0,1-1 0,-1 1 0,1 0 0,-1-1 0,1 1 0,0-1 1,0 0-1,1 1 0,-1-1 0,1 0 0,-1 1 0,1-1 0,0 0 0,5 5 0,-3-5-23,-1 1-1,1-1 1,1 0-1,-1-1 1,0 1-1,1-1 1,-1 1-1,1-1 0,0-1 1,5 3-1,8-1-629,1 0-1,-1-1 1,1 0-1,-1-2 1,22-1-1,-32 1-122,0-1 0,0 0 0,0-1 0,9-2 0,-7 0-855,0 0-1,16-11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7123,'0'0'9959,"0"-9"-9102,3 48 51,6 39-1,-3-35-274,0 48 0,-6-90-390,0-19 75,0-10-243,1 1 0,9-50 1,-8 67-85,1 0 0,-1 0 0,2 0 1,0 0-1,0 1 0,1-1 0,0 1 0,0 0 0,1 1 0,0-1 0,8-7 1,-9 12-1,0 0 0,1 0 1,-1 0-1,1 1 1,0 0-1,0 0 1,0 0-1,1 1 1,-1 0-1,1 0 0,-1 0 1,1 1-1,-1 0 1,1 1-1,0-1 1,0 1-1,-1 0 0,10 2 1,-11-1-1,0 0 1,0 0-1,-1 1 1,1-1-1,-1 1 1,1 0-1,-1 1 1,0-1-1,1 1 1,-1 0-1,-1 0 1,1 0-1,0 0 1,-1 1-1,1-1 1,-1 1 0,0 0-1,-1 0 1,1 0-1,3 8 1,2 3-36,0 1 0,-2 1 0,0-1 0,6 27 0,-7-16-889,-2 1-1,0 0 0,-2 38 1,-1-56 207,-2 20-2668,-7-4-1696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5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96 7443,'0'0'6545,"-2"18"-5510,-16 111 331,17-122-1252,-1 42 395,2-46-481,0 0 0,0 0 0,0 0 0,1 0 0,-1 0 0,1 0 0,0 0 0,0 0 0,0 0 0,0 0 0,1 0 0,2 5 0,0-5 3,0 0-1,0 0 1,0 0 0,0-1 0,1 1 0,-1-1-1,1 0 1,0 0 0,-1 0 0,1-1-1,0 0 1,8 2 0,11 0 90,31 0 0,-54-3-115,17 1 36,15 1 32,-1-2 0,46-6 0,-68 5-60,0-1 0,-1 0 0,1 0 0,-1-2 0,0 1 0,0-1 0,0 0 0,-1-1 0,1 1 0,-1-2 0,0 1 0,12-13 0,-10 8 37,-2 0 1,1-1-1,-1 0 1,-1 0-1,0-1 1,0 0-1,-1 0 0,-1-1 1,6-19-1,-6 13 38,-1-1-1,0 1 1,-2 0-1,0-1 1,-2 1-1,-1-21 1,1 39-82,0 0 1,-1-1 0,1 1 0,0 0-1,-1 0 1,1 0 0,-1 0-1,1 0 1,-1 0 0,0 0 0,0 0-1,1 0 1,-1 0 0,0 0-1,0 0 1,0 0 0,0 0 0,0 1-1,0-1 1,0 0 0,0 1-1,0-1 1,0 1 0,0-1 0,-1 1-1,1 0 1,0-1 0,0 1 0,-2 0-1,0-1-5,1 1 0,-1 0 0,0 0-1,1 0 1,-1 0 0,0 0 0,1 0-1,-1 1 1,1-1 0,-1 1 0,0 0-1,1 0 1,-4 1 0,2 1-6,0 0 0,1 0 0,-1 0 1,1 1-1,0-1 0,0 1 0,0 0 1,1 0-1,-1 0 0,1 0 0,0 0 0,0 1 1,0-1-1,1 1 0,0-1 0,-1 1 1,1 6-1,-2 11-5,1 0-1,1 33 1,1-39 11,0-9-11,1 0-1,0-1 0,0 1 1,0-1-1,1 1 0,0-1 1,0 1-1,1-1 0,0 0 0,0 0 1,0-1-1,1 1 0,0 0 1,0-1-1,0 0 0,0 0 1,1 0-1,0-1 0,0 0 1,1 1-1,-1-2 0,7 5 1,4 1-869,0-1 0,1-1 0,0 0 0,0-1 0,1-1 0,-1 0 0,23 2 0,40 3-5847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5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3185,'0'0'11366,"11"-62"-10438,-11 86-576,3 14-304,-1 11 529,1-1-545,0 0 96,2-5-208,-2-4 80,-3-8-1201,2-7-1328,1-10-2193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185 597 6467,'-16'-20'1201,"4"4"-790,-8-11 559,1 1 0,1-2 1,-24-50-1,34 59-580,1 0 1,1-1-1,1 0 0,1 0 1,0 0-1,2 0 0,0 0 1,1-1-1,3-22 0,-2 36-339,1 1 1,0-1-1,1 1 0,-1-1 0,1 1 0,1 0 0,-1 0 0,1 0 1,0 0-1,0 0 0,1 0 0,0 1 0,0 0 0,6-7 1,-2 5-26,0 0 1,0 1-1,0 0 1,1 0-1,0 1 1,0 0-1,1 1 1,14-5-1,2 1-26,0 2 0,0 1 0,0 1 0,1 2 0,0 0 0,36 3 0,-55-1-5,-1 1-1,1 0 1,0 0 0,-1 1-1,1 0 1,-1 0 0,1 1 0,-1 0-1,0 0 1,7 5 0,-9-4-5,0 0 1,0 0 0,0 0 0,-1 0 0,0 1 0,0 0-1,0 0 1,0 0 0,-1 0 0,0 0 0,0 1 0,0-1-1,1 7 1,0-1 7,-1 0 0,0 0 0,0 0-1,-2 1 1,1-1 0,-1 0 0,-1 1 0,0-1-1,-1 1 1,0-1 0,0 0 0,-1 0-1,-1 1 1,0-1 0,0 0 0,-1-1 0,-1 1-1,0-1 1,0 0 0,-1 0 0,0 0-1,-1-1 1,-9 10 0,-4-1 2,0-1 1,-2 0-1,0-2 0,-1 0 1,0-2-1,-1-1 1,-28 11-1,-21 3 2,-89 20 1,150-43 67,-5 0-81,16-1 194,9-1 271,15 2-109,1 0 0,-1 2 0,0 1 0,-1 0-1,31 14 1,-11-1-73,72 44-1,-87-44-241,-1 2-1,0 0 1,35 40 0,-8-8-1742,-50-51 1528,0 2-467,0-1 0,1 1-1,-1-1 1,1 0 0,0-1 0,0 1 0,0-1 0,1 0-1,-1 1 1,7 1 0,21 0-5632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89 414 6451,'0'0'6888,"13"-4"-6610,-1 0-141,0 2-56,-1-2 0,0 1 0,0-1 0,0-1 0,0 0 0,14-9 0,-20 10-73,-1 0-1,1 0 1,-1-1-1,0 0 0,-1 1 1,1-2-1,-1 1 1,0 0-1,0 0 1,-1-1-1,1 0 1,-1 1-1,0-1 1,1-9-1,0-6 56,-1 1 1,0-40-1,-2 51-7,0 8-37,0-1-1,0 1 1,-1 0 0,1 0 0,0 0 0,0-1 0,-1 1 0,1 0-1,-1 0 1,1 0 0,-1 0 0,1 0 0,-1 0 0,0 0 0,1 0-1,-1 0 1,0 0 0,0 0 0,0 1 0,0-1 0,0 0-1,0 0 1,0 1 0,0-1 0,0 1 0,0-1 0,0 1 0,0-1-1,0 1 1,-1 0 0,1-1 0,-1 1 0,-6-1 71,0 0 0,0 1 0,1-1-1,-9 2 1,6 0-25,1 0-46,1 0 0,-1 1-1,0 1 1,1-1 0,-1 1-1,1 1 1,0 0 0,0 0-1,1 0 1,-1 1 0,1 0-1,0 1 1,0 0 0,0 0-1,1 0 1,0 1 0,0-1-1,1 1 1,0 1 0,0-1-1,1 1 1,0 0 0,0 0-1,0 0 1,1 1 0,1-1-1,-1 1 1,0 11 0,2-12 8,0-1 1,1 1-1,1 0 1,-1 0-1,4 14 1,-3-19-22,0 0 0,0 1-1,1-1 1,0 0 0,-1 0 0,1 0 0,1 0 0,-1 0 0,0 0 0,1-1 0,-1 1 0,1-1-1,0 0 1,4 4 0,8 3 25,0-1 0,1 0-1,-1-2 1,1 1-1,0-2 1,1 0 0,0-1-1,20 2 1,14 0-2,74-2 0,-109-4-52,0 0 1,-1-2-1,1 0 0,0 0 1,-1-2-1,27-8 1,-32 7-54,0 1 0,-1-2 1,1 1-1,-1-1 1,0 0-1,-1-1 0,0 0 1,0-1-1,0 1 1,11-17-1,-11 13 0,-1 0 0,0 0 1,-1-1-1,0 0 0,-1 0 0,-1-1 0,0 0 1,0 1-1,1-18 0,0-9 100,-2-71 0,-3 86 59,0 16 151,-1 0-1,0 0 1,0 1 0,-1-1 0,-4-13-1,1 4 1230,5 17-1442,0 0-1,0 0 0,0 0 1,0 0-1,0 0 1,0 1-1,0-1 0,0 0 1,0 0-1,0 0 0,0 0 1,0 0-1,-1 0 1,1 0-1,0 1 0,0-1 1,0 0-1,0 0 0,0 0 1,0 0-1,0 0 1,-1 0-1,1 0 0,0 0 1,0 0-1,0 0 0,0 0 1,0 0-1,0 0 1,-1 0-1,1 0 0,0 0 1,0 0-1,0 0 0,0 0 1,0 0-1,-1 0 1,1 0-1,0 0 0,0 0 1,0 0-1,0 0 1,0 0-1,-1 0 0,1 0 1,0 0-1,0 0 0,0 0 1,0-1-1,0 1 1,0 0-1,0 0 0,0 0 1,-1 0-1,1 0 0,0 0 1,0-1-1,-9 34 57,1 0-1,1 1 1,-2 43 0,2 108 182,8-178-361,-1 1 0,1-1 0,0 1 0,1-1 0,0 1 0,0-1 1,1 0-1,-1 0 0,1 0 0,1 0 0,0 0 0,0-1 0,0 0 0,0 0 0,1 0 0,10 10 1,-9-11-608,0 0 1,1 0-1,-1-1 1,1 0 0,0 0-1,0 0 1,0-1 0,0 0-1,1-1 1,10 3-1,24 0-4103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7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306 367 5587,'0'0'9748,"-30"-15"-9094,30 15-654,-35-17 312,-57-21 0,89 37-290,-1 0 0,1 1 0,-1-1 1,0 0-1,1 1 0,-1 0 0,1 0 0,-1 0 1,0 0-1,1 1 0,-1-1 0,1 1 0,-1 0 1,1 0-1,-1 0 0,1 1 0,0-1 0,0 1 0,0 0 1,-1 0-1,1 0 0,1 0 0,-1 0 0,0 1 1,1-1-1,-1 1 0,1 0 0,-3 3 0,-3 3 71,4-5-80,-1 1 0,1 0 1,0 0-1,1 0 0,-1 0 0,1 1 0,0 0 0,1-1 0,-1 1 0,1 0 0,0 0 0,0 1 0,1-1 0,0 0 1,0 0-1,1 1 0,-1-1 0,1 1 0,1-1 0,1 12 0,-1-15-10,0 0 0,0-1 0,1 1 0,-1 0 0,1-1 0,0 1 0,-1-1 0,1 1 0,0-1 0,1 0 0,-1 0 0,0 0 0,0 0 0,1 0 0,0-1 0,-1 1 0,1-1 0,0 1 0,-1-1 0,1 0 0,0 0 0,0 0 0,0-1 0,5 1 0,9 3 35,0-2 1,33 1-1,-49-3-39,10 0 3,1 1-1,0-1 0,0 0 1,1-1-1,11-3 0,-19 3 5,-1 0 0,-1-1 0,1 1 0,0-1 0,0 0-1,0 0 1,-1 0 0,1 0 0,-1-1 0,0 0 0,0 1 0,0-1-1,0 0 1,0-1 0,4-5 0,-4 3-4,1-1-1,-1 0 1,0 0-1,0 0 1,-1 0 0,0 0-1,-1-1 1,2-7 0,0-43 1376,-3 58-1325,0 6-58,0 0 0,0 0 0,0 0 0,0 0 0,1 0 0,0 0 0,1 0 0,-1-1 0,1 1 0,0 0 0,1-1 0,-1 1 0,1-1 0,0 0 0,0 0 0,1 0 0,0 0 0,-1 0 0,2-1 0,-1 0 0,7 6 0,-3-5-59,-1 0 0,1-1-1,0 0 1,1 0 0,-1-1-1,0 0 1,1 0 0,0-1-1,0 0 1,0-1-1,0 1 1,0-2 0,0 0-1,0 0 1,17-2 0,-23 1 47,0 0 0,0 0 0,-1 0 0,1 0 0,0 0 1,-1-1-1,1 1 0,-1-1 0,1 0 0,-1 0 0,0 0 0,1 0 1,-1 0-1,0 0 0,0-1 0,-1 1 0,1-1 0,-1 1 1,1-1-1,1-3 0,3-9-79,0 0 0,7-26 0,-9 24 76,11-34 421,-3 0-1,-2-1 1,-2 0 0,1-83 0,-9 131-281,-1 0 1,1 0-1,-1 1 0,0-1 1,0 1-1,0-1 1,-2-4-1,3 8-97,-1-1 0,1 1 0,0-1 0,0 1 0,-1-1 0,1 1 0,0-1 0,-1 1 0,1 0 0,0-1 0,-1 1 0,1 0 0,-1-1 0,1 1 0,-1 0 0,1-1 0,0 1 0,-1 0 0,1 0 0,-1 0 0,0-1 0,1 1 0,-1 0 0,0 0-23,0 1 0,0-1 0,0 0 0,0 1 0,1-1 0,-1 1 1,0-1-1,0 1 0,0-1 0,1 1 0,-1-1 0,0 1 1,1 0-1,-1 0 0,1-1 0,-1 1 0,1 0 0,-1 0 1,0 1-1,-3 6-9,0 0 1,0 1-1,1 0 1,0 0-1,0 0 1,1 0-1,1 0 1,-2 13-1,1 82 7,2-69-7,0-14 52,1 1 1,0-1-1,2 1 1,6 28-1,-7-43-244,0-1 0,1 1 0,-1-1 0,1 1 0,1-1 0,-1 0 0,1 0 0,0 0 0,0-1 0,1 0 0,-1 1-1,1-1 1,1-1 0,-1 1 0,1-1 0,-1 0 0,11 5 0,-13-8-394,0 1 0,0-1 0,0 0 0,0 0 0,1 0 0,-1-1 0,0 1 1,1-1-1,4 0 0,8 0-4261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5987,'0'0'4338,"30"-1"-3140,100-5-614,-110 6-287,-1-2 0,1 0 0,-1-1 0,0-1 0,34-11 0,-51 14-194,0 1-1,0-1 1,0 0 0,-1 1-1,1-1 1,0 0-1,-1 0 1,1 0 0,0-1-1,-1 1 1,1 0 0,-1 0-1,0-1 1,1 1-1,-1-1 1,0 1 0,0-1-1,1-2 1,-1 0 497,0 0 1,0 0-1,0 0 1,-1-1-1,1 1 1,-1-8-1,0 11-462,0 0 97,0 23-14,12 196-227,4-127-2696,-15-88 2146,-1-2 207,0-1-1,0 1 0,1 0 0,-1 0 1,0-1-1,0 1 0,0 0 1,1 0-1,-1-1 0,0 1 1,1 0-1,-1-1 0,1 1 0,-1 0 1,1-1-1,-1 1 0,1-1 1,-1 1-1,2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8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20 9812,'0'0'7700,"-14"-20"-8260,14 56-1073,11 13-1777,0 1-1152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5:18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417 111 6963,'0'0'8055,"-33"-18"-7378,-108-56-114,134 71-519,0 0 1,0 0-1,0 1 0,-1 0 0,1 0 1,0 1-1,-1 0 0,1 0 0,-1 1 0,0 0 1,1 0-1,-1 1 0,1 0 0,-1 0 1,1 0-1,-1 1 0,-6 3 0,7-1-9,0-1 0,1 1 0,-1 1 0,1-1-1,0 1 1,1 0 0,-1 0 0,1 1-1,0 0 1,0-1 0,1 2 0,-1-1 0,-3 9-1,4-8-30,1-1-1,1 0 0,-1 1 0,1 0 0,0-1 0,1 1 0,0 0 1,0 0-1,0 0 0,1 0 0,0 0 0,1 12 0,0-15-2,0 0 0,0 0 0,0 1 0,1-1 0,-1 0 0,1-1 0,0 1 0,0 0 0,0 0 0,0-1-1,1 1 1,0-1 0,-1 0 0,1 0 0,0 0 0,1 0 0,-1-1 0,0 1 0,1-1 0,0 1 0,6 1 0,5 2 26,1-2 1,0 0 0,0-1-1,0-1 1,1 0 0,-1-1-1,18-2 1,-28 1-24,-1 0 0,1-1 1,-1 1-1,1-1 0,-1-1 0,0 1 0,1-1 0,-1 0 0,0 0 0,0 0 1,0-1-1,-1 0 0,8-5 0,-3 0 33,0 0-1,0-1 1,-1 0-1,0-1 1,7-11 0,-4 4-19,0 0 155,1 1-1,25-27 1,-33 39-112,-1 0 0,1 1 0,0 0 0,1 0 0,-1 0 0,1 0 0,-1 1 0,1-1 0,0 1 0,0 0 0,0 1 0,0-1 0,0 1 0,0 0 0,10 0 0,-13 1-55,0 0-1,0 1 0,0-1 1,-1 1-1,1-1 0,0 1 1,0 0-1,-1 0 0,1 0 1,0 0-1,-1 0 0,1 0 1,-1 1-1,0-1 1,1 0-1,-1 1 0,0-1 1,0 1-1,0-1 0,0 1 1,0 0-1,0-1 0,0 1 1,0 0-1,0 2 0,3 8 0,0 0-1,3 22 0,-6-28 10,5 29 196,-2-1 1,0 44 0,-1-73 157,5-8 8,2-6-136,0 0 0,0-1-1,-1 0 1,12-16 0,6-7-107,3 0-79,1 0 0,40-31 0,-61 56-48,0 1 0,1-1 0,0 2 0,0 0 0,0 0 0,1 1 0,-1 0 0,1 1 0,0 0 0,1 1 0,-1 0 0,19-1 0,-29 4-6,1 0 1,-1 0 0,1 0-1,-1 1 1,0-1 0,1 0-1,-1 1 1,0 0-1,0-1 1,1 1 0,-1 0-1,0 0 1,0 0 0,0 0-1,0 1 1,0-1-1,0 1 1,0-1 0,-1 1-1,1 0 1,0-1 0,-1 1-1,1 0 1,-1 0-1,0 0 1,0 0 0,0 0-1,0 0 1,0 1 0,0-1-1,0 2 1,2 8-11,-1 1 0,0-1 0,-1 0 0,-1 24 1,0-24-8,0-7 6,1 28-773,-2 1 0,-1 0-1,-1 0 1,-14 58 0,-9-15-4632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6:0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2417,'5'3'16477,"-2"-1"-17115,4-3 699,0 0-1,1 0 1,-1 0-1,-1-1 1,1 0-1,12-5 0,43-24 293,-24 12-83,1 1-199,0 2 0,2 1 0,0 3 0,1 1 0,0 2 0,82-7-1,660 2 136,-700 14-201,42 6-15,148 25 0,88 6-23,-85-35 21,3-1 11,0 21 3,71 39 163,-277-45-104,-1 4 1,120 51 0,-128-38-88,-2 2 0,102 76 0,-141-93 31,-1 1 0,0 1 0,-2 1 1,0 1-1,-2 1 0,0 1 0,-1 0 0,-2 1 0,20 41 0,46 125-75,-69-153 86,-2 1-1,-1 0 0,5 48 1,-7 190 41,-8-194-10,-2-59-37,-1 0 1,0-1-1,-2 1 1,-1-1-1,-12 31 1,7-21 32,-10 54 0,-23 120 320,-9 65-21,50-167 53,3-74-353,-15-29-9718,1-1 5773,-5-1-1708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6:02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1185,'0'0'2513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6:03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22 800,'1'0'339,"-1"0"-1,1 0 1,0 0-1,-1-1 1,1 1 0,0 0-1,-1-1 1,1 1-1,0 0 1,-1-1-1,1 1 1,-1-1-1,1 1 1,-1-1-1,1 1 1,-1-1-1,1 1 1,-1-1-1,1 0 1,-1 1 0,0-1-1,1 0 1,-1 1-1,0-1 1,0 0-1,0 1 1,1-1-1,-1 0 1,0 0-1,0 1 1,0-1-1,0 0 1,0 0 0,0 1-1,-1-3 1886,1 20-1546,0 180 3121,0 98-2776,0-208-925,0-68-97,1-1 1,1 0 0,0 1-1,2-1 1,0-1 0,1 1-1,0 0 1,2-1 0,0 0-1,12 20 1,-10-23 1,0 0-1,1-1 1,1-1 0,0 1-1,0-2 1,1 0 0,1 0 0,0-1-1,0 0 1,1-1 0,25 12-1,21 6-15,2-3 0,1-2-1,65 14 1,-114-35-714,-11-11-7425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6:03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5394,'0'0'9154,"9"0"-8319,-4-1-698,-3 0-72,1 1 1,0 0-1,0-1 1,0 1 0,0 0-1,0 1 1,0-1-1,0 0 1,0 1-1,-1 0 1,1 0-1,0 0 1,0 0-1,-1 0 1,1 0-1,-1 0 1,1 1-1,3 3 1,73 57 668,1-3 1,4-3-1,1-4 1,123 54-1,-104-62-732,1-5 0,2-4-1,179 33 1,-276-67-917,-18-3-2363,-8-5 265,1-6-1341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7:56:0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71 7988,'0'0'10394,"-2"-12"-9327,-9-34-333,7 33-320,2 18-401,2-3 34,-22 71 133,-20 62 446,21-81-280,-30 57 0,42-94-864,-1 0-1,-1-1 1,0 0 0,-1-1-1,-1 0 1,0-1 0,-18 15-1,13-15-5628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04:03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0 480,'0'0'1697,"13"3"-2049,-10 2 192,2-3 96,0 3-128,1-3-497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04:12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8 592,'0'0'4109,"-1"-1"-3989,1 1-1,0-1 1,-1 1 0,1-1 0,0 1 0,-1-1-1,1 1 1,0 0 0,-1-1 0,1 1-1,-1 0 1,1-1 0,-1 1 0,1 0 0,-1-1-1,1 1 1,-1 0 0,1 0 0,-1-1 0,-9 1-3711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08:3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145 176 144,'0'0'0,"-144"-175"-144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16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11 1056,'0'0'6134,"-3"0"-5467,-3 0-421,3-1 17,0 1 0,0 0-1,0 0 1,0 0-1,0 0 1,0 0 0,0 1-1,0-1 1,0 1-1,1 0 1,-1 0 0,-3 3 2456,12-4-1033,-3 0-2195,67 1 1001,111-4 192,-181 3-644,1 0 0,-1 0 0,1 0 0,-1 0-1,1 0 1,-1 0 0,0 0 0,1 0-1,-1 0 1,1 0 0,-1 0 0,1-1-1,-1 1 1,1 0 0,-1 0 0,1-1-1,-1 1 1,0 0 0,1-1 0,-1 1 0,0 0-1,1-1 1,-1 1 0,0 0 0,1-1-1,-1 1 1,0-1 0,1 0 0,-1 1-13,-1-1 1,1 1 0,0-1 0,0 1-1,-1-1 1,1 1 0,0 0 0,-1-1-1,1 1 1,0 0 0,-1-1 0,1 1-1,-1 0 1,1-1 0,0 1 0,-1 0-1,1 0 1,-1-1 0,1 1 0,-1 0-1,1 0 1,-1 0 0,1 0-1,-1 0 1,1 0 0,-1 0 0,1 0-1,-1 0 1,1 0 0,-1 0 0,0 0-1,-196-2 54,101 4-98,96-2 12,0 0-1,0 0 1,0 0-1,0 0 1,0 0-1,0 1 1,0-1-1,0 0 1,0 0-1,0 0 1,0 0-1,0 0 1,0 1-1,0-1 1,0 0-1,0 0 1,0 0-1,0 0 1,0 0-1,0 1 1,0-1-1,1 0 1,-1 0-1,0 0 1,0 0-1,0 0 1,0 0-1,0 0 1,0 1-1,0-1 1,0 0-1,1 0 1,-1 0-1,0 0 1,0 0-1,0 0 1,0 0-1,0 0 1,0 0-1,1 0 1,-1 0-1,0 0 1,0 0-1,0 0 1,0 0-1,0 0 1,1 0-1,-1 0 1,17 4-28,0-1 0,0-1 0,0 0 1,0-2-1,22-1 0,-10 1 73,78-1 1197,-300-5-1595,176 6 140,17 0 180,0 0-1,0 1 0,0-1 1,0 0-1,0 1 0,0-1 1,0 0-1,0 1 0,0-1 1,0 0-1,0 1 0,0-1 1,0 0-1,0 1 0,0-1 1,1 0-1,-1 1 0,0-1 1,0 0-1,0 1 1,1-1-1,-1 0 0,0 0 1,0 1-1,1-1 0,-1 0 1,0 0-1,0 0 0,1 0 1,-1 1-1,0-1 0,1 0 1,-1 0-1,0 0 0,1 0 1,-1 0-1,0 0 0,1 0 1,-1 0-1,0 0 0,1 0 1,-1 0-1,43 1 197,-39 1 2899,4 23-3014,1 12 105,7 59-1,-12-59 27,18 63 0,-20-88-21,-2-10-292,1-1 1,-1 1-1,0-1 1,1 1-1,-1-1 1,1 1-1,-1-1 1,1 1-1,0-1 0,0 0 1,1 3-1,-1-3-177,0-1-1,-1 1 0,1-1 1,0 1-1,0-1 0,0 0 0,0 1 1,-1-1-1,1 0 0,0 0 1,0 1-1,0-1 0,0 0 1,0 0-1,1 0 0,18 0-5144,10 0-1854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17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24 64,'0'0'11517,"1"-4"-9921,2-12-300,-2 12-477,-1 8-290,0 22-117,0 52 948,11 83 0,-8-93 521,-2-89-1316,8-36-456,20-70-1,-24 108-93,-22 61-188,-18 46 62,31-75 123,0 1 0,0-1 1,2 1-1,-1-1 0,1 17 0,2-30-191,0 0 0,0 1-1,0-1 1,0 1 0,0-1-1,0 0 1,1 1 0,-1-1-1,0 1 1,0-1-1,0 0 1,1 1 0,-1-1-1,0 0 1,0 0 0,1 1-1,-1-1 1,0 0-1,1 1 1,-1-1 0,0 0-1,0 0 1,1 0 0,-1 1-1,1-1 1,-1 0-1,0 0 1,1 0 0,-1 0-1,0 0 1,1 0 0,-1 0-1,1 0 1,-1 1 0,0-2-1,1 1 1,-1 0-1,1 0 1,-1 0 0,0 0-1,1 0 1,-1 0 0,1 0-1,-1 0 1,1-1-1,5 1-247,22 0-4311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17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1 3458,'0'0'11688,"-7"2"-11131,3 0-529,1-1 0,0 1-1,0 0 1,0 0 0,0 0-1,0 1 1,0-1 0,0 1-1,1-1 1,-1 1 0,-2 4 0,-1 1 79,1 1-1,0-1 1,1 1 0,-4 10 0,-1 7 149,1 1 1,-5 39-1,6-8 197,2 1 1,5 79-1,0-132-448,0-1 0,1 1 0,0-1 0,0 0 0,0 1 0,1-1 0,-1 0 0,1 0 0,1 0 0,-1 0 0,1 0 0,-1 0 0,7 7 0,-5-7-127,1-1 0,0 1 1,0-1-1,1 0 0,-1 0 0,1 0 0,0-1 1,0 0-1,0 0 0,11 3 0,-2-2-983,-1-1 1,1-1-1,0 0 0,-1-1 0,29-1 0,-18 0-1715,21 0-4360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18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8788,'0'0'6758,"-1"17"-6425,-1 25 293,5 48 0,0 38 765,-3-103-1067,0-23-291,0 0 1,0 0-1,0 0 0,-1 0 1,1 1-1,-1-1 1,1 0-1,-1 0 0,0 0 1,1-1-1,-2 4 1,1-4 21,0-1 0,0 1 0,1 0 0,-1 0 0,0 0 0,0-1 0,0 1 0,0-1 0,0 1 0,0 0 0,0-1 0,0 0 0,0 1 0,0-1 0,0 1 0,0-1 0,0 0 0,0 0 0,0 0 0,0 0 0,-2 0 0,2 0-8,1-1 1,-1 0-1,1 0 0,0 1 0,-1-1 0,1 0 0,0 0 0,-1 0 0,1 0 0,0 1 0,0-1 1,0 0-1,0 0 0,0 0 0,0 0 0,0 0 0,0 0 0,0 1 0,1-3 0,-1-1 60,0-8-84,1 0-1,1-1 1,0 1 0,1 0-1,0 0 1,0 0 0,2 1-1,-1-1 1,1 1 0,1 0-1,0 0 1,1 1 0,0 0-1,0 0 1,1 0 0,1 1-1,17-15 1,-17 16-21,1 0-1,-1 0 1,1 1-1,12-5 1,-18 10-16,1-1-1,-1 1 1,1 1 0,0-1-1,0 1 1,0 0 0,0 0-1,0 0 1,0 1-1,0 0 1,0 0 0,8 1-1,-11-1 5,0 1-1,0-1 1,-1 1-1,1 0 0,0 0 1,-1 0-1,1 0 1,-1 0-1,1 0 0,-1 1 1,0-1-1,1 0 1,-1 1-1,0-1 1,0 1-1,0-1 0,0 1 1,0 0-1,0-1 1,0 3-1,13 41-96,-12-39 100,5 29 4,-1 0 0,-2 0 0,0 56 0,-5-6-2882,0-17-3534,1-53 243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18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8900,'0'0'7862,"17"27"-6957,48 92-108,-61-108-712,0 0 0,0 1 0,-1-1 0,0 1 0,-1-1 0,-1 1 0,1 0 0,-2 0 0,-1 15 0,1 1 130,2 14 12,0-22-173,-2 0-1,0 1 0,-1-1 0,-4 24 0,3-38-77,-1 0 0,1 1 0,-1-1-1,0 0 1,-1 0 0,1-1-1,-1 1 1,0-1 0,-1 0 0,1 0-1,-8 6 1,-17 12-4383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18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0 7251,'0'0'11478,"-6"0"-11014,25 3 48,11-1-144,10-2-336,5 0-32,1 0 0,-12 0-1392,-10 0-849,-16 0-1873</inkml:trace>
  <inkml:trace contextRef="#ctx0" brushRef="#br0" timeOffset="1">1 150 8388,'0'0'10517,"64"21"-9909,-16-18-560,3-3-48,2 0-400,1 0-2257,2 0-2146,11-10-6082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19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676 10 608,'0'0'14874,"-5"-3"-14213,4 2-628,0 0 0,0 1 0,0-1-1,-1 0 1,1 1 0,0-1 0,0 1-1,0 0 1,-1-1 0,1 1 0,0 0-1,-1 0 1,1 0 0,-2 0 0,2 0-18,-1 1 0,1 0 0,0-1-1,-1 1 1,1 0 0,0 0 0,0 0 0,0 0 0,0 0 0,0 0 0,0 1 0,0-1 0,0 0 0,1 0 0,-1 1 0,0-1 0,0 3 0,-18 37 498,2 2 0,2 0 0,2 0 0,-13 75 0,-8 185 441,12-69-669,17-199-174,-1-1-1,-2 0 0,-19 55 1,22-77-46,0 0 1,-1-1 0,0 0-1,0 0 1,-1-1 0,-1 1-1,0-2 1,0 1 0,-1-1-1,0 0 1,0-1-1,-1 0 1,-15 9 0,11-9 0,-1-1 1,0-1-1,0-1 1,0 0-1,-1 0 1,-25 3-1,8-5 25,-1-1-1,-37-2 0,69 0-74,0 0-1,0 0 1,-1 0 0,1 0-1,0-1 1,0 1 0,0-1-1,0 0 1,0 1 0,1-1-1,-1 0 1,0 0 0,0 0-1,0-1 1,1 1 0,-1 0-1,1 0 1,-1-1 0,1 1-1,-1-1 1,1 0 0,-2-2-1,2 1 36,0 1 0,0-1-1,0 0 1,0 0 0,1 0-1,-1 0 1,1 0 0,-1 0-1,1 1 1,0-1 0,1 0 0,-1 0-1,0 0 1,1 0 0,1-5-1,-1 5-37,1 0-1,-1 0 1,1 0-1,0 0 0,0 1 1,0-1-1,0 0 1,1 1-1,-1 0 1,1-1-1,-1 1 0,1 0 1,0 0-1,0 1 1,0-1-1,0 1 1,0-1-1,5-1 1,2 0 1,0 0 1,-1 0 0,1 1 0,0 0 0,12 0 0,-17 2-22,1-1 0,-1 1 1,0 0-1,0 1 0,1-1 1,-1 1-1,0 0 0,0 0 1,0 1-1,0-1 0,0 1 1,0 0-1,0 1 0,-1-1 1,1 1-1,-1 0 0,0 0 1,1 0-1,-2 1 0,1-1 1,0 1-1,-1 0 0,4 4 1,9 14 19,-1-1-1,-1 2 1,-1 0 0,0 1 0,10 29-1,-4 2 29,17 75-1,27 282 97,-20-91-10,-22-215-110,40 118 0,-42-168-30,3-1 1,2-1 0,54 89-1,-32-74-730,57 61 0,6-8-5238,-61-74-262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1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0 207 4482,'0'0'9303,"2"-24"-8487,0-5-592,9-43 1,-10 69-209,0-1 0,0 1 0,1-1 0,-1 1 0,1 0 1,0 0-1,0 0 0,0 0 0,0 0 0,0 0 1,1 0-1,-1 1 0,1-1 0,0 1 0,0-1 0,6-2 1,-2 1 23,1 1 0,0 0 0,0 0 0,16-3 1,-18 5-29,5-2 28,0 1 1,-1 1-1,19-1 1,-26 2-41,0 0 0,0 0 1,1 0-1,-1 1 0,0-1 1,0 1-1,0 0 0,0 0 1,0 0-1,0 0 1,-1 1-1,1-1 0,0 1 1,0-1-1,-1 1 0,1 0 1,1 2-1,1 2-10,-1 0 0,0 0 0,-1 0 0,1 0 1,-1 0-1,0 1 0,-1-1 0,0 1 0,0 0 0,0 0 0,1 11 1,-1 7 67,-2 49 1,-1-32 558,1-45 189,1-2-712,-1 1 0,1 0 0,1-1 0,-1 1 0,1 0 0,-1 0 0,1 0 0,0 0 0,0 0 0,1 0-1,4-5 1,39-44-67,-30 35 89,7-7 148,2 0 0,46-35 0,-71 60-260,0 0-1,0-1 1,1 1 0,-1 0-1,0 0 1,0 0-1,0 0 1,1-1 0,-1 1-1,0 0 1,0 0 0,0 0-1,1 0 1,-1 0-1,0 0 1,0 0 0,0-1-1,1 1 1,-1 0 0,0 0-1,0 0 1,1 0-1,-1 0 1,0 0 0,0 0-1,1 0 1,-1 0 0,0 0-1,0 0 1,1 1-1,-1-1 1,0 0 0,0 0-1,0 0 1,1 0 0,-1 0-1,0 0 1,0 0-1,0 1 1,1-1 0,-1 0-1,0 0 1,0 0 0,0 0-1,0 1 1,0-1-1,1 0 1,-1 1 0,2 10-53,-2-9 51,3 118-32,-4-91-248,2-1 0,0 1-1,2-1 1,0 1 0,12 39-1,-13-63-125,-1-1-1,1 1 1,0-1-1,1 1 1,-1-1-1,1 0 0,0 0 1,0 0-1,0 0 1,0-1-1,1 1 1,-1-1-1,9 6 0,26 11-5293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1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34 960,'0'0'16632,"53"-34"-16552,-5 34-64,6 0-16,-3 0-784,-3 0-945,-11 0-1857,-18 0-2464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1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0 438 7267,'0'0'9653,"123"-15"-9653,-53 6-400,7 2-1265,3 2-2273,-5 0-1745</inkml:trace>
  <inkml:trace contextRef="#ctx0" brushRef="#br0" timeOffset="1">751 67 7283,'0'0'12726,"0"-67"-12550,0 89-80,0 21-96,0 12 64,6 3 64,-4 0-128,-2-3 0,0-2-128,0-2-864,-5-8-1553,-14-2-1857,-5-12-5395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3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38 6419,'0'0'11803,"0"-8"-10597,0-19-704,0 24-226,0 24-123,-2 35 500,-3-1 1,-14 67 0,13-88-531,2 1 1,0 41 2304,4-93-2113,0 15-315,0 2 8,0 0-13,0-2-16,0 2-49,-1-20-1259,-2 16-287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4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23 299 2193,'0'0'11024,"-4"-23"-9888,-12-75-146,15 90-791,0-1-1,0 1 0,1-1 1,0 1-1,3-16 1,-2 20-148,0 0 0,0 0-1,0 1 1,0-1 0,1 1 0,-1-1 0,1 1 0,0 0 0,0 0-1,4-5 1,-1 4-29,0 0-1,1 0 0,-1 0 1,0 1-1,1 0 0,0 0 1,0 0-1,0 1 0,0 0 1,0 0-1,1 1 0,10-2 1,-3 0-1,-1 1 0,1 1-1,-1 0 1,1 0 0,-1 2 0,18 1 0,-25-1-18,-1 0-1,0 1 0,-1-1 1,1 1-1,0 0 1,0 0-1,-1 1 1,1-1-1,-1 1 0,0 0 1,0 0-1,0 1 1,0-1-1,0 1 0,-1 0 1,0 0-1,0 0 1,0 0-1,4 7 0,-3-1 0,1 0 0,-1 0 0,-1 0-1,0 1 1,0 0 0,-1-1 0,0 13 0,0 77 12,-2-61-21,0-28 61,1-9-27,-1 0 0,0 1 0,0-1 0,1 0 1,-1 0-1,-1 0 0,1 1 0,0-1 0,-1 0 1,1 0-1,-1 0 0,1 0 0,-1 0 0,0 0 0,0 0 1,0 0-1,0 0 0,0 0 0,-2 2 0,2-15 1515,1-2-1475,1-1-1,0 0 1,1 1-1,0-1 1,1 1-1,1-1 1,0 1-1,1 1 1,0-1-1,1 0 1,0 1-1,13-18 1,-6 10-48,2 0 0,0 1 0,0 1 0,2 0 0,0 2 0,2-1 0,32-22 0,-46 36-19,-3 2-1,-1 0 0,1 0 0,-1 1 1,1-1-1,0 0 0,0 0 0,-1 1 0,1-1 0,0 1 1,0-1-1,-1 1 0,4 0 0,-4 0-1,-1 0 0,0 0 0,0 0 0,0 0 0,0 0 0,0 0 0,1 0 0,-1 0 0,0 0 0,0 0 0,0 0 1,0 0-1,0 0 0,0 0 0,1 0 0,-1 0 0,0 1 0,0-1 0,0 0 0,0 0 0,0 0 0,0 0 0,0 0 0,0 0 0,0 0 0,1 1 0,-1-1 0,0 0 0,0 0 0,0 0 0,0 0 0,0 0 0,0 0 0,0 1 0,0-1 0,0 0 0,0 0 0,0 0 0,0 0 0,0 0 0,0 1 0,0-1 0,0 0 0,0 0 0,0 0 0,2 49-120,-3 49-1,1 45 226,2-125-645,0 0-1,1 0 1,1 0 0,1 0-1,12 31 1,-14-43-191,0 0 0,0 0 0,1 1 0,0-2 1,0 1-1,0 0 0,1-1 0,0 0 0,0 0 0,8 6 0,26 10-6625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5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9 8516,'0'0'9076,"-9"-2"-8662,9 2-409,-26-6 192,26 6-192,0 0-1,0 0 0,0 0 0,0 0 1,0-1-1,-1 1 0,1 0 0,0 0 0,0 0 1,0 0-1,0 0 0,0 0 0,0 0 1,0 0-1,0 0 0,-1 0 0,1 0 1,0 0-1,0 0 0,0 0 0,0 0 0,0 0 1,0 0-1,0 0 0,0 0 0,-1 0 1,1 0-1,0 0 0,0 0 0,0 0 1,0 0-1,0 0 0,0 1 0,0-1 1,0 0-1,0 0 0,-1 0 0,1 0 0,0 0 1,0 0-1,0 0 0,0 0 0,0 0 1,0 0-1,0 1 0,0-1 0,0 0 1,0 0-1,0 0 0,0 0 0,0 0 1,0 0-1,0 0 0,0 0 0,0 1 0,0-1 1,0 0-1,0 0 0,0 0 0,15 11 479,1-2-301,0-1 1,0-1 0,1-1 0,22 6-1,75 13 109,-39-10-260,-73-13 554,-9 3-376,-10 3-125,15-7-34,-11 5-34,1 1 0,-1 1 1,1 0-1,1 1 0,0 0 0,0 1 0,0 0 0,-13 17 0,-65 99 53,87-122-69,-2 1-4,1 0-95,0-1-1,0 0 1,0 1 0,0 0 0,1-1 0,0 1 0,0 0 0,1 0 0,-1 0 0,1 0 0,-1 8 0,3-13-46,-1 1 0,0-1-1,1 1 1,-1-1 0,1 1-1,-1-1 1,1 1 0,-1-1-1,1 1 1,0-1 0,-1 1-1,1-1 1,-1 0 0,1 1 0,0-1-1,-1 0 1,1 0 0,0 1-1,-1-1 1,1 0 0,0 0-1,0 0 1,-1 0 0,1 0-1,0 0 1,-1 0 0,1 0 0,0 0-1,-1-1 1,2 1 0,2 0-719,32 1-3970,9-1-1203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5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6611,'0'0'13414,"2"-7"-12982,-2 65 513,0 4-257,0 1-608,0 2 208,0-3-288,0-4-688,0-5-1937,3-10-3618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7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29 4418,'0'0'8505,"-24"-3"-7475,-72-8 32,66 6 598,25 2 909,26 1-1393,364-3 1166,-388 5-2120,-175 0-1223,178 0 1287,-11 278 322,11-160-928,0-116 147,0 0 0,0-1 1,0 1-1,0 0 0,1-1 0,-1 1 0,0 0 0,1-1 1,0 1-1,-1-1 0,1 1 0,0-1 0,0 1 1,-1-1-1,1 1 0,1-1 0,-1 0 0,0 1 1,0-1-1,0 0 0,1 0 0,-1 0 0,3 1 0,0 1-666,1-2-1,0 1 0,-1 0 0,1-1 1,0 0-1,10 1 0,23 2-4904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8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0 6835,'0'0'8890,"-22"16"-8149,6-5-563,6-5-79,1 0-1,0 0 1,0 1-1,1 0 0,0 1 1,0 0-1,1 0 1,0 0-1,0 1 0,1 0 1,0 0-1,1 1 1,0 0-1,-7 19 0,4 2 108,2 2 1,1-1-1,1 0 0,2 1 0,1 0 0,7 62 1,-3-82-232,-1 0 1,2-1-1,-1 0 1,2 0-1,0 0 1,0 0-1,1-1 1,0 0-1,1 0 1,0 0-1,1-1 1,0 0-1,1-1 1,0 0 0,16 13-1,-16-15-510,1-1 0,-1 0 1,1 0-1,1-1 0,-1 0 0,1-1 0,-1 0 0,1-1 0,1 0 1,21 3-1,16-4-3934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8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8980,'0'0'9730,"2"4"-9522,5 15-75,-1 0 0,0 0 1,-1 1-1,-1-1 0,1 29 0,0 105 675,-5-126-780,0-27-15,0 1 0,0-1 0,0 1 1,0-1-1,0 0 0,0 1 0,-1-1 0,1 1 0,0-1 0,0 0 0,0 1 0,0-1 0,-1 1 0,1-1 0,0 0 0,0 1 0,-1-1 0,1 0 0,0 1 0,-1-1 0,1 0 0,0 0 0,-1 1 0,1-1 0,0 0 0,-1 0 0,1 1 0,0-1 0,-1 0 0,1 0 0,-1 0 0,1 0 0,-1 0 0,1 0 0,0 0 0,-1 0 0,1 0 0,-1 0 0,1 0 0,-1 0 0,1 0 0,0 0 0,-1 0 0,1 0 0,-1 0 0,1 0 1,0-1-1,-1 1 0,1 0 0,-1 0 0,1-1 0,0 1 0,-1 0 0,1 0 0,0-1 0,-1 1 0,1 0 0,0-1 0,-3-5 72,2 1 1,-1-1 0,0 1-1,1-1 1,0 0 0,1 0-1,-1 0 1,1 1 0,0-1-1,2-10 1,-2-3-49,1 10-24,-1 0 0,2 0 1,-1 1-1,1-1 0,1 1 0,0-1 0,0 1 1,0 0-1,1 0 0,0 0 0,1 0 1,0 1-1,0-1 0,0 1 0,1 1 1,0-1-1,1 1 0,-1 0 0,15-9 1,-10 6-21,2 2 0,-1 0 0,0 0 0,1 2 0,1-1 0,-1 1 0,1 1 0,-1 1 0,1 0 0,0 0 0,28 0 0,-39 3 3,0 1-1,-1-1 0,1 0 0,0 1 1,-1 0-1,1 0 0,-1 0 1,1 0-1,-1 0 0,1 0 1,-1 1-1,0-1 0,0 1 0,1 0 1,-1-1-1,0 1 0,-1 0 1,1 0-1,0 0 0,-1 0 1,1 1-1,-1-1 0,1 0 0,-1 1 1,0-1-1,0 1 0,1 3 1,2 9-17,0 0 0,-1 0 1,3 26-1,-5-30 22,4 94-1013,-4-69-2851,7 55 1,-1-56-2227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8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8884,'0'0'11013,"29"-8"-10517,17 8-176,7 0-239,1 0-81,-6 0 0,-5-2-769,-14-3-928,-7 0-1088,-12 1-1521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9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25 212 5523,'0'0'12392,"0"-9"-11381,0-12-737,0 12-134,-1 31 54,-8 79 866,0 11-324,7-29-675,-1 35-589,2-41-5112,1-60 117</inkml:trace>
  <inkml:trace contextRef="#ctx0" brushRef="#br0" timeOffset="1">452 1 8868,'0'0'10885,"121"127"-10261,-95-50 177,-4 3-81,-12-1-624,-10 3 32,0 4-128,-18-4-48,-25-2 16,-8-8-1200,-8-7-785,-2-10-2049,2-14-4834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29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4338,'0'0'9076,"156"-7"-8404,-92 7-351,-6-2-33,-9 2-288,-15-3-448,-15-1-1553,-16-4-1745,-3-4-3457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0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6547,'0'0'10645,"0"5"-10469,0 38 256,8 10 128,-5 2-175,0 3-305,-1 2 96,-2-4-176,0-1-352,0-7-1169,3-9-1697,10-8-2640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0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 8964,'0'0'7532,"0"23"-6673,1 155 448,1-149-967,8 41 0,-2-17 114,-8-52-435,0 3 348,-6-7 66,1-2-391,0 1-1,0-1 1,0 0 0,1 0 0,0-1-1,0 0 1,0 1 0,1-1 0,-1 0-1,1-1 1,1 1 0,-1-1 0,1 1 0,1-1-1,-1 0 1,1 1 0,0-1 0,0 0-1,1 0 1,0 0 0,0 0 0,1 0 0,0 1-1,0-1 1,0 0 0,1 0 0,0 1-1,0-1 1,1 1 0,0 0 0,0-1-1,1 1 1,-1 1 0,7-8 0,-2 5-24,0 0 0,0 1 0,1 0 0,0 0 0,0 1 0,1 0 0,-1 1 0,1 0 1,1 0-1,-1 1 0,1 1 0,-1 0 0,1 0 0,0 1 0,0 0 0,0 1 0,15 0 0,-22 2-18,0 0-1,-1 0 0,1 0 1,-1 0-1,1 0 0,-1 1 1,0 0-1,0-1 1,1 1-1,-1 1 0,0-1 1,-1 0-1,1 1 0,0-1 1,-1 1-1,1 0 0,-1 0 1,0 0-1,0 0 1,0 0-1,3 7 0,3 7-7,-1 1-1,10 35 0,0 23-700,-4 1 0,4 82 0,-13-122 35,3 58-5267,-6-9-6991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1:1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34 96,'0'0'4343,"-26"-15"1447,20-3-2125,4 17-3686,2 1-80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8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 1473,'0'0'8478,"-12"5"-3532,306-17-3249,-225 10-2448,-25 2-4986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6355,'0'0'9620,"182"-22"-9476,-118 22-288,16 0-736,19-2-3570,16-6-2994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7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12 5042,'0'0'10645,"-94"3"-9732,134-3-65,25 0-128,23 0 241,5 0-689,-10 0-192,-16 0-48,-16 0-32,-24-3-1649,-17 1-832,-20-8-4386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2321,'0'0'14668,"0"-11"-13483,1-34-396,5 55-364,3 12-345,1 16 261,-2 0 0,6 70 0,-9 80 2,-4-92-928,4-32-2175,5-23-1856,9 2-5360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1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3906,'0'0'10004,"-3"0"-8283,-8 0-284,19 0 199,29 0-1243,126 0-4253,-52 0-2648,-36 0-460</inkml:trace>
  <inkml:trace contextRef="#ctx0" brushRef="#br0" timeOffset="1">720 5 9156,'0'0'6339,"118"-4"-9845,-49 4-2640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2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9076,'0'0'6883,"110"-12"-9508,-57 17-2401,-13-3-2482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9588,'0'0'6083,"152"-10"-5731,-109 10-208,-5 0-144,-6 0-384,-14 0-2001,-7 0-1281</inkml:trace>
  <inkml:trace contextRef="#ctx0" brushRef="#br0" timeOffset="1">38 34 7139,'0'0'11157,"19"-34"-11109,-6 70 96,-2 20-96,-6 6 33,-5 8 79,0 0 16,0-5-160,0-3-16,0-7-1761,0-4-1761,0-17-4273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8884,'0'0'4664,"5"26"-3475,17 84-231,-14-69-525,-2-19 216,-2 1-1,0-1 1,0 44 0,-11-68 322,3-1-895,1 0-1,0 0 1,0 0-1,1 0 1,-1-1-1,0 1 0,1-1 1,0 1-1,0-1 1,0 0-1,0 0 1,1 0-1,0 0 0,0 0 1,-1-7-1,0-1-38,0-1 0,1 1-1,1-1 1,1-15-1,0 21-15,0 1-1,1-1 0,-1 1 0,1-1 1,0 1-1,1 0 0,-1-1 0,1 1 1,1 1-1,-1-1 0,1 0 0,0 1 1,0 0-1,0 0 0,1 0 0,10-8 0,-8 8-14,0 0-1,0 0 0,1 1 0,0 0 0,-1 0 0,1 1 0,1 0 1,-1 0-1,0 1 0,1 0 0,-1 1 0,15-1 0,-19 2 2,0 0 1,0 0-1,1 1 0,-1 0 1,0 0-1,0 0 0,0 0 1,0 0-1,0 1 0,-1 0 1,1 0-1,0 0 0,-1 0 0,1 0 1,-1 1-1,0 0 0,0-1 1,0 1-1,0 0 0,0 1 1,-1-1-1,3 4 0,3 6 3,-1 0-1,0 1 1,-1 0 0,7 26-1,-5-11-65,-2 0 0,-1 0 0,-1 0 0,0 36 0,-7 55-2964,-6-47-1849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34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3682,'0'0'8686,"-10"0"-7995,-44 0 641,54 0-996,0 1-325,0-1 0,0 0 0,0 1 0,0-1-1,0 0 1,0 1 0,0-1 0,0 0 0,0 1-1,0-1 1,0 0 0,0 1 0,0-1 0,1 0-1,-1 0 1,0 1 0,0-1 0,0 0 0,0 1-1,1-1 1,-1 0 0,0 0 0,0 1 0,0-1-1,1 0 1,-1 0 0,0 0 0,0 1-1,1-1 1,-1 0 0,0 0 0,1 0 0,-1 0-1,0 0 1,0 0 0,1 1 0,0-1 0,16 4 241,1 0 1,0-1-1,31 2 1,64-4 443,-67-2-596,7 0 184,-33 1-2,-51 2-136,-34 4-123,40-2 101,-29 0 3341,43 298-3345,9-217-1128,2-85 930,0 0-1,0 0 1,0 1-1,0-1 1,0 0 0,0 0-1,0 0 1,0 0 0,0 0-1,0 1 1,0-1-1,1 0 1,-1 0 0,0 0-1,0 0 1,0 0 0,0 0-1,0 1 1,1-1-1,-1 0 1,0 0 0,0 0-1,0 0 1,0 0-1,0 0 1,1 0 0,-1 0-1,0 0 1,0 0 0,0 0-1,0 0 1,1 0-1,-1 0 1,0 0 0,0 0-1,0 0 1,0 0-1,1 0 1,-1 0 0,0 0-1,0 0 1,0 0 0,0 0-1,1-1 1,2 1-600,59 0-7419,-18 0 835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35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3 7331,'0'0'10005,"-7"-1"-9479,5 1-512,0-1 0,0 1 0,0 0 0,0 0 0,0 0 1,0 0-1,0 0 0,0 1 0,0-1 0,0 0 1,0 1-1,0 0 0,0-1 0,0 1 0,-2 1 0,1 1 8,-1-1-1,1 1 0,0 0 1,1 0-1,-1 0 0,0 1 1,1-1-1,-4 8 0,-12 20 159,2 0 1,2 2-1,-22 67 0,31-78-163,0 0 0,1 0 0,1 1 0,1-1 0,2 1 0,0-1 0,4 34 0,-3-52-98,0 0 0,0 1 0,0-1 0,1 0 0,-1 0-1,1 0 1,0 0 0,0-1 0,0 1 0,1 0 0,-1-1 0,1 0 0,0 1 0,0-1 0,0 0 0,1-1 0,-1 1 0,0 0 0,1-1 0,0 0 0,0 0 0,0 0 0,-1 0 0,8 1 0,3 1-1005,1 0 0,0-2 1,0 1-1,1-2 0,23 0 1,19-1-4134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3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34 8724,'0'0'10525,"-4"-8"-10010,1 3-456,-9-15 81,12 20-139,0 0 1,0 0-1,0 0 0,0 0 1,0 0-1,0 0 1,-1 0-1,1 0 0,0 0 1,0 0-1,0 0 1,0 0-1,0 0 0,0 0 1,-1 0-1,1 0 0,0 0 1,0 0-1,0 0 1,0 0-1,0 0 0,0 0 1,0 0-1,-1 0 1,1 0-1,0 1 0,0-1 1,0 0-1,0 0 0,0 0 1,0 0-1,0 0 1,0 0-1,0 0 0,0 0 1,0 1-1,-1-1 1,1 0-1,0 0 0,0 0 1,0 0-1,0 0 0,0 0 1,0 0-1,0 1 1,0-1-1,0 0 0,0 0 1,0 0-1,-1 19 115,-21 298 1067,19-290-1272,3-24-713,-2 7 981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35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8644,'0'0'9628,"9"10"-9340,1 3-93,1 0-1,-2 1 0,0 0 1,0 0-1,11 30 0,-7-6-18,-2 0 0,-1 0-1,6 58 1,-4 120 87,-12-207-265,-1 0 0,1-1 0,-1 1 0,-1 0 0,0 0 1,0-1-1,-1 1 0,0-1 0,0 0 0,-1 0 0,0 0 0,0 0 0,-1 0 0,0-1 0,-10 12 0,9-14-887,0 1 0,0-1 0,0-1 0,-1 1 0,0-1 1,-12 6-1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3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8452,'0'0'9524,"-13"0"-8980,18 0-255,30 0-97,13 0-32,8 0-160,6 0-16,-9 0-1041,-13 0-1056,-13 0-624,-16 0-1681,-11 12-2353</inkml:trace>
  <inkml:trace contextRef="#ctx0" brushRef="#br0" timeOffset="1">48 179 5827,'0'0'12405,"-48"19"-11652,51-14-577,24-3 176,15 3-208,9-5-144,13 0-352,3 0-2241,0 0-2065,-6-7-3186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3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 4066,'0'0'8652,"-1"-3"-7903,2 2-732,-1 1 0,0 0-1,0 0 1,0 0-1,0-1 1,0 1-1,0 0 1,0 0-1,0-1 1,0 1 0,0 0-1,0 0 1,0-1-1,-1 1 1,1 0-1,0 0 1,0 0-1,0-1 1,0 1 0,0 0-1,0 0 1,0 0-1,-1-1 1,1 1-1,0 0 1,0 0-1,0 0 1,0 0 0,-1 0-1,1-1 1,0 1-1,0 0 1,0 0-1,-1 0 1,1 0-1,0 0 1,0 0-1,0 0 1,-1 0 0,1 0-1,0 0 1,-1 0-1,-3 12 259,-4 39-313,4-23 154,1-10-24,-1 0-1,0 0 1,-1 0 0,-1-1 0,-1 1-1,-1-2 1,-13 23 1374,21-42-535,1-5-785,0 0 1,1 0-1,0 0 0,0 0 1,1 0-1,0 1 1,0-1-1,1 1 1,0-1-1,0 1 1,1 1-1,-1-1 0,8-7 1,5-5-110,0 2 0,1-1 0,24-16 0,-41 33-36,3-3-3,1 0-1,-1 1 1,1-1-1,0 1 1,0 0-1,0 1 0,0-1 1,0 1-1,1 0 1,-1 0-1,1 1 1,-1-1-1,10 0 0,-14 2-1,0 1 0,-1-1 0,1 0 0,0 0 0,0 1-1,0-1 1,0 1 0,0-1 0,-1 1 0,1-1 0,0 1 0,0-1-1,-1 1 1,1 0 0,0-1 0,-1 1 0,1 0 0,-1-1 0,1 1-1,-1 0 1,1 0 0,-1 0 0,1 0 0,-1-1 0,0 1-1,1 1 1,6 28-36,-6-23 19,2 16 57,-1 1 0,-1 37 0,-1-32-1228,3 31 0,-2-50-332,1 0 0,0 0 0,6 16 0,3-6-4671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38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55 4498,'0'0'10207,"0"-4"-9444,0-8-436,-1 20-193,-5 45 35,-3-8 166,-23 120 640,41-310-767,1-7-85,-11 151-109,1 0 0,0 1 1,-1-1-1,1 0 0,-1 0 0,1 1 1,-1-1-1,0 0 0,1 1 0,-1-1 1,1 1-1,-1-1 0,0 1 0,0-1 1,1 1-1,-1-1 0,0 1 0,0 0 1,0-1-1,1 1 0,-1 0 0,0 0 1,0-1-1,0 1 0,0 0 0,0 0 1,1 0-1,-1 0 0,0 0 0,0 1 1,-1-1-1,-34 4-41,24 1 17,0 0-1,0 0 1,1 1-1,-1 1 1,1 0-1,-14 12 1,-30 18-13,157-96 685,-93 53-658,-4 2 19,0 0 0,0 1 0,0 0 0,0 0 0,0 1 0,1-1 0,-1 1 0,1 0 0,0 1 0,-1-1 0,9 0 0,-12 3-36,1 0 1,-1 1-1,0-1 0,1 1 1,-1-1-1,0 1 0,0 0 1,0 0-1,0 0 0,0 0 0,-1 0 1,1 0-1,-1 1 0,1-1 1,1 5-1,5 6-3,3 0-473,0-1 0,1-1 1,0 1-1,1-2 0,0 0 0,1 0 0,26 13 0,26 10-4663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3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41 8404,'0'0'10474,"0"-10"-9938,0 4-489,-1-18 171,-6 54 19,-3 22 154,-3 22-149,2 1 1,0 80-1,9-96-489,1 21-2074,2-61-535,5 38 1,8-14-3977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4086 465 5250,'0'0'9149,"-8"-21"-7791,-27-68-435,34 85-825,-1 0 0,0 1 1,0-1-1,0 0 0,-1 1 1,1 0-1,-1-1 0,0 1 1,0 0-1,0 0 0,0 1 1,0-1-1,-1 1 0,1-1 0,-1 1 1,0 0-1,-4-1 0,-3-3 163,-40-16 204,-1 1 0,-1 3 0,-60-12 1,30 8-230,-102-26 39,-2 9-1,-1 7 1,-234-8 0,-544 19 293,844 24-560,1 6 0,-227 47 0,-221 111 16,551-161-25,-17 6-28,-61 31 0,86-37 21,-1 0 1,1 1-1,1 0 0,-1 1 1,1 0-1,0 0 0,1 1 1,0 0-1,-12 18 0,-183 347-64,191-346 72,1 1 0,2 0 0,1 0 0,1 1 0,2 0 0,1 1 0,1-1 0,2 35 0,0-26-13,2 1 1,2-1-1,2 0 0,17 69 0,-7-61 16,1-1 0,3 0 0,2-2 0,2 0 0,1-1 0,3-2 0,1 0 0,2-2 0,52 53 0,-17-24 35,112 106-149,-150-151 91,2-1 1,0-1-1,1-2 0,62 30 1,-26-22 2,1-4 0,78 17 0,146 17-237,-203-42 92,58 12 72,1-7 0,173 1 0,186-21 85,-445-3 7,0-4 1,110-25-1,-68 11-6,-57 13-5,177-39 76,-172 34-56,-1-3 0,67-30-1,282-156 4,-225 111 103,109-76 277,-233 132-347,-1-3 0,-2-2 0,55-60 0,-80 72 93,-1-1 0,-2-1 1,0-1-1,19-47 0,8-11 85,-15 32-75,26-64 1,-49 100-95,0-1-1,-2 0 0,0 0 0,-2 0 0,0-1 1,0-38-1,-4 50-27,1-5 35,-1 0 0,-1 1-1,0-1 1,-1 0 0,-1 1 0,0-1 0,-7-17 0,-75-154 369,78 173-386,0-1-1,-1 1 1,-1 0 0,0 1 0,-1 0-1,-22-23 1,13 19 37,-1 0 0,-1 1-1,-35-21 1,16 12-46,-1 3 1,-1 1-1,-61-22 0,54 27-239,-84-24-205,107 34-1526,-1 0-1,0 2 1,-30 0 0,3 3-7928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59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0 768,'0'0'753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00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22 153 1361,'0'0'8259,"-3"0"-7061,-15 2 1195,18-14-584,0 6-1734,1 0 0,-1 0-1,1 0 1,1 0 0,-1 0-1,1 0 1,0 0 0,0 1 0,1-1-1,-1 1 1,1-1 0,1 1-1,-1 0 1,1 0 0,0 1-1,0-1 1,0 1 0,0 0 0,1 0-1,0 0 1,9-5 0,-8 5-45,1 1 0,0 0 1,0 0-1,0 1 0,0-1 1,0 2-1,0-1 1,1 1-1,-1 0 0,0 1 1,1-1-1,8 2 0,-13-1-28,1 1 0,-1-1-1,1 1 1,-1 0 0,1 0-1,-1 0 1,1 1-1,-1-1 1,0 1 0,0 0-1,0 0 1,0 0-1,0 0 1,0 0 0,0 1-1,-1-1 1,1 1 0,-1 0-1,0 0 1,0-1-1,0 1 1,0 1 0,2 4-1,1 3-3,0-1-1,-1 1 1,-1 0-1,0 1 1,0-1-1,1 14 1,-1 2 46,0 1 0,-2-1 1,-2 1-1,-3 31 0,3-53 77,0-1 0,-1 1 0,1-1 0,-1 0 0,0 1 0,0-1 0,-1 0 0,-5 9 1550,8-30-295,-1-5-1118,0 11-237,1 0-1,0-1 0,1 1 0,0 0 0,0 0 0,1-1 0,0 1 0,1 0 0,6-15 0,-1 12-26,0 1-1,0 0 0,1 0 0,1 1 0,0 0 1,0 1-1,1 0 0,1 0 0,-1 1 0,2 1 1,-1 0-1,1 0 0,0 2 0,0-1 1,1 2-1,0 0 0,0 0 0,0 1 0,1 1 1,0 1-1,-1 0 0,1 1 0,17 0 1,-30 1 2,-1 1 1,1 0 0,0-1-1,0 1 1,-1 0-1,1 0 1,0 0 0,-1 0-1,1 0 1,-1 0 0,1 0-1,-1 1 1,0-1 0,1 1-1,-1-1 1,0 1 0,0-1-1,0 1 1,0-1 0,0 1-1,0 0 1,-1 0-1,1-1 1,-1 1 0,1 0-1,-1 0 1,0 0 0,1 3-1,1 9-8,-1 0 0,0 24 0,-1-30-7,0 15 8,1 2 19,-2 1 0,0-1 1,-6 26-1,3-30-400,1 1 0,-1 25 0,5 12-5625,-1-58 5662,0 0 1,0 0-1,0 0 0,0 0 0,0 0 0,1 0 0,-1 0 1,0 0-1,1 0 0,-1 0 0,0 0 0,1 0 0,-1 0 1,2 1-1,16 7-7203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00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77 4066,'0'0'9514,"-4"0"-8314,-21-2 2601,24 2-3786,1 0 1,0 0-1,0-1 0,0 1 1,0 0-1,0 0 0,0 0 1,0 0-1,0 0 1,0-1-1,0 1 0,0 0 1,0 0-1,0 0 0,0 0 1,0 0-1,0-1 0,0 1 1,0 0-1,0 0 0,0 0 1,0 0-1,0 0 0,0-1 1,1 1-1,-1 0 1,0 0-1,0 0 0,0 0 1,0 0-1,0 0 0,0 0 1,0-1-1,0 1 0,1 0 1,-1 0-1,0 0 0,0 0 1,0 0-1,0 0 1,0 0-1,1 0 0,-1 0 1,0 0-1,0 0 0,0 0 1,0 0-1,0 0 0,1 0 1,-1 0-1,0 0 0,0 0 1,0 0-1,0 0 0,0 0 1,1 0-1,-1 0 1,0 0-1,0 0 0,211-25 478,-174 22-444,-24-3-575,2-10-5826,-9 8 2246,7-4-4490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01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33 7155,'0'0'8836,"-2"-7"-8110,0-2-584,-2-8 397,1 40-41,-2 510 2170,5-532-3336,1 19 1828,0-14-4437,19-12-10436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01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70 3666,'0'0'11368,"5"-15"-10016,11-39-351,-32 82-614,-2 0 1,-1-1 0,-26 28 0,36-45-341,-3 5 99,0-1 1,-2 0 0,1-1 0,-2-1-1,0 0 1,0-1 0,-21 11 0,33-21-70,-2 2 1720,8-1 21,6 1-2384,162 68 77,-137-60-2875,53 11 1,-34-14-3374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0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 1857,'0'0'9172,"-12"0"-7211,-30 0-635,25 0 4314,62-1-5511,65 2-1536,-106 0 936,0-1 1,0 1-1,0 0 0,0 0 0,0 0 1,4 2-1,-7-2 72,0-1-1,0 1 0,0 0 1,1-1-1,-1 1 0,0 0 1,0 0-1,0 0 1,-1 0-1,1 0 0,0 0 1,0 0-1,0 2 0,3 8-4442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0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6035,'0'0'11285,"-5"3"-10517,34-1 1,16-2 111,9 0-464,5 0-400,2 0-16,-5 0 0,-2 0-800,-9 0-1169,-2 0-928,-8 0-2386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0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87 6931,'0'0'10373,"0"-14"-9007,0-44-467,0 43-299,0 17-224,1 137 780,-2 157 498,0-283-1570,0 0 0,-1 0 0,0-1 0,-1 1 0,-6 18 0,9-30-334,-1 2 579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08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0 896,'0'0'7249,"-4"0"-6681,-17 2 61,-18 1 5329,44 2-5397,8-2-465,0 0 0,0-2 1,0 1-1,1-1 0,21-2 1,-2 1 146,457 0 2391,-365 10-2434,-94-7-198,-3 3 16,-19-2-3,-15-3 56,-22 0-201,-380-18-828,-6-5 2166,414 22-890,6 0-211,823 16 822,8-1-15,-819-15-876,-22 0 44,-29 0 38,-1417 0-1086,1679 0 1259,847 10 959,-1021-10-1257,-40 0 56,-39 0 29,-424-1-171,-488 2-517,854 4 593,50-3-47,-49-1 0,769 37 351,-526-30-149,242 3 2384,-405-4-8529,-8 2 949,-10-1-2166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11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49 100 320,'0'0'3356,"0"-5"-2385,0-28 2516,0-28 9431,0 63-12822,2 162 416,-4 178 446,-3-275-328,5-70-521,0-547 305,0 550-415,0-1 0,0 0 0,0 0 0,0 0 0,0 0 0,0 1 0,0-1-1,0 0 1,0 0 0,0 0 0,-1 0 0,1 1 0,0-1 0,-1 0 0,1 0 0,0 1 0,-1-1 0,1 0 0,-1 1 0,1-1 0,-1 0 0,0 1 0,1-1 0,-1 1 0,1-1 0,-1 1 0,0-1-1,1 1 1,-1-1 0,0 1 0,0 0 0,-1-1 0,2 5-52,-9 377 30,10-243 22,-1-103 542,-9-28-7378,-3 1 855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42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40 2977,'0'0'13334,"3"-9"-12448,-3 7-816,6-20 155,-3 16-123,-1 12 85,-15 176 1586,2-62-1222,8-79-609,-2 28 481,5-23-4800,11-47-3822,4-7 1297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42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28 4786,'0'0'10709,"0"-6"-9634,0-2-800,1-4-73,-2 10 21,-2 8 203,-1 1-298,-1 0 0,0 0 0,-1 0 0,1 0 0,-1-1 0,0 0 0,-1-1 0,-7 7 0,-9 4 110,-30 17 0,34-23-74,0-1 1,-42 14 2472,71-23-2367,7 1-270,1 0 0,0 2 0,-1 0 1,1 1-1,16 6 0,-1 2-123,53 27-1,-66-29-595,-1 2-1,18 13 0,-27-17-858,-1 0 0,15 16-1,-6 1-4317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43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5 3858,'0'0'12005,"-6"-4"-11428,20 4-273,21 0-272,10 0 80,6 0 32,0 0-288,-3 2-529,-8 3-1632,-13 0-1857,-14-3-3201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43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3009,'0'0'13110,"137"0"-12485,-79 0-465,4 0-160,-3 0-432,-6 0-2066,-15 0-3344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44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28 304 5330,'0'0'7190,"-5"-22"-5720,-13-71-189,17 86-1163,-1 0 1,1 0-1,1 0 1,-1 0-1,1 0 0,1 0 1,-1 0-1,1 1 1,0-1-1,0 0 1,1 0-1,0 0 0,1 1 1,5-13-1,-4 14-99,1 0 0,-1 0 0,1 0 0,0 1 0,0 0 0,0 0 0,1 0 0,0 0 0,-1 1-1,1 0 1,0 0 0,13-3 0,-6 1-14,0 2 0,0-1-1,1 2 1,-1 0 0,1 0 0,-1 2-1,1-1 1,14 3 0,-24-2-4,0 1-1,0-1 1,0 1 0,0 1-1,0-1 1,0 0-1,-1 1 1,1 0 0,-1 0-1,1 0 1,-1 0 0,0 0-1,6 5 1,-4-1 2,-1-1 0,1 0 0,-1 1-1,0 0 1,-1 0 0,1 0 0,2 9 0,1 2 8,-2 1-1,0 0 1,-1 0 0,-1 0-1,1 24 1,-1-8 19,-3 1 0,-3 43 1,-4-47 145,7-29-28,-1 0 0,0-1 0,1 1-1,-1 0 1,0 0 0,0-1 0,0 1 0,0-1-1,-1 1 1,1-1 0,0 1 0,-1-1-1,1 0 1,-3 3 0,4-8 511,0-3-558,1 0 1,0 0 0,0 0-1,1 0 1,0 0 0,0 0-1,1 1 1,6-13 0,36-51-111,-36 56 39,6-7-12,1 1 0,0 0 0,34-30 0,-44 44-20,1 0 0,0 1 0,1-1 0,-1 2 0,1-1 0,0 1 0,1 0 0,-1 1 0,0 0 0,1 0 1,0 1-1,0 0 0,-1 0 0,13 0 0,-20 2 0,1 0 0,0 1 0,0-1 1,0 0-1,-1 1 0,1 0 0,0-1 0,-1 1 1,1 0-1,0 0 0,-1 0 0,1 0 0,-1 0 0,1 0 1,-1 0-1,0 0 0,1 1 0,-1-1 0,0 0 1,0 1-1,0-1 0,0 1 0,0 0 0,0-1 0,1 4 1,1 4-16,0 1 0,0-1 1,2 17-1,-4-19 16,5 33-45,0 53 0,-5-56-1819,1-1 1,10 43 0,2-33-3661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44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37 1585,'0'0'15351,"-53"-20"-13206,66 20-2049,22 0 144,18 0-240,9 0 0,2 0-32,3 0-592,0 0-1377,-3-4-1729,-6-8-2625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44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75 7235,'0'0'10480,"0"-13"-9130,0-38-360,-2 40-665,-1 14-128,-3 14-52,1 1 0,1 0-1,1-1 1,-1 27 0,0-8 127,-6 82-294,6 127-1,4-169-2961,0-20-2210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45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10 3490,'0'0'9166,"-6"0"-7768,4 0-923,-23 3 4733,159 11-5200,685 34 170,4-39-56,-632-9-104,769 0-125,-877-2 219,-81 3-87,-1-1 0,1-1 0,-1 1 0,1 0 0,0 0 0,-1 0 1,1-1-1,-1 1 0,1-1 0,-1 1 0,1-1 0,-1 0 0,1 0 0,-1 1 0,0-1 0,1 0 1,-1 0-1,0 0 0,0-1 0,0 1 0,2-2 0,-3 2 44,0-1 1,0 1-1,0 0 0,0 0 1,0 0-1,-1 0 1,1 0-1,0 0 0,-1 0 1,1 0-1,-1-1 0,1 1 1,-1 0-1,1 1 1,-1-1-1,0 0 0,0 0 1,1 0-1,-1 0 0,0 0 1,0 1-1,0-1 1,0 0-1,0 1 0,0-1 1,0 1-1,-1-1 0,-12-7 283,1 2-1,-1 0 0,0 0 0,0 2 1,-26-6-1,38 9-255,23 3-734,-12 1-241,1 0-1,-1 0 1,0 1-1,16 9 1,0 1-4488,-5-8-4707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0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 1889,'0'0'5240,"-6"0"-4160,-2 0-1092,5-1 626,0 1 0,0 0-1,-1 0 1,1 0 0,0 1 0,-5 0 0,7-1-494,0 1 0,0-1 0,0 1 0,0-1 0,0 1 0,1-1 0,-1 1 0,0-1 0,0 1 0,1 0-1,-1-1 1,1 1 0,-1 0 0,0-1 0,1 1 0,-1 0 0,1 0 0,-1 0 0,1 0 0,0 0 0,-1-1 0,1 1 0,0 0 0,0 0 0,0 0 0,0 0 0,0 0 0,0 0 0,0 2 0,0-3-84,1 1 1,0 0 0,-1-1 0,1 1-1,0 0 1,0-1 0,0 1 0,-1-1-1,1 1 1,0-1 0,0 1-1,0-1 1,0 0 0,0 1 0,0-1-1,0 0 1,0 0 0,0 0 0,0 0-1,0 0 1,0 0 0,0 0-1,2 0 1,-1 0 37,238 2 959,-126-3-7362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0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10 1088,'0'0'12422,"-29"5"-8420,42 0-3890,22-5 112,13 0-224,21 0-256,20 0-1297,12 0-2352,9-19-3123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1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0 1489,'0'0'9148,"-20"2"-7478,-18 3-1079,-7 0 2825,287 0-1524,-338-5-1687,95 0 102,1 31 114,0 81-90,5 242 926,-5-342-1415,2 13-428,-2-24 308,0-1 0,1 1 0,-1 0 0,0-1-1,0 1 1,1-1 0,-1 1 0,0 0 0,1-1 0,-1 1 0,1-1 0,-1 1 0,0-1 0,1 0 0,-1 1 0,1-1 0,-1 1 0,1-1-1,0 0 1,-1 1 0,1-1 0,-1 0 0,1 0 0,0 1 0,-1-1 0,1 0 0,-1 0 0,1 0 0,0 0 0,1 0 0,13 0-9724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1 4210,'0'0'5957,"-9"1"-4644,-28 3 56,33-2-1157,1-1 1,-1 0-1,1 1 1,-1 0 0,1 0-1,0 0 1,0 0-1,0 0 1,0 1 0,0-1-1,0 1 1,1 0 0,-4 5-1,-3 2 157,-5 6-192,1 0-1,1 1 0,0 1 1,1 0-1,1 1 1,1 0-1,0 1 1,2-1-1,0 2 1,1-1-1,-6 40 1,5 9 74,2 2 1,5 85 0,1-102-76,0-33-139,0 0-1,2 0 0,0 0 0,1 0 0,1 0 1,1-1-1,1 0 0,14 30 0,-14-37-86,0 0-1,1-1 1,1 0-1,0 0 1,1-1-1,0 0 1,0-1-1,1 0 1,1-1-1,0 0 1,0 0-1,0-1 0,16 6 1,-9-5-761,1-1 1,0-1-1,1-1 1,-1-1-1,30 3 0,25-5-4319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1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0 112,'0'0'13054,"-1"3"-12718,-1 4-195,0-1-1,0 1 1,1-1-1,0 1 1,0 0 0,1 0-1,-1 0 1,2 7-1,6 61 1085,-6-67-1148,12 201 2310,-13-209-2333,-1 0-1,1 0 0,-1 0 0,0 0 0,1 0 1,-1 0-1,1 0 0,-1 0 0,1 0 0,-1 0 0,1 0 1,-1 0-1,1-1 0,-1 1 0,1 0 0,-1 0 1,1-1-1,-1 1 0,1 0 0,-1-1 0,1 1 1,-1 0-1,1-1 0,0 1 0,-1 0 0,1-1 0,0 1 1,-1-1-1,1 1 0,-1-2 0,0-10-10,-1 1 0,1-1-1,1 0 1,0 0 0,1 0-1,0 0 1,4-12 0,-3 16-43,1 0 0,1 0 0,0 0 0,0 1 0,0 0 0,1-1 0,0 1-1,0 1 1,1-1 0,0 1 0,0 0 0,1 0 0,-1 1 0,13-8 0,-9 7-2,-1 0 0,1 0-1,1 1 1,-1 1-1,0 0 1,1 0 0,0 1-1,0 0 1,0 1-1,21-1 1,-21 3-40,-7-1 29,1 1-1,-1 1 1,1-1 0,0 0 0,6 3 0,-9-3 11,-1 1 0,1 0 1,0 0-1,-1 0 0,1 0 1,-1 0-1,1 0 0,-1 0 1,1 1-1,-1-1 1,0 0-1,1 1 0,-1-1 1,0 1-1,0 0 0,1 2 1,3 6-32,0 1 1,-1 0 0,-1 0 0,1 0 0,-2 0-1,3 16 1,0 71 503,-6-76-1214,2 0 0,0-1 0,1 1 0,2-1 0,9 35 0,2-20-4174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2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4370,'0'0'8308,"-5"0"-7129,-10 0 83,31 0 264,37 0-528,80 0 177,-75 0-4509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2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0 5394,'0'0'8138,"-18"5"-7645,4-2-358,7-2-89,1 0 0,0 0 0,0 0 0,0 1 0,0 0 0,0 0 0,0 0 0,0 1 0,1 0 0,-1 0 0,1 1 0,0 0 0,0-1 0,0 2 0,1-1 0,-1 0 0,1 1 0,-5 6 0,3 2 71,0-1 0,0 1 0,2 0 0,-1 1 0,2-1 1,0 1-1,-2 22 0,1 101 889,5-91-615,-1-33-344,0 1-1,1 0 1,1-1-1,0 1 1,1-1 0,1 0-1,0 0 1,8 17 0,-8-22-132,0 0 0,1 0 1,0-1-1,1 1 0,-1-1 1,2-1-1,-1 1 0,1-1 1,-1 0-1,2 0 0,-1-1 1,1 0-1,13 6 0,-5-3-908,1-2-1,1 0 1,-1 0-1,31 4 1,13-4-3791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3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6131,'0'0'7926,"0"10"-7659,8 162 1574,-3-107-1206,-4-40 2780,-1-39-3286,-1 6-82,1-1-1,0 1 1,0-1 0,1 1-1,0-1 1,1 1 0,-1-1-1,2 1 1,-1 0 0,8-16 0,-3 13-45,0 1 0,1-1 0,1 1 0,-1 0 0,1 1 0,13-11 0,-16 16-4,-1 0 0,1 0 1,0 1-1,0-1 1,1 2-1,-1-1 1,0 0-1,1 1 0,0 1 1,0-1-1,-1 1 1,1 0-1,10 0 1,-5 1-18,-1 0 1,1 1 0,0 0-1,14 4 1,-21-4 15,0 1 1,0 0-1,0 0 1,0 1-1,0 0 0,-1 0 1,1 0-1,-1 0 1,0 1-1,1-1 0,4 8 1,-3-4 6,0 0 0,-1 0 0,0 1 0,0-1 0,-1 1 1,0 1-1,-1-1 0,1 0 0,-1 1 0,2 12 0,-2 4-233,0-1-1,-2 40 1,-1-54-823,-1 1-1,0-1 1,0 0 0,-6 17 0,-1 4-4503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3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10 5987,'0'0'10946,"-7"-2"-9009,17 2-1454,115-1 785,-60 0-2067,0 0-4515,-55 1 346,0-4-2363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3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41 5475,'0'0'12290,"0"-9"-11804,0-5-373,1-3-49,-2 33 63,-3 66 751,-2 66 250,6-83-1075,0 21-305,0-30-10207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4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0 7780,'0'0'8155,"13"14"-7448,52 62 236,-52-60-723,-2 1 0,0 0 1,-1 0-1,10 23 0,-14-20-136,0 0 0,-1 0-1,-2 1 1,0 0 0,-1 0 0,-1 39 0,-1-52-80,-1 0 1,1 0-1,-1 0 1,-1 1-1,0-1 1,0 0-1,0-1 1,-1 1-1,-1 0 1,1-1-1,-1 0 1,0 0-1,-1 0 1,1 0-1,-1-1 1,-1 1-1,1-1 1,-10 7-1,1 0-146,0-1 1,-1-1-1,-1 0 0,-19 9 0,25-15-716,0 0-1,0-1 0,-1-1 1,-17 5-1,0-6-3829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4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94 3586,'0'0'10508,"-2"-19"-9246,-3-56-752,61 125 232,49 29 78,-56-44-430,76 71-1,-110-91-342,-2 0-1,0 1 1,0 0-1,-2 1 1,0 0-1,-1 1 1,0 0 0,-2 0-1,8 24 1,-9-14 6,-1 0 0,-1 0 1,-1 1-1,-1 0 0,-2 0 1,-1 0-1,-2 0 0,-6 40 1,3-47 48,-2 0 1,0 0-1,-1 0 1,-1-1-1,-1-1 1,-19 30 0,11-23 97,-1 0 1,-2-2 0,-45 45-1,36-45 230,0-2 0,-2-1-1,0-1 1,-49 23-1,65-40-276,7-10-4460,3-7-2499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5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 6067,'0'0'11333,"-2"0"-10837,63 0 705,14 0-785,0 0-144,-11 0-160,-13-2-64,-22 0 16,-13 2-64,-13 0-1216,-40 0-11414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5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63 6227,'0'0'10874,"-3"-13"-9889,-7-37-425,7 110 107,16 158 629,1 6-1181,-14-124-2616,0-35-3060,0-22-4220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6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1 5090,'0'0'8535,"-16"18"-7625,4-5-708,2-3-72,1 1-1,-1 0 1,2 0 0,0 1 0,0 0 0,1 1-1,1-1 1,0 1 0,0 0 0,-4 21 0,1 8 430,3 2 0,-1 46 0,6 89 610,1-177-1160,1 20 39,1 0 0,0 0 0,2-1 0,0 1 0,2-1 0,0 0 0,1 0 0,1-1 0,12 21 0,-11-26-427,0 0 0,1 0 0,1 0 0,0-1 0,1-1 1,1 0-1,0-1 0,1 0 0,0-1 0,0-1 0,24 13 0,28 8-4037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6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3762,'0'0'9476,"0"-5"-8516,0-8-643,0 13-312,0 0 0,0 0 0,0 0 0,0 0 0,1 0 0,-1 0 0,0 0 0,0 0 0,0 0 0,0 0 0,0 0 0,0 0 0,0 0 0,0 0 0,0 0 0,0 0 0,0 0 0,0 0 0,0 0 0,0 0 0,0 0 0,0 0 0,0 0 0,0 0 0,0 0 0,0 0 0,0 0 0,0 0 0,0 0 0,0 0 1,0 0-1,0 0 0,1 0 0,-1 0 0,0 0 0,0 0 0,0 0 0,0 0 0,0 0 0,4 25 275,1 0 35,4 33 569,-1 1 0,-1 80 0,-8-139-852,1 0 0,0 0 1,-1 0-1,1 0 0,-1 0 1,1 0-1,0 0 0,-1 0 1,1 0-1,0 0 0,-1 0 0,1 0 1,-1 0-1,1 0 0,0 0 1,-1 0-1,1 0 0,0 0 0,-1-1 1,1 1-1,0 0 0,-1 0 1,1 0-1,0-1 0,0 1 0,-1 0 1,1-1-1,-1 1 0,0-10 98,-1 1-1,1-1 1,0 1-1,1-1 1,0 1 0,3-13-1,-3 13-97,1 3-15,0 0 0,0 0-1,0 1 1,1-1 0,-1 1-1,1-1 1,1 1-1,-1-1 1,1 1 0,0 0-1,0 0 1,4-4-1,-1 2 12,1 0 0,0 0 0,0 1-1,0 0 1,1 0 0,16-8 0,-11 6-14,2 2 0,-1 0 1,0 1-1,1 0 0,0 2 0,0-1 1,1 2-1,29-2 0,-34 4-14,-4 0 0,0 0 0,0 0-1,0 1 1,10 1 0,-15-1-2,1 0 0,-1 0 0,1 0 0,-1 0 0,0 1 0,0-1 0,1 0 0,-1 1 1,0 0-1,0-1 0,0 1 0,-1 0 0,1 0 0,0 0 0,1 3 0,3 5 6,-1 0 0,0 1 0,-1-1 0,0 1 0,0 0 0,-1 0 0,-1 0 0,0 0 0,1 13 0,-1 20-294,-3 46 0,0-34-1360,1-22-1690,0-6-1919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7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15 6019,'0'0'10554,"-12"0"-9233,-2 1-1044,-19-1 661,31 0-714,5-1-37,23-1 14,220-10 186,-246 12 2,-3 0-194,-50 0-7,30 0-5538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7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 4786,'0'0'8516,"-18"9"-8185,8-4-284,3-2-5,-1 0 1,1 1-1,0 0 0,1 1 0,-1-1 1,1 1-1,0 0 0,0 1 0,1-1 1,-1 1-1,1 0 0,1 1 1,-1-1-1,1 1 0,0 0 0,-3 8 1,-3 15 226,1 1 1,2 0 0,1 1 0,2 0-1,1 0 1,1 0 0,2 0 0,5 43-1,-4-65-228,1-1 0,1 0 0,-1 0 0,1 0-1,1-1 1,0 1 0,0-1 0,1 0 0,0 0-1,0 0 1,0 0 0,1-1 0,1 0 0,-1 0-1,1-1 1,0 0 0,0 0 0,1-1 0,0 0 0,10 6-1,-2-3-369,0 0-1,1-1 1,33 9-1,-28-10-1597,0-2 0,35 3 0,-21-6-3182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7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8132,'0'0'7737,"7"8"-7633,-1 0-32,0 1 1,-1-1 0,0 1-1,-1 0 1,1 0-1,-2 0 1,1 0 0,2 12-1,-1 17 602,-1 1-1,-2 57 0,-2-86-566,0-8 720,-1-9-645,0 0 1,1 0 0,0 0 0,0 0-1,0 0 1,1 0 0,3-10 0,0 4-161,1 1 0,0 0 0,0 1 0,1-1 0,1 1 0,0 0 1,1 1-1,0-1 0,0 2 0,1-1 0,1 1 0,-1 1 1,2-1-1,-1 2 0,1-1 0,0 1 0,0 1 0,1 0 0,22-7 1,-28 11-38,-1 0 1,1 1 0,0 0-1,0 1 1,0 0 0,0-1-1,0 2 1,0-1 0,6 2-1,-9-2 9,0 1 0,0 0 0,0 1 0,0-1 0,-1 0 0,1 1 0,0-1 1,-1 1-1,1 0 0,-1 0 0,0 0 0,1 0 0,-1 1 0,0-1 0,0 0 0,0 1 0,2 5 0,1 3 5,0 0 0,-1 0 0,0 0 1,-1 1-1,0-1 0,-1 1 0,1 22 0,-2 4-524,-4 44 0,-6-12-5464,8-42 541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41 2849,'0'0'13332,"-5"-1"-12164,-9-1-708,10 0 1751,173-8-1755,-77 2-448,-80 7-270,-1-1 0,22-5-1,-10 1-2810,-21 5 2278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8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40 6355,'0'0'12702,"0"-9"-12233,0-19-387,0 25-36,0 22 58,-10 195 1769,-1 4-3631,11-211 542,0 0-678,0 0-3672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8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 9204,'0'0'8185,"7"9"-7910,89 136 904,-82-121-955,-1 1 0,-2 0 0,-1 1 1,13 46-1,-18-45-91,-1-1 0,-1 1 0,-1 0 0,-1 0 0,-2 0 0,-3 27 0,1-42-98,0-1 0,0 0 0,-1 0 0,-1-1 0,0 1 0,0-1 1,-1 0-1,0 0 0,-1 0 0,0-1 0,-16 16 0,2-5-374,0-2-1,-1 0 1,-41 25-1,34-27-3005,11-11-2511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9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2353,'0'0'8457,"-10"0"-6877,-40 0 535,23 0 3128,415 0-4120,-387 0-846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7:5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39 7203,'0'0'11726,"-1"-8"-10707,0 0-884,-3-15 669,4 23-795,0 0 0,0 0 0,0 1 0,0-1 1,0 0-1,0 0 0,0 0 0,0 0 0,0 0 0,0 0 0,0 0 0,0 0 0,0 0 0,0 0 0,0 0 0,0 0 0,0 0 1,0 0-1,0 0 0,0 0 0,-1 0 0,1 0 0,0 0 0,0 0 0,0 0 0,0 0 0,0 0 0,0 0 0,0 0 0,0 0 1,0 0-1,0 0 0,0 0 0,0 0 0,0 0 0,-1 18 37,6 216 1753,0-91-2449,-4-48-3711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0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18 3378,'0'0'8073,"-10"-3"-6217,-1-1-1209,-6-1 35,-1 0 4574,48 6-4863,-7-1-357,-8 2-9,0 1-1,0 1 1,0 0-1,-1 1 0,1 1 1,-1 0-1,-1 1 1,24 15-1,-10-4 30,-2 1 0,-1 1 0,30 30 0,-37-31-29,0 1 0,-1 0 1,-1 0-1,-1 2 0,-1 0 1,-1 1-1,-1 0 0,-1 0 0,-1 1 1,-1 0-1,-1 1 0,7 46 1,-11-39 76,-1 0 0,-1 0 1,-7 59-1,3-74-39,0 0 0,-1 0-1,-1 0 1,-1-1 0,0 0 0,-1 0 0,0 0-1,-17 24 1,3-12 178,0-2 0,-2 0 0,-1-2 0,-1-1 0,-1 0 0,0-2 0,-2-1 0,0-2 1,-36 18-1,61-35-181,0 1 0,0-1 0,0 0 1,-1 0-1,1 0 0,-7 0 0,9-1-309,0 0-1,-1 0 1,1 0-1,0 0 0,-1 0 1,1 0-1,0-1 1,0 1-1,-1 0 0,1-1 1,0 1-1,0-1 0,-1 0 1,-11-13-5412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56 4194,'0'0'10333,"-22"-2"-9002,1 1-1315,-37-4 1715,54 5-1202,10-1-60,40 0 91,160 8 973,8 1-1972,-227-10-963,0 0 0,-1 0 0,1-2-1,0 1 1,1-2 0,-1 1 0,-17-11 0,20 11 94,-31-16-5303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1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5330,'0'0'11918,"3"-11"-10747,-2 4-1012,9-23 237,-10 30-391,0 0-1,0-1 0,0 1 0,0 0 0,0 0 0,0 0 0,0 0 0,0-1 0,0 1 0,1 0 0,-1 0 0,0 0 0,0 0 1,0 0-1,0-1 0,0 1 0,0 0 0,1 0 0,-1 0 0,0 0 0,0 0 0,0 0 0,0 0 0,0 0 0,1 0 0,-1-1 1,0 1-1,0 0 0,0 0 0,0 0 0,1 0 0,-1 0 0,0 0 0,0 0 0,0 0 0,0 0 0,1 0 0,-1 0 0,0 0 1,0 0-1,0 1 0,0-1 0,1 0 0,-1 0 0,0 0 0,6 18 240,4 54 453,-3 1 0,-4 73 0,-1-44-245,2-24-101,-1-22-773,-6 89-1,3-144 208,0 1-1,0-1 1,0 1 0,0-1-1,-1 1 1,1-1 0,-1 0-1,1 1 1,-1-1 0,1 0-1,-1 1 1,0-1 0,-1 2-1,1-3-176,0 1-1,0 0 0,0-1 1,0 0-1,0 1 0,-1-1 0,1 0 1,0 1-1,0-1 0,0 0 1,-1 0-1,1 0 0,0 0 0,-2 0 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5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0 3794,'0'0'4717,"-8"2"-4184,-4 2-269,-1 0 0,1 1 1,1 0-1,-1 1 0,1 1 0,0 0 0,0 0 0,0 1 0,-13 13 0,11-6-147,0-1 1,1 1-1,1 1 0,1 0 0,0 1 0,1 0 0,1 0 0,0 1 0,1 0 0,-5 26 1,3-4 72,2 0 1,2 1 0,0 75 0,5-105-173,0 1 0,2-1 0,-1 1 0,1-1 0,1 0 1,0 0-1,0 0 0,1 0 0,1 0 0,0-1 0,0 0 0,1 0 0,10 13 0,-3-6-124,2 0-1,0-1 1,0 0-1,2-2 1,19 15-1,-9-10-2013,35 17 0,6-2-3709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6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3073,'0'0'9253,"0"4"-8482,11 112-516,12 99 3329,-21-222-2564,5-18-624,-4 13-110,2-6-232,0 2 0,2-1 0,0 1 0,0 0 0,2 0 0,0 1 0,0 0 0,2 1 0,0 0 0,0 1 0,22-20 0,-30 30-63,1 1-1,-1-1 0,1 1 1,0 0-1,0 0 0,0 0 1,0 0-1,0 1 0,0 0 1,0 0-1,0 0 1,0 0-1,1 1 0,-1-1 1,0 1-1,1 0 0,6 1 1,-9 0-4,0 0 0,-1-1-1,1 1 1,0 0 0,-1 0 0,1 1 0,0-1 0,-1 0 0,1 0 0,-1 1 0,0-1 0,1 1 0,-1-1 0,0 1-1,0-1 1,0 1 0,0 0 0,0 0 0,-1 0 0,1-1 0,0 1 0,-1 0 0,1 3 0,12 54-25,-12-49 38,6 46-11,-4-30-335,5 28 1,-6-47-389,0 1 0,1-1 1,-1 1-1,1-1 0,1 0 1,-1 0-1,1-1 1,5 8-1,17 10-7104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6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27 5442,'0'0'10437,"-35"0"-9204,46 0-1089,24 0 240,8 0 352,5 0-335,-5 0-321,-6 0-80,0 0-16,-2-5-1713,-3-2-1857,-8-7-2240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7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12 608,'0'0'12587,"0"-4"-11965,0 4-616,0-1 0,0 1 0,0 0 0,0 0 0,1 0 0,-1 0 0,0-1 0,0 1 0,0 0 0,0 0 0,0 0 0,0-1 0,0 1-1,0 0 1,0 0 0,0 0 0,0-1 0,0 1 0,0 0 0,0 0 0,0 0 0,0-1 0,0 1 0,-1 0 0,1 0 0,0 0 0,0 0 0,0-1 0,0 1 0,0 0 0,0 0 0,0 0 0,-1 0 0,1 0 0,0-1 0,0 1 0,0 0 0,0 0 0,-1 0 0,1 0 0,0 0 0,0 0-1,0 0 1,-1 0 0,1 0 0,0 0 0,0 0 0,0 0 0,0 0 0,-1 0 0,1 0 0,0 0 0,0 0 0,0 0 0,-1 0 0,1 0 0,0 0 0,0 0 0,-1 0 0,-9 17 197,-16 42 77,20-43-145,-4 10 14,1 0 0,2 0 0,0 1 0,2 0-1,1 1 1,1-1 0,1 1 0,2 27 0,1-45-122,0 0 1,1-1-1,0 1 1,0-1-1,1 1 1,1-1-1,-1 0 1,2 0-1,-1 0 1,1-1-1,0 1 1,1-1-1,0 0 1,0-1-1,1 1 1,0-1-1,11 9 1,-8-9-250,1 1 0,-1-1 1,1-1-1,0 0 0,20 7 1,-20-9-802,1-1-1,0 0 1,-1 0 0,1-2 0,24 2 0,-2-3-6327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7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9012,'0'0'7331,"-3"8"-7309,0-2-14,1 0 1,0 0 0,0 0 0,0 1-1,1-1 1,0 1 0,0-1-1,1 1 1,0-1 0,0 1-1,2 12 1,0-10 1,6 34 299,-2 0 0,1 45-1,-7-86 389,0-20 845,0 9-1460,0 1-29,-1 0-1,1 0 1,1 0-1,0 1 1,0-1-1,0 0 1,1 0-1,0 0 1,1 1-1,-1 0 0,8-14 1,-4 13-54,0-1 1,1 1-1,-1 0 1,2 0-1,-1 1 0,1 0 1,0 0-1,1 1 1,0 0-1,0 1 0,0-1 1,0 2-1,1-1 1,0 2-1,0-1 0,0 1 1,0 1-1,0-1 0,1 2 1,-1 0-1,17 0 1,-26 1-10,1 0 0,0 0 0,0 1 0,-1-1 0,1 1 0,0 0 0,-1-1 1,1 1-1,0 0 0,-1 0 0,1 0 0,-1 0 0,1 0 0,-1 0 0,0 0 1,0 1-1,3 2 0,-2 0-3,1 0 0,-1 0-1,0 0 1,0 0 0,0 0 0,2 9 0,-1 2-2,0 0-1,-1 0 1,0 20 0,-2 17-465,-1-5-1533,5-3-3751,5-21-2069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8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66 6979,'0'0'9669,"-8"-5"-8917,37 5-400,12-2 144,1-3-272,1 5-224,-3-7 0,0-1-48,-2 1-1664,-6-5-1714,-11-7-3313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8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7587,'0'0'9557,"0"53"-9541,0 0 720,0 2 1,0 3-321,3-5-144,-3-5-112,2-5-112,-2-11-96,0-6-304,6-4-1777,2-5-1297,0-17-2641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9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25 4674,'0'0'9909,"-7"-4"-8904,-24-12-215,24 12 1707,12 7-2275,0 0-1,0 1 0,0-1 0,6 7 1,-10-9 707,3-1-993,53 12 123,-48-2 58,18 5-70,-1 1-1,0 1 1,42 37 0,-59-46-55,-1 1 1,-1 0-1,1 0 0,-1 0 1,-1 1-1,0 0 0,0 0 1,-1 0-1,-1 1 1,1 0-1,-2 0 0,1 0 1,1 16-1,-1 10-12,-3 64-1,-1-57-13,0-17 129,-2 1 0,0-1 0,-12 52 0,11-69-217,0 1-1,-1-2 1,0 1-1,-1 0 1,-9 14 0,11-19-241,-1-1 0,1 1 1,-1-1-1,0 0 0,0 0 1,-1-1-1,1 1 1,-1-1-1,0 0 0,1 0 1,-9 3-1,-12 1-5122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09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17 2257,'0'0'12638,"-14"-1"-11558,-47-5 1562,171 6-1181,-33 0-5286,-50-2 63,3-6-2166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10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9716,'0'0'7940,"13"10"-7815,-7-5-102,8 4 55,-1 2 0,0 0 0,-1 0 0,0 1 0,19 26 0,-23-25-49,0 1 0,-1 0-1,0 0 1,-1 1-1,-1-1 1,0 2-1,-1-1 1,-1 0 0,0 1-1,-1-1 1,0 1-1,-2 0 1,-2 27 0,2-39-9,0 0 1,-1-1 0,0 1 0,0 0 0,0-1 0,0 1 0,0-1 0,-1 1 0,0-1-1,1 0 1,-1 1 0,0-1 0,-1 0 0,1 0 0,-4 3 0,2-2-78,-1 0 1,0-1-1,0 1 1,-1-1 0,1 0-1,-1 0 1,1-1-1,-8 3 1,1-1 390,-1-1 1,-23 3-1,-11-3 4532,291-3-5210,-140 0-2382,-98 0 2334,-1 0-247,0 0 1,0 0-1,-1 0 0,1 0 0,0-1 1,0 0-1,-1 0 0,1 0 0,-1 0 0,1-1 1,6-3-1,7-15-8728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10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10149,'0'0'7926,"3"1"-7203,-1-1-704,-1 1 1,1 0-1,-1-1 0,1 1 1,-1 0-1,1 0 0,-1 0 1,1 0-1,-1 0 0,0 0 1,2 2-1,14 16 112,0 1 0,-1 0 1,-2 1-1,0 1 0,-1 1 0,-1-1 0,-1 2 0,-1 0 1,10 37-1,-11-28-38,-2-1 1,-1 1-1,-2 0 1,-1 0-1,-1 0 1,-2 0-1,-5 40 1,3-61-73,-1 1 1,-1-1 0,1 0 0,-2 0-1,0 0 1,0-1 0,-1 0-1,-1 0 1,1 0 0,-2-1 0,-10 12-1,-11 10-571,-63 52 0,84-78 347,-30 25-3068,5-10-2796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10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6563,'0'0'10565,"101"0"-10373,-55 0-112,-4 0-80,-4 0-32,-11 0-832,-9 0-1698,-12 0-1776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11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15 6211,'0'0'11541,"-10"-15"-11461,10 58-64,0 10 384,8 3 145,-3 6-177,-2-9-320,2-5 128,-5-4-176,3-1-112,-1-9-2113,6-6-2017,11-8-6259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1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 1889,'0'0'8222,"-8"2"-6709,0 1-941,4-2-273,1 0 0,0 0 0,0 0 0,-1 0 0,1 0 0,-1-1 0,1 1 0,-4-1 2278,34 4-2597,1 0 0,0-2 0,0-1 0,35-3 0,1 0-979,47 2-5068,-59-2 262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11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6819,'0'0'8484,"-21"0"-8324,31 0-160,28 0-208,18 0 16,16 0-2177,0 5-2673</inkml:trace>
  <inkml:trace contextRef="#ctx0" brushRef="#br0" timeOffset="1">501 42 6771,'0'0'9749,"195"-22"-10230,-134 29-1952,-15-2-2225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12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1 189 8260,'0'0'8019,"104"-14"-7971,-59 14-48,-4 0-128,-9 2-1824,-8-2-1890,-16 0-1441</inkml:trace>
  <inkml:trace contextRef="#ctx0" brushRef="#br0" timeOffset="1">92 14 7716,'0'0'9041,"-1"-4"-8673,-3-5-231,3 21-92,3 32 45,19 108 840,-1-21-499,-17-99-514,5 36-427,5-27-4614,-5-27-1402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12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10725,'0'0'4919,"4"24"-3939,15 84-372,-14-75-144,-2 1 0,-1 59 1,-3-49 49,1-44-497,0 0-1,0 0 1,-1 0-1,1 0 0,0 0 1,0 0-1,0 0 0,0 0 1,0 0-1,-1 0 1,1 0-1,0 0 0,0 0 1,0 0-1,0 0 0,0 0 1,-1 0-1,1 0 0,0 0 1,0 0-1,0 0 1,0-1-1,0 1 0,-1 0 1,1 0-1,0 0 0,0 0 1,0 0-1,0 0 1,0 0-1,0 0 0,0 0 1,0-1-1,-1 1 0,1 0 1,0 0-1,0 0 1,0 0-1,0 0 0,0-1 1,0 1-1,0 0 0,0 0 1,-2-10 128,0 0 1,0 0-1,1 0 1,1 0 0,0 0-1,1-11 1,-1-3-13,1 16-104,0 0 0,0 0 0,0 0 0,1 1 1,0-1-1,1 0 0,-1 1 0,2 0 0,-1 0 0,1 0 0,0 0 0,0 0 0,1 1 0,0 0 0,0 0 0,0 0 0,8-6 0,-8 8-17,0 0 0,0 0-1,0 1 1,1-1 0,-1 1-1,1 0 1,0 1 0,0 0 0,-1 0-1,2 0 1,-1 0 0,0 1-1,0 0 1,0 0 0,1 1 0,-1 0-1,0 0 1,1 0 0,-1 1-1,0 0 1,0 0 0,11 4 0,-10-2-21,-1 0 1,0 0 0,-1 1 0,1 0 0,-1 0-1,1 0 1,-1 1 0,-1 0 0,1 0-1,-1 0 1,6 8 0,0 1-35,-1 1-1,-1 1 1,10 22 0,-11-18-12,-1 1 0,-1-1 1,-1 1-1,0 1 0,0 33 1,-8 109-5864,-7-78-2934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2017,'0'0'5205,"-11"0"-4287,-50 0 1760,48 4-1181,8 0-1211,8-1 111,39 4-210,1-1 0,0-3 0,54-2 0,-20 1-9,635 26 574,-688-26-741,-23-2-43,-4 0-14,-186 1-498,-214-2-2876,127-6 6312,262 8-854,38 1-1587,440 8-132,-182-1-19,958 3 3131,-1240-12-3447,-19 10-9543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53 3490,'0'0'8742,"0"-11"-7683,-1-1-742,0-14-5,2 22 56,1 15 335,12 61-665,-7-39 70,5 64-1,-11-45-238,-1-31 624,0-17 483,-1-7 712,1-7-1632,0 0 1,1 0-1,0 0 1,1 0-1,-1 0 1,2 0-1,0 0 1,0 1-1,0-1 1,2 1-1,-1 0 1,1 0 0,0 0-1,1 1 1,9-12-1,-10 14-63,-1 1 0,1 0-1,1 1 1,-1-1 0,1 1-1,-1 0 1,1 0 0,0 1 0,1 0-1,-1 0 1,11-3 0,-14 5-3,1 0 0,-1 0 0,1 1 0,-1-1-1,1 1 1,-1 0 0,1 0 0,-1 1 0,1-1 0,-1 1 0,1-1 0,-1 1 0,0 0 0,1 0 0,-1 1 0,0-1 0,0 1 0,0-1 0,0 1 0,0 0 0,0 0-1,0 1 1,-1-1 0,5 5 0,0 2 24,0 0 1,-1 0-1,0 0 0,0 1 0,-1 0 0,0 0 0,-1 1 0,6 20 0,-3 1-892,4 56 0,-4-29-3840,0-22-1543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 5955,'0'0'9844,"-3"-17"-9732,27 15 80,11-3-192,8 5-144,7 0-1200,4 0-2514,-9 0-2401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6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 3362,'0'0'8347,"-1"-2"-7879,0 8-455,1 11 224,0-1 1,2 1 0,0 0 0,1 0-1,1 0 1,7 22 0,-4-19 317,-2 1 0,0-1 0,-2 1 0,2 30 0,-13-131 1438,8 78-1991,0-7 26,0-1-1,1 1 0,2-14 1,-2 20-22,0 0 0,0-1 0,1 1 0,-1 0 0,1 0 0,-1 0 0,1 0-1,0 0 1,0 0 0,1 0 0,-1 1 0,4-4 0,0 1-9,-1 1-1,1 0 1,0 0-1,0 0 1,1 1-1,-1 0 1,1 0 0,0 1-1,-1-1 1,1 2-1,0-1 1,0 1-1,0 0 1,1 0-1,-1 1 1,0 0-1,0 0 1,0 1-1,13 2 1,-17-2-6,0 1 0,0 0 0,0-1 0,0 1 0,-1 0 0,1 1 0,-1-1 0,1 0 0,-1 1 0,0 0 0,0-1 1,0 1-1,0 0 0,2 5 0,21 45 63,-25-52-54,8 22-142,-1 2 1,5 27-1,-8-29-1987,1 0-1,15 39 0,3-16-4099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4882,'0'0'8788,"32"-9"-8452,24 4 369,3 3-513,-3-1 0,-13 1-144,-11 2-48,-16 0-912,-5 0-1970,-11-17-8307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6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 5234,'0'0'9639,"-3"-5"-9294,2 1-312,-7-10 33,5 15-28,2 10 19,0 68 301,3 103 598,-1-160-1211,2 0 1,1 0 0,0 0-1,2-1 1,0 1 0,10 19 0,3-10-3695,4-10-1878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7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6467,'0'0'8852,"0"93"-7956,0-44-207,0 6-97,0-2 48,0 7-384,0-7-47,0 0-161,0-5-48,2-2-2402,6-10-5665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7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0 4594,'0'0'8311,"-8"4"-7866,-45 23 451,1 3 0,2 2-1,-58 48 1,83-60-607,1 1-1,1 1 1,-39 48-1,47-50-813,1 1 0,2 0-1,-11 24 1,6-7-4459,3-10-4161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37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700 0 2225,'0'0'11421,"-21"14"-10949,-261 192 716,-115 127 1237,397-333-2278,8 0-3,27 0-623,72 1-5958,-46 3-2604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8660,'0'0'8828,"0"18"-8254,0 122 181,0 54-1249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48 4290,'0'0'13910,"3"-8"-13192,-2 4-643,0 1-42,0-1 1,0 1-1,1 0 1,-1 0-1,1 0 1,2-4-1,-3 6-27,-1 0 0,1 1 0,0-1 0,0 0 0,-1 1 0,1-1 0,0 0 0,0 1 0,-1-1 0,1 1 0,0 0 0,0-1 0,0 1 0,0 0 0,0-1 0,0 1 0,0 0 0,0 0 0,0 0 0,0 0 0,0 0 0,-1 0 0,1 0 0,0 0 0,0 0 0,0 0 0,0 0 0,0 1 0,0-1 0,0 0 0,0 1 0,1 0 0,7 4 46,0 1-1,-1 0 1,0 0 0,0 1-1,0 0 1,-1 1 0,0-1-1,-1 1 1,1 0 0,9 19-1,-5-7 60,-1 0-1,-1 1 1,0 0-1,4 23 0,-5-8 7,-2 0 0,-1 0 0,-2 0 0,-2 39 0,-1-64-91,0-1 1,-1 0-1,0 0 1,-1 0-1,0 0 1,-1 0-1,1 0 1,-2-1-1,0 1 1,0-1 0,0 0-1,-1 0 1,-1 0-1,1-1 1,-1 1-1,-1-1 1,-11 11-1,3-6 81,0 0 1,-1-1-1,0-1 0,-1 0 0,0-1 1,-1-1-1,0-1 0,-1 0 0,1-1 1,-1-2-1,-30 7 0,-9-4 1059,0-1-1,-96-2 1,154-12-2750,0 6 1323,0 1 1,0-1-1,0 1 0,0-1 0,0 0 0,0 1 0,1-1 0,-1 0 1,0 1-1,0-1 0,1 1 0,-1-1 0,0 1 0,1-1 1,-1 0-1,0 1 0,1-1 0,-1 1 0,1 0 0,-1-1 0,1 1 1,-1-1-1,1 1 0,-1 0 0,1-1 0,-1 1 0,1 0 0,0-1 1,27-4-6034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316 106 4002,'0'0'13366,"-25"-17"-12147,-84-52-472,105 66-696,-1 0 0,1 1 0,-1 0 0,0 0 1,1 0-1,-1 1 0,0 0 0,0 0 0,0 0 0,0 0 0,0 1 0,0 0 0,-10 0 0,1 1 109,12-1-156,0 0 0,0 0 0,1 1 0,-1-1 0,0 0 0,0 1-1,1-1 1,-1 1 0,0-1 0,1 1 0,-1 0 0,1 0 0,-1 0 0,1 0-1,-1 0 1,1 0 0,0 0 0,-3 3 0,2-1-4,0 0 1,0 0-1,1 0 1,-1 0-1,1 0 0,0 0 1,0 0-1,0 1 1,-1 3-1,0 9-2,1-1 0,0 1 0,3 23 0,-2-28 20,0-8-15,1 1 0,0 0-1,-1 0 1,1 0 0,0-1-1,1 1 1,-1-1 0,1 1-1,0-1 1,-1 1 0,1-1-1,1 0 1,-1 0 0,0 0-1,1 0 1,0 0 0,-1-1-1,1 1 1,0-1 0,1 1-1,-1-1 1,0 0 0,7 2-1,7 3-2,1 0-1,0-1 1,33 6 0,3 1 49,-33-6-36,0 0-1,-1 2 1,20 11-1,-34-16-26,-1-1-1,1 1 0,-1-1 0,0 2 1,0-1-1,0 0 0,0 1 1,-1 0-1,0 0 0,0 1 0,0-1 1,-1 1-1,1-1 0,2 10 1,-5-13 10,0 0 1,0 0 0,-1 0 0,1 1 0,-1-1 0,1 0 0,-1 0 0,0 0 0,0 1 0,0-1 0,0 0-1,0 0 1,-1 0 0,1 1 0,0-1 0,-1 0 0,0 0 0,0 0 0,1 0 0,-1 0 0,-1 0 0,1 0-1,0 0 1,0-1 0,-1 1 0,1 0 0,-1-1 0,1 1 0,-1-1 0,0 1 0,1-1 0,-1 0 0,-2 2-1,-6 1 49,1 0-1,-1-1 0,0 0 0,0 0 0,-18 1 1,26-3-35,-52 5 102,-105-2 0,113-4-24,39 0-64,4 0-19,0 1 0,0-1 0,0 0 0,0 0 0,0 0 0,0-1 0,0 1 0,0-1 0,0 1 1,0-1-1,0 0 0,0 0 0,1 0 0,-1-1 0,0 1 0,1-1 0,-1 1 0,-4-5 1,7 0-993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8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11 202 6739,'0'0'8844,"-1"13"-8686,-8 175 1226,8-180-1341,1 0 0,1 0-1,-1-1 1,2 1 0,-1 0-1,1-1 1,0 1 0,0-1-1,1 1 1,0-1 0,0 0-1,1 0 1,0-1 0,0 1-1,0-1 1,1 0 0,0 0 0,0 0-1,1 0 1,0-1 0,0 0-1,0 0 1,12 6 0,-8-6-40,0-2 0,0 1 0,0-1 0,0-1 1,1 0-1,-1 0 0,1-1 0,-1-1 0,1 1 0,-1-2 1,1 0-1,-1 0 0,0 0 0,1-1 0,-1-1 0,0 0 1,0 0-1,0-1 0,-1-1 0,18-9 0,-19 7-14,0 0 0,0-1 0,0 0 0,-1 0 0,-1 0 0,1-1 0,-1 0 0,-1-1 0,0 1 0,0-1 0,5-16 0,-4 8 324,-1 0-1,-1-1 0,-1 0 1,-1 0-1,0-31 0,-2 48 684,0 4-943,-1 34-169,0-15 121,3 33 0,-2-48 0,1-1 0,0 1 0,0-1-1,0 0 1,1 1 0,0-1 0,0 0-1,0 0 1,1 0 0,5 9 0,-3-8-56,1 0 0,0 0 0,0 0 0,0-1 0,0 0 0,1 0 0,0-1 1,0 0-1,0 0 0,0 0 0,11 3 0,-4-3-700,0-1 1,0 0-1,1 0 1,-1-2-1,24 0 0,-35 0 429,1-1-1,-1-1 1,0 1-1,1 0 1,-1-1-1,1 0 0,-1 0 1,0 0-1,1 0 1,-1 0-1,0-1 1,0 1-1,0-1 1,0 0-1,0 0 0,-1 0 1,1 0-1,-1-1 1,1 1-1,-1-1 1,0 1-1,1-1 1,-2 0-1,1 0 1,0 0-1,0 0 0,-1 0 1,0 0-1,2-6 1,3-7-771,-2-1-1,0 1 1,0-1 0,1-32-1,-4-72 2138,-2 64 1506,1-60 5398,0 39 207,0 78-8118,0 0-1,0 0 0,0 0 1,0 0-1,0 1 0,0-1 0,0 0 1,0 0-1,0 0 0,0 0 1,-1 1-1,1-1 0,0 0 1,0 0-1,0 0 0,0 0 1,0 0-1,0 0 0,0 1 0,0-1 1,-1 0-1,1 0 0,0 0 1,0 0-1,0 0 0,0 0 1,0 0-1,-1 0 0,1 0 1,0 0-1,0 0 0,0 0 0,0 0 1,-1 0-1,1 0 0,0 0 1,0 0-1,0 0 0,0 0 1,-1 0-1,1 0 0,0 0 0,0 0 1,0 0-1,0 0 0,-1 0 1,1 0-1,0 0 0,0 0 1,0 0-1,0 0 0,0-1 1,0 1-1,-1 0 0,1 0 0,0 0 1,0 0-1,0 0 0,0 0 1,0-1-1,0 1 0,0 0 1,0 0-1,0 0 0,0 0 1,-1 0-1,1-1 0,0 1 0,-2 41 46,2 59-1,2-33 101,4 89-15,-2-65-2141,-3-78 1131,0 32-3216,-3-17-2593,-3-10-2958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8292,'0'0'7206,"17"-20"-5787,-17 20-1419,22-27 486,31-30-1,-50 55-451,0-1 0,0 1 0,0-1 0,1 1 0,-1 1 0,1-1 1,-1 0-1,1 1 0,0-1 0,0 1 0,0 0 0,-1 1 0,1-1 0,0 0 0,0 1 0,0 0 0,0 0 0,0 0 0,0 1 0,6 1 0,5-1 22,-9 0-53,-1-1 0,1 1 1,-1 1-1,1-1 0,-1 1 0,1 0 0,-1 0 0,0 0 0,0 1 0,0 0 0,7 5 0,-3-1 5,-1 0 0,-1 1 0,1 0 0,-1 0-1,10 16 1,-4-3-32,-1 1 1,-1 0-1,-1 1 0,11 39 1,-17-48-1,-1 0 0,-1 0 1,-1 0-1,1 0 1,-2 15-1,0-27 24,-1 0-1,1 0 1,0 0-1,-1 0 1,1 0 0,-1 0-1,0 0 1,0 0-1,0-1 1,0 1 0,0 0-1,0-1 1,0 1-1,0 0 1,-1-1-1,1 1 1,0-1 0,-1 0-1,0 0 1,1 1-1,-1-1 1,0 0 0,1 0-1,-1 0 1,0-1-1,0 1 1,-4 1-1,-5 1 97,-1 0-1,0-1 0,-18 2 0,24-4-58,-28 4 197,0-2 0,0-2 0,-43-4 0,72 3-310,1 0-1,0 0 1,0 0-1,0 0 1,0-1 0,0 0-1,0 0 1,0 0-1,-5-4 1,-3-9-7228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8852,'0'0'9725,"-24"9"-9560,-1-1-148,0 2 0,-24 13 0,47-22-19,0 1 1,-1-1-1,1 1 1,0-1-1,0 1 0,1 0 1,-1 0-1,0 0 1,1 0-1,-1 0 1,1 1-1,-1-1 1,1 0-1,0 1 1,0-1-1,0 1 1,-1 3-1,2 0-4,-1 0 0,1-1-1,0 1 1,0-1 0,2 10 0,-1-3-1,0-5 5,1 0 1,-1-1-1,1 1 1,0 0 0,1-1-1,-1 1 1,1-1-1,1 0 1,-1 0 0,1 0-1,0 0 1,0-1-1,1 0 1,-1 1 0,1-2-1,9 8 1,10 6 25,1-2-1,45 24 1,2 2 179,-60-31 24,-12-11-208,0 0 0,0 1-1,0-1 1,0 0 0,0 0 0,0 1-1,0-1 1,0 0 0,0 0 0,0 1-1,0-1 1,0 0 0,0 0-1,0 0 1,0 1 0,0-1 0,0 0-1,0 0 1,0 1 0,0-1 0,0 0-1,-1 0 1,1 0 0,0 1 0,0-1-1,0 0 1,0 0 0,0 0-1,-1 1 1,1-1 0,0 0 0,0 0-1,-25 7 820,24-7-851,-16 3 148,-103 16 905,38-14-3207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9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9156,'0'0'11291,"-1"2"-11041,-2 14-57,1-1 0,0 1 0,0 28 0,1-9 276,-4 295 905,5-324-1494,1-1-1,-1 1 1,1-1-1,0 0 1,0 0-1,1 1 1,0-1-1,4 9 1,-5-12 20,0 0 1,1 0 0,-1 0-1,1 0 1,0 0 0,0 0 0,0 0-1,0-1 1,0 1 0,0 0-1,0-1 1,0 0 0,0 0 0,1 1-1,-1-1 1,1-1 0,-1 1-1,1 0 1,-1 0 0,4-1 0,7 2-1407,-1-2 1,1 0-1,18-2 1,11-6-3668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3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6675,'0'0'9981,"29"0"-9240,198-8 174,-188 6-863,-1-3-1,0-1 0,71-20 1,-89 16 117,-19 9 45,-1 0 1,1 0-1,-1 1 1,1-1-1,-1 0 1,1 0-1,-1 0 1,0 0-1,1 0 1,-1 1-1,0-1 1,0 0-1,0 0 1,0 0-1,0 0 0,0-2 1,0 3 94,0 4-149,0 78-634,0 77 1083,0-54-8625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75 5891,'0'0'15127,"-29"-75"-15127,29 87-8164,0 10 1633</inkml:trace>
  <inkml:trace contextRef="#ctx0" brushRef="#br0" timeOffset="1">380 46 8900,'0'0'11936,"0"9"-11536,-9 194 1544,0 13-1084,9-135-828,-1-80-50,1 1-1,0 0 1,1-1-1,-1 1 1,0 0-1,1 0 1,-1-1-1,0 1 1,1-1-1,0 1 1,-1 0-1,1-1 1,0 1-1,0-1 1,0 0-1,0 1 1,0-1-1,0 0 1,0 1-1,1-1 1,-1 0-1,0 0 1,1 0-1,-1 0 1,1 0-1,-1 0 1,1-1-1,-1 1 1,1 0-1,2 0 1,5 0-424,-1 1 1,1-1 0,-1-1 0,1 1 0,8-2-1,-1 1-507,-9 0-55,-1 0 0,0-1 0,0 1 0,0-1 0,0 0 0,0 0 0,0-1 0,8-3 0,6-9-8645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11205,'0'0'4111,"25"-7"-3201,-7 2-776,20-5 155,1 2 0,59-6 0,49 7 311,-146 7-173,-1 1 130,0 206 1919,0-203-2467,0 0 1,1-1-1,-1 1 1,1 0-1,-1 0 0,1-1 1,0 1-1,1 0 1,-1-1-1,1 1 1,-1-1-1,1 0 0,0 1 1,0-1-1,0 0 1,1 0-1,5 5 0,-4-4 3,1-1 0,0 0 0,0 0-1,1 0 1,-1 0 0,1-1 0,-1 0 0,1 0-1,0 0 1,9 1 0,3 0-5,0-1 0,0 0 1,0-2-1,0 0 0,1-1 0,23-4 1,-36 3-7,1-1 1,0 1-1,-1-1 1,0 0-1,0 0 1,0-1-1,0 0 1,0 0-1,-1-1 1,0 1-1,0-1 1,0 0-1,0 0 1,-1-1 0,0 0-1,0 1 1,0-1-1,-1-1 1,0 1-1,3-7 1,0-3 50,-1-1 1,0 1-1,-1-1 1,-1 0 0,-1 0-1,1-34 1,-3 51-40,0-1 1,0 1 0,1 0-1,-1 0 1,0-1 0,0 1 0,0 0-1,-1 0 1,1-1 0,0 1-1,0 0 1,0 0 0,0-1-1,0 1 1,0 0 0,0 0-1,0-1 1,0 1 0,-1 0-1,1 0 1,0 0 0,0-1-1,0 1 1,0 0 0,-1 0-1,1 0 1,0 0 0,0-1-1,0 1 1,-1 0 0,1 0-1,0 0 1,0 0 0,-1 0-1,1 0 1,0 0 0,0 0-1,-1 0 1,1 0 0,0 0 0,-1 0-1,-9 6 2,6 0-30,1 1-1,-1-1 1,1 1-1,0 0 1,1 0-1,-1 0 1,2 1-1,-1-1 1,-1 15-1,-1 71-20,4-91 35,0 5-6,1 1 0,0-1-1,0 0 1,1 1 0,-1-1 0,2 0-1,-1 0 1,1 0 0,0 0 0,0 0-1,5 7 1,-1-5-16,0 0 0,0 0 0,1 0 0,0-1 1,1 0-1,16 12 0,-11-11-138,0 0 0,0-1 0,1-1 0,0 0 0,0-1 1,0-1-1,1 0 0,0-1 0,0-1 0,23 2 0,-34-5 77,0 1 0,1-1 0,-1 0-1,0-1 1,1 0 0,-1 1 0,0-2-1,1 1 1,-1-1 0,9-3 0,-10 2 67,0 1 1,-1-1 0,1 0 0,-1-1 0,1 1 0,-1 0 0,0-1-1,0 0 1,-1 0 0,1 0 0,-1 0 0,3-5 0,5-14 28,-2 0-1,0 0 1,-1 0 0,-1-1-1,4-43 1,0-127 373,-6 83 190,0-13 2933,-6 167-3599,-9 53 0,-2 4 94,7 125-20,6-210 15,0-4-16,0 0-1,1 0 1,0-1-1,1 1 1,0 0-1,1-1 0,3 12 1,-3-17-94,-1 0 1,1 0-1,0 0 1,0 0 0,1-1-1,-1 1 1,1-1-1,0 0 1,0 0-1,1 0 1,-1-1 0,1 1-1,0-1 1,0 0-1,5 2 1,3 0-603,0-1-1,0 0 1,0-1-1,0 0 1,1-1 0,-1-1-1,1 0 1,22-1-1,9-4-3903,-39 2 3122,0 0 1,0 0-1,-1-1 0,8-4 0,-13 7 1486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2017,'0'0'11317,"27"0"-9559,177 0-181,-191 0-1515,68-3 143,-74 2-174,1 0 1,-1-1 0,0 1 0,1-1-1,-1-1 1,0 1 0,0-1-1,8-6 1,-13 8 180,-1-1-1,1 0 1,-1 0-1,1 0 1,-1 0-1,0 0 1,0 0-1,0-1 1,0 1 0,-1 0-1,1 0 1,0-1-1,-1 1 1,0-1-1,1 1 1,-1 0-1,0-1 1,0 1-1,-1 0 1,1-1-1,-1-3 1,0-7 2033,1 16-2157,-1 73-174,-1-20 17,11 99 0,1-108-418,-9-43-90,0-1-1,1 1 1,-1-1-1,1 0 0,0 0 1,3 5-1,-2-7-638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10597,'0'0'10116,"0"-40"-10260,0 42-1120,0 22-1698,0 10-1215,0 2-3187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28 9172,'0'0'11461,"-4"32"-10340,-12 103-299,14-120-735,1-1 1,1 0-1,0 1 0,1-1 1,1 0-1,0 0 1,8 28-1,-8-35-76,1-1 1,0 1-1,0-1 1,1 0-1,0 0 0,0 0 1,0-1-1,1 1 0,-1-1 1,1 0-1,1 0 0,-1-1 1,1 0-1,10 7 0,-12-9 2,0 0 0,0 0 0,0-1-1,0 0 1,0 1 0,0-1 0,0-1-1,0 1 1,0-1 0,0 1 0,0-1-1,0-1 1,1 1 0,-1 0 0,0-1-1,0 0 1,0 0 0,0 0 0,0 0-1,0-1 1,0 0 0,-1 0 0,1 0-1,0 0 1,4-4 0,7-6 34,-1 0 0,-1-1 0,0 0 0,15-21 0,-18 21-48,36-43 106,-3-2 0,44-76 0,-79 119 36,-8 15-139,0 0 0,0 0 0,0-1 0,0 1 1,0 0-1,0 0 0,0 0 0,0 0 0,0 0 0,0 0 0,0 0 0,0 0 0,0 0 0,0-1 0,1 1 0,-1 0 0,0 0 0,0 0 0,0 0 1,0 0-1,0 0 0,0 0 0,0 0 0,0 0 0,0 0 0,0 0 0,1 0 0,-1 0 0,0 0 0,0 0 0,0 0 0,0-1 0,0 1 0,0 0 1,0 0-1,1 0 0,-1 0 0,0 0 0,0 0 0,0 1 0,0-1 0,0 0 0,0 0 0,0 0 0,0 0 0,1 0 0,-1 0 0,0 0 0,0 0 1,0 0-1,0 0 0,0 0 0,0 0 0,0 0 0,0 0 0,0 0 0,1 1 0,1 5-123,-2-4 104,6 20-140,0 0 0,2 0 0,1-1 0,16 30 0,-19-41-53,1 0 0,0 0 0,0-1 0,1 0 0,1-1 0,-1 1 0,1-2 0,1 1 0,-1-1 0,20 10 0,-17-11 19,0 0 1,0-2-1,0 1 1,0-2-1,1 1 1,-1-2-1,1 0 1,0 0-1,19-1 1,-28-1 192,-1 0 0,1 0 0,-1 0 0,1-1 0,-1 1 0,1-1 0,-1 0 0,1 0 0,-1 0 0,0-1 0,1 1 0,-1-1 0,0 0 0,0 0 0,5-4 0,-3 1 17,0-1 0,-1 0 0,0 1 0,0-1 0,-1-1 0,0 1 0,4-9 0,2-8 237,0-2 0,-2 1-1,-1-1 1,-1 0 0,-1-1 0,-1 1-1,0-46 1,-3 70-236,0 0-1,0 1 1,0-1-1,0 0 0,0 0 1,0 0-1,-1 1 1,1-1-1,0 0 1,0 1-1,0-1 1,-1 0-1,1 0 0,-1 1 1,1-1-1,0 0 1,-1 1-1,1-1 1,-1 1-1,1-1 1,-1 1-1,1-1 0,-1 1 1,0-1-1,1 1 1,-1-1-1,0 1 1,1 0-1,-1-1 0,0 1 1,1 0-1,-1 0 1,0-1-1,0 1 1,0 0-1,-2 0-13,1 0-1,0 0 1,0 0-1,0 1 0,-1-1 1,1 0-1,0 1 1,0 0-1,0 0 1,0-1-1,0 1 1,-3 2-1,-1 1-20,0 1-1,0 0 0,0 1 1,1 0-1,0-1 0,0 2 1,0-1-1,1 0 0,-5 10 1,2-3-6,0 0 0,1 1 0,1 0 0,-5 18 0,7-11-15,0 0 0,1 1 1,2 25-1,0-47 35,-1 4-42,1 0 0,1 0 0,-1-1 0,0 1 0,1 0 0,0-1 0,0 1 0,0 0 0,0-1 0,0 1 1,1-1-1,0 1 0,-1-1 0,1 0 0,5 6 0,-4-7 19,0 1 0,0-1 0,0 0 0,1 0-1,-1 0 1,1 0 0,-1-1 0,1 1 0,-1-1 0,1 0 0,0 0 0,0-1 0,-1 1-1,1-1 1,6 1 0,-5-1 36,0 0 1,0 0-1,0 0 0,0 0 0,0-1 0,-1 0 0,1 0 0,0 0 1,7-3-1,-9 2 35,0 0 0,1-1 0,-1 1 0,0-1 0,0 1 0,-1-1 0,1 0 0,-1 0 1,1 0-1,-1-1 0,0 1 0,2-5 0,4-5 343,-1-1 0,0 0-1,-1 0 1,0-1 0,-2 1 0,1-1 0,-2 0-1,3-24 1,-6 39-86,0 4-293,5 170-151,-2-135 318,3 1 0,15 58 1,-6-39-84,-2 0 1,-3 1 0,-2 0-1,-3 0 1,-4 69-1,-1-116-83,-1 1 0,0 0 0,-1 0 0,-1-1-1,0 1 1,-1-1 0,0 0 0,-1 0-1,0 0 1,-1-1 0,-1 0 0,0 0-1,0 0 1,-1-1 0,-1 0 0,0-1-1,0 0 1,-1 0 0,-1-1 0,1 0-1,-21 12 1,18-14 30,0-1 1,0 0-1,-1-1 0,0-1 0,0 0 0,0-1 0,0 0 1,0-1-1,-25 0 0,30-2-2,0 0-1,0-1 1,0 0-1,0 0 1,0-1-1,1 0 1,-1 0-1,0-1 1,1 0-1,0-1 1,0 0-1,0 0 1,0-1-1,0 0 1,1 0 0,-9-8-1,10 5-15,-1 0 0,1-1 0,0 1 1,1-1-1,0 0 0,0-1 0,1 1 0,0-1 0,1 0 0,0 0 0,-2-18 0,3 15-27,1 1-1,0-1 0,1 1 0,0-1 0,1 1 0,1-1 0,0 1 1,0 0-1,8-21 0,-3 17-18,1 1 0,1 0 0,0 0 0,0 1 0,2 0 0,0 1 0,0 0 0,1 0 0,17-12 0,3-1-284,2 1 1,65-35-1,-43 31-769,1 3 0,73-22 0,126-20-7164,-88 35-4540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2081,'0'0'12387,"-17"0"-11469,-45 0-260,38 0 2525,355 0-2641,-529 10-1516,197-9 1043,1-1 0,-1 0-1,0 1 1,0 0 0,1-1 0,-1 1-1,1-1 1,-1 1 0,0 0-1,1-1 1,-1 1 0,1 0 0,0 0-1,-1 0 1,1-1 0,0 1-1,-1 0 1,1 0 0,0 0 0,0 0-1,0-1 1,-1 1 0,1 0-1,0 0 1,0 0 0,0 0 0,1 0-1,-1 0 1,0 1 0,4 32-220,-3-31 263,4 28 142,6 31 130,-2-1 0,0 69 0,-9-102-427,0 8 1,0-13-5810,16-22-6961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7267,'0'0'9986,"-13"11"-9706,3-5-213,2 2 0,-1-1 0,1 1 0,0 0 0,1 1 0,0-1 0,0 1 0,1 1 0,0 0 0,0-1-1,-7 22 1,6-5 172,0 0-1,2 1 0,-3 42 0,8 84 277,1-140-467,0 0 1,1 0 0,1 0 0,0 0-1,0-1 1,2 1 0,-1-1 0,2 0-1,-1 0 1,2-1 0,7 12 0,-8-15-166,0-1 0,0 1 0,1-1 0,0 0 1,1-1-1,12 9 0,-13-10-371,0-1 0,0-1 1,1 1-1,-1-1 0,1-1 0,0 1 0,0-1 0,13 1 0,21 0-5104,1-2-2539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 8452,'0'0'10418,"-2"-7"-10060,1 4-355,0 5 44,4 19 89,1 0-1,1-1 1,1 1 0,13 29-1,-2 0 249,-7-22 194,-2 0 1,-2 1-1,0 0 1,2 43-1,-7-85-538,0 0 0,1 0 0,1 0 1,0 0-1,1 0 0,0 1 0,0 0 0,2-1 0,0 2 0,12-20 1,-5 11-20,1 1 1,1 0-1,1 1 1,1 0-1,21-16 1,-30 28-32,0 0-1,0 0 1,0 1 0,1 0 0,0 0-1,0 1 1,15-4 0,-20 7 2,0-1 0,0 2 0,0-1 0,0 0 0,1 1 0,-1 0 1,0 0-1,0 0 0,0 1 0,0-1 0,1 1 0,-1 0 0,0 0 0,0 0 0,0 1 0,-1-1 0,1 1 1,0 0-1,0 0 0,4 4 0,0 1-20,-1 0 0,0 1-1,-1 0 1,0 0 0,0 0 0,0 1 0,-1 0 0,0 0 0,-1 0-1,0 0 1,-1 1 0,1 0 0,-2 0 0,2 10 0,1 17-1843,-1 0 1,-2 55 0,-2-86 1412,-1 28-4512,-3-4-2866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6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9492,'0'0'7417,"20"28"-6742,62 99 101,-70-107-643,-1 2 0,-1-1 0,-1 1-1,0 0 1,-2 1 0,-1 0 0,0 0-1,-2 1 1,-1-1 0,-1 1-1,-1 41 1,0-56-124,-1-1 0,0 0 0,-1 0 0,0 0 0,0 1 0,-1-1 0,0 0 0,0-1 0,-1 1 0,0 0-1,0-1 1,-1 1 0,0-1 0,0 0 0,-1 0 0,0-1 0,0 1 0,0-1 0,-8 6 0,1-1 52,-1-1 0,0 0 0,-19 9 0,-9-1-1843,36-17 279,-1 1 0,1-1 0,-1 0 1,-11 0-1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9012,'0'0'11830,"8"-7"-11798,27 4 0,10 3-32,11 0-865,3 0-1216,-8 0-1697,-19 12-1536,-21 5-2049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6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6659,'0'0'13558,"11"5"-13190,48-5-143,16 0-225,7 0-177,4 2-1663,-9 0-1682,-7-2-4033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7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2017,'0'0'13961,"10"-2"-13014,46-5-730,0 2 1,62 4-1,-94 1-994,-48 1 652,11 0 96,0-1 1,-1-1 0,-22-3 0,33 10 3176,3 12-3504,0-13 640,-1 58 48,3 1 1,2-1-1,14 66 0,-16-119-326,5 16-1639,-7-25 1292,1 0 0,-1 0 0,1-1 0,-1 1 0,1 0 0,-1 0 0,1-1 0,0 1-1,-1-1 1,1 1 0,0-1 0,-1 1 0,1-1 0,0 1 0,0-1 0,0 1 0,12 2-5389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9076,'0'0'9012,"-97"101"-8131,71-26-433,15 7-144,11-1 96,0-6-336,11-10 80,15-12-144,4-10 0,2-9-896,3-8-913,2-9-1200,0-10-2530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11237,'0'0'7825,"5"17"-7726,-2-5-82,11 34 179,-3-1 0,-1 2-1,3 50 1,-13-3 244,0-94-414,0 0 0,0 0 0,0 0 0,0 0 0,0 0 0,0 0 0,0 0 0,0 0 0,0 0-1,0 0 1,-1 1 0,1-1 0,0 0 0,0 0 0,0 0 0,0 0 0,0 0 0,0 0 0,0 0 0,-1 0-1,1 0 1,0 0 0,0 0 0,0 0 0,0 0 0,0 0 0,0 0 0,0 0 0,-1 0 0,1 0 0,0 0-1,0 0 1,0 0 0,0 0 0,0 0 0,0 0 0,0 0 0,-1-1 0,1 1 0,0 0 0,0 0 0,0 0 0,0 0-1,0 0 1,0 0 0,0 0 0,0 0 0,0 0 0,0 0 0,0-1 0,0 1 0,-1 0 0,1 0 0,0 0-1,0 0 1,0 0 0,0 0 0,0 0 0,0-1 0,0 1 0,0 0 0,0 0 0,0 0 0,0 0 0,0 0-1,-1-11 112,1 0-1,-1 0 1,2 0-1,0 0 0,0 0 1,1 0-1,0 1 0,0-1 1,2 1-1,-1-1 0,1 1 1,1 0-1,-1 0 0,2 1 1,10-15-1,-10 16-146,0 0-1,1 0 1,0 1-1,1 0 1,-1 1-1,1-1 1,1 1-1,-1 1 1,1 0-1,0 0 1,0 1-1,0 0 1,1 0-1,0 1 1,-1 0-1,1 1 1,13-2-1,-19 4 8,8-1-31,0 0 0,0 1-1,12 1 1,-21-1 20,0 0 1,0 1 0,0-1-1,-1 1 1,1 0 0,0 0-1,0 0 1,-1 0-1,1 1 1,0-1 0,-1 1-1,0-1 1,1 1-1,-1 0 1,0 0 0,0 0-1,3 4 1,1 3-3,-1 0 1,1 1-1,-1 0 1,-1 0-1,0 0 1,-1 0-1,1 1 1,-2 0-1,2 12 1,0 12-1537,-3 53 0,-1-59-408,3 2-2316,8-4-2701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10517,'0'0'9460,"61"-5"-8868,-13 5-255,3 0-241,2 0-96,1-2-657,-9-5-671,-5-3-1986,-7-4-1248,-12-8-3474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8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80 7619,'0'0'12708,"0"-13"-11692,-1 7-897,-1-33 347,1 35-293,0 27-128,1 288 551,0-178-9174,0-115 1457</inkml:trace>
  <inkml:trace contextRef="#ctx0" brushRef="#br0" timeOffset="1">342 1 8324,'0'0'11138,"22"6"-10730,-10-2-333,1 0 4,0 0 1,0 1-1,15 8 0,-22-10-47,0 1 0,-1-1 0,0 1 0,0 0 0,0 0 0,0 1 0,-1 0 0,0 0 0,0 0 1,0 0-1,6 11 0,-2 1 71,-1 1 0,-1-1 0,0 1 0,-2 0 1,4 24-1,-3-3 69,-1 57 0,-5-86-219,1 0 0,-1-1 0,-1 1 0,1 0-1,-2-1 1,1 1 0,-1-1 0,-1 0 0,0 0 0,0 0 0,-1 0 0,0-1 0,0 0 0,-1 0 0,0 0-1,0-1 1,-1 1 0,0-2 0,-12 10 0,-38 27-5153,44-33-872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8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7411,'0'0'12550,"21"-8"-11894,28 8 513,12 0-353,3 0-528,0 0-111,-5 0-177,-13 0-433,-14 0-735,-16 0-865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9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34 8868,'0'0'11701,"-27"-34"-11669,27 51 48,0 22 129,0 11-65,0 8 240,0 2-304,0-2-32,0-5-96,0-7-144,0-3-1521,8-2-1312,11-10-2738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0:49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4994,'0'0'3119,"-1"-12"7312,4 12-10427,-1 0 0,0 1 0,0-1 0,0 1 0,0 0 0,1 0 0,-1 0 0,0 0 0,0 0 0,-1 0 0,1 1 0,0-1 0,0 1 0,0-1 0,-1 1 0,1-1 0,-1 1 0,0 0 0,1 0 0,-1 0 0,0 0 0,0 0 0,1 3 0,4 7-13,-2 0 0,7 23 0,-11-33 10,7 30 16,-2 0 1,-2 1-1,-1 0 0,-1 0 1,-5 34-1,2-50 126,2-16-94,0-1-1,0 1 1,0-1 0,0 1-1,0-1 1,-1 1-1,1-1 1,0 1-1,0-1 1,0 1-1,-1-1 1,1 1 0,0-1-1,-1 0 1,1 1-1,0-1 1,-1 1-1,1-1 1,0 0 0,-1 1-1,1-1 1,-1 0-1,1 1 1,-2-1 1529,2-3-1372,0 0 0,0 0 1,0 0-1,1 0 0,-1 0 1,1 0-1,0 0 0,0 0 1,0 0-1,0 0 0,0 0 1,0 0-1,3-3 0,27-33-106,-24 31 102,21-23 20,60-54 0,-73 73-179,1 0 1,0 1 0,1 1 0,0 0-1,1 1 1,27-9 0,-36 15-54,1 0 0,-1 1 1,1 0-1,0 1 0,0 0 0,14 0 0,-21 1-5,0 1 0,0-1 0,0 0 0,0 1 0,0-1-1,0 1 1,0 0 0,0 0 0,-1 0 0,1 1-1,0-1 1,-1 0 0,1 1 0,-1 0 0,1 0-1,-1 0 1,0 0 0,1 0 0,-1 0 0,0 0 0,-1 1-1,1-1 1,0 1 0,1 3 0,2 9-98,-1 0 0,-1 1 0,0-1 0,-1 1 0,-1-1-1,0 1 1,-2 23 0,0-9-722,0-6-1509,-1 0 0,-7 36 0,0-7-5049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1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99 192,'0'0'4957,"-15"-2"-3583,-109-10 5722,133 9-6340,543-1 786,-536 4-1536,108 7 25,-120-6-138,-6-1 43,-14 2 25,-28 0 44,-30 0 40,-365 2 224,426-4-265,0-1 0,-1-1 0,-16-4 0,18-3 414,12 8-270,-1 1 0,1-1-1,0 1 1,-1-1-1,1 1 1,-1-1 0,1 1-1,-1-1 1,0 1 0,1-1-1,-1 1 1,1 0-1,-1-1 1,0 1 0,1 0-1,-1 0 1,0-1 0,0 1-1,491 1 119,536-2 394,-1010 1-654,170-5 10,-139 1-24,87-18-1,-132 22-8,0 0-1,1-1 0,-1 1 0,0-1 1,0 0-1,0 0 0,0 0 1,0 0-1,-1 0 0,3-1 1,-3 1-25,0 0 1,-1-1 0,1 1 0,-1 0 0,1 0-1,-1-1 1,1 1 0,-1 0 0,0-1 0,0 1-1,0 0 1,1-1 0,-1 1 0,-1 0 0,1-2 0,0 2-78,-1 0 1,1 1-1,-1-1 1,1 1 0,-1-1-1,0 1 1,1-1 0,-1 1-1,1 0 1,-1-1 0,0 1-1,1 0 1,-1-1 0,0 1-1,0 0 1,1 0 0,-1 0-1,0-1 1,0 1 0,1 0-1,-1 0 1,0 0-1,0 0 1,0 1 0,-28-2-2321,23 1 1407,-33 0-3578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11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51 3025,'0'0'8135,"-17"-6"-6857,-50-16-131,49 13 34,24 8 933,107 1-1413,502 29 110,-377-13-410,753 16 1183,-850-32-1516,353-3 13,-7-25 16,-454 25-87,-20 2 4,-1 0 0,0-1 0,1 0 0,20-7 0,-33 9-6,1 0 1,-1 0 0,1 0-1,-1 0 1,1-1 0,-1 1-1,1 0 1,-1 0 0,1-1-1,-1 1 1,1 0 0,-1-1-1,0 1 1,1 0 0,-1-1-1,0 1 1,1-1 0,-1 1-1,0-1 1,1 1 0,-1-1-1,0 1 1,0-1 0,0 1-1,1-1 1,-1 1 0,0-1-1,0 1 1,0-1 0,0 1-1,0-1 1,0 1 0,0-1-1,0 1 1,0-1 0,0 1-1,0-1 1,-1 1 0,1-1-1,0 1 1,0-1 0,0 1-1,-1-2 1,-12-12 21,11 13-149,0 0 1,-1 0 0,1 0-1,0 0 1,-1 0 0,1 1-1,0-1 1,-1 1 0,1 0-1,-1-1 1,1 1 0,-1 0-1,1 1 1,-1-1 0,1 0-1,-5 2 1,-2 1-1262,-1 1-1,-17 8 1,-15 6-3035,-7-9-224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12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37 2449,'0'0'9164,"-16"-3"-8318,-51-10-203,57 10 1346,18 3-1530,28 1-618,-32-1 319,265 22 1253,-80-4-988,1027 25 1872,-895-52-2063,-262 4-192,-1-3-1,0-2 1,80-25 0,-129 32-6,-5 2-11,-1 1-1,1-1 1,-1 0 0,0 0-1,0-1 1,0 1 0,1-1-1,-1 0 1,0 0 0,-1 0-1,1 0 1,0 0-1,2-3 1,-5-3 3097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3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10 1072,'0'0'9744,"-11"-1"-8699,-8-1-1134,-14-2 2891,66 1-1086,246 3-1884,-277 0-19,0 1 0,0-1 0,0 0 1,0 0-1,-1 1 0,1-1 0,0 1 0,0-1 0,-1 1 1,3 1-1,-3-2-4,-1 1 0,1-1 0,-1 1 0,1 0 0,-1-1 0,1 1 0,-1-1 0,1 1 0,-1 0 0,0-1 0,1 1 0,-1 0 0,0 0 0,0-1 0,1 1 0,-1 0 0,0 0 0,0-1 0,0 1 0,0 0 0,0 0 0,0 0 0,0-1 0,0 2 0,-3 10-3626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4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 4098,'0'0'9828,"-4"0"-8694,-9 0-154,28 0-184,36 0 117,99 1-424,63 1-1469,-73-9-7271,-80 1 621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20 1361,'0'0'7304,"-10"0"-6271,5 0-920,-25 0 1551,-33-4 0,110 2 1475,12-1-3140,152-5 468,-457 6 1526,246 8-1968,1 0 1,0 0 0,0 0 0,1-1 0,2 9 0,3 6 120,1 30 47,-2-1-1,-2 1 1,-5 89 0,0-53-134,1 14-403,5-98-2009,23-3-2375,19-5-1680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5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3217,'0'0'10616,"-17"1"-9704,14-1-886,-6 0 63,-1 1-1,1 0 0,0 0 0,0 1 0,-10 3 0,15-3-34,-1 0 0,0 0 0,1 1 0,0-1 0,-1 1 1,1 0-1,0 0 0,0 1 0,1-1 0,-1 1 0,1 0 0,0 0 0,0 0 0,-5 7 0,-1 7 95,0 1-1,1 0 1,1 1 0,1-1-1,0 1 1,2 0-1,-3 26 1,2 12 173,4 75 0,1-122-306,1 0 0,0-1 1,1 1-1,0 0 0,1-1 0,0 1 0,0-1 0,1 0 0,1 0 1,10 17-1,-7-16-6,0 0-1,1 0 1,0-1 0,1-1 0,0 1 0,0-2 0,1 1 0,15 8 0,-7-7-681,1 0 0,0-1 0,0-1 0,1-1 0,0 0-1,1-2 1,-1 0 0,1-2 0,0-1 0,29 1 0,9-3-4139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34 3265,'0'0'10154,"-3"-5"-9204,-8-18-179,9 18-307,1 14 2893,7 15-3152,-2-3-242,0 23 55,-3 71-1,-2-55 17,1-56-26,1 0 1,-1-1-1,0 1 0,-1 0 1,1 0-1,-1 0 0,0 0 1,0 0-1,0-1 0,0 1 1,0 0-1,-1-1 0,0 1 1,0-1-1,-2 4 1,2-7 322,1-6 167,1 5-498,0-9 43,0 1 0,1 0-1,0 0 1,1 0 0,-1 0-1,2 0 1,-1 0 0,1 0-1,1 0 1,-1 1 0,2 0-1,7-13 1,-4 9-45,1 0-1,1 0 1,0 1-1,0 0 1,1 0 0,1 2-1,0-1 1,0 1-1,1 1 1,0 0 0,0 1-1,1 0 1,0 1-1,0 1 1,0 0 0,1 1-1,-1 1 1,1 0-1,0 1 1,22-1-1,-35 3-1,-1 0 0,0 0 0,1 0 0,-1 1-1,0-1 1,1 0 0,-1 1 0,0-1-1,0 1 1,1-1 0,-1 1 0,0-1-1,0 1 1,0 0 0,0 0 0,0 0-1,0-1 1,0 1 0,1 2 0,0 0-4,0-1 0,-1 1 0,1 0 0,-1 0 0,0-1 0,0 1 0,0 0 0,1 4 0,0 7-3,-1 0 0,0-1 1,-1 15-1,0-18 26,-1 42-35,-1-22-741,6 59 0,-2-83-26,-1 1 0,1-1-1,0 0 1,1 0-1,-1 0 1,6 9-1,6 5-3931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6547,'0'0'8428,"-21"1"-7278,-61 1-377,63-1-47,18 1-134,11 0-77,123 7 1116,-23-2-1389,-66-6-340,-14-1-3158,-2-1-5689,-14 1 1937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8180,'0'0'8425,"19"-3"-8201,-6 1-159,-5 0-26,0 1 0,1 0 0,-1 0-1,12 1 1,-16 0-30,0 0 0,-1 1 0,1 0 0,0 0 0,-1 0 0,1 0 0,-1 0 0,1 1 0,-1-1 0,0 1 0,0 0 0,0 0 0,0 0 0,0 1 0,5 4 0,1 3 4,0 1 0,-1 0 0,-1 0-1,1 0 1,-2 1 0,0 0 0,0 1 0,-1-1 0,-1 1 0,0 0-1,0 0 1,-2 0 0,1 1 0,-2-1 0,0 1 0,-1 22 0,0-33-11,-1-1 0,1 1 0,-1-1 0,1 1 0,-1-1 0,0 1 0,0-1 0,0 0 0,0 1 0,0-1 0,-1 0 0,1 0 0,-1 0 0,0 0 0,-2 3 0,0-1 11,-1 0-1,0 0 1,0-1-1,-1 1 1,1-1-1,-7 2 1,-7 3 67,-1-1 0,-36 8 0,40-11 194,7-2 344,0 0 1,-1 0-1,-17 0 409,31-2-651,349 0 734,-339 0-1222,0-1 1,0-1-1,22-4 1,11-11-4565,-38 12 1074,-5-2-1579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8884,'0'0'9602,"14"5"-9050,-2 0-405,1 0 0,-1 1-1,0 0 1,0 1 0,0 1-1,-1 0 1,19 17 0,-16-10-27,-1 0 0,0 2-1,-1-1 1,-1 2 0,0-1 0,-1 1 0,-1 1 0,12 38 0,-17-44-112,-1 0 1,0 1 0,-1-1-1,-1 1 1,0-1 0,0 1-1,-2-1 1,0 1 0,0-1-1,-1 1 1,-1-1 0,0 0-1,-1 0 1,-9 21-1,-7 5-99,-3-2-1,-26 36 0,6-10-929,25-34-4,-49 68-6575,31-52-1850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6403,'0'0'12422,"115"-17"-12246,-40 17 160,-6 0-320,-7 0 48,-12-3-48,-15 1-16,-13 2-640,-17 0-1329,-43-5-5667,-12-2 1169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8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5507,'0'0'10140,"1"-11"-9302,3-32-398,-1 34-236,-1 9-152,2 8-49,-4-7 2,4 21 86,-1 0-1,0 0 1,-2 1 0,-3 42-1,1-11 103,0-25-109,2-1-1,9 57 1,-8-76-437,1 1 0,0 0 1,1-1-1,8 17 0,-8-19-553,1 0 0,0 0 0,0-1 0,0 0 0,1 0 0,11 10 1,20 9-5907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1777,'0'0'12187,"-2"15"-11384,-4 52 376,3 81 0,3-56 329,-1-115-476,-1 3-626,1 0 0,2-27 0,0 40-400,0 1 0,1-1-1,-1 1 1,1 0 0,0-1-1,1 1 1,0 0 0,0 0-1,0 0 1,8-10 0,-3 7-13,0-1-1,1 1 1,0 1 0,0 0 0,1 0 0,0 0 0,1 2 0,0-1 0,0 1 0,12-4 0,-7 4-11,0 1 0,1 0 0,-1 1 1,1 1-1,0 1 0,32 0 0,-45 2 11,0 0 0,-1 0-1,1 0 1,0 1 0,0-1 0,-1 1 0,1 0 0,-1 1 0,1-1-1,-1 0 1,1 1 0,-1 0 0,0 0 0,0 0 0,0 0 0,6 5-1,-4-1 3,-1-1-1,0 1 1,0 0-1,-1 0 1,1 1 0,-1-1-1,0 1 1,1 7-1,2 8-49,-1 0-1,-1 1 0,-1 0 1,-1 0-1,-1 0 1,-2 23-1,1-15-627,-1-25 108,1-1 0,1 1 0,-1-1 0,1 1 1,0 0-1,0-1 0,1 0 0,-1 1 0,1-1 1,4 7-1,12 15-5671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9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44 5923,'0'0'9820,"-3"-4"-8625,-9-12-117,12 16-1055,0 0-1,0 0 0,0 0 0,0 0 1,1 0-1,-1 0 0,0 0 1,0 0-1,0 0 0,0 0 1,0 0-1,0 0 0,0 0 0,0 0 1,0 0-1,1-1 0,-1 1 1,0 0-1,0 0 0,0 0 1,0 0-1,0 0 0,0 0 0,0 0 1,0 0-1,0 0 0,0-1 1,0 1-1,0 0 0,0 0 1,0 0-1,0 0 0,0 0 0,0 0 1,0 0-1,0-1 0,0 1 1,0 0-1,0 0 0,0 0 1,0 0-1,0 0 0,0 0 0,0 0 1,0 0-1,0-1 0,0 1 1,0 0-1,0 0 0,0 0 1,-1 0-1,5 0 160,15 0 72,62 1 207,0-4 1,80-14-1,-158 17-690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0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7587,'0'0'11579,"0"-5"-10947,0-5-285,0 30-119,0 46 542,3 201 1915,5-87-5789,-8-157-1591,0-1-2402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14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12 160,'0'0'1697,"-24"-12"-1969,14 12-401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1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7 202 2145,'0'0'6766,"0"-5"-5814,0-12-39,0 17-854,0 0 0,0 0 1,0 0-1,0 0 0,0 0 1,0 0-1,0 0 0,0 0 1,-1 0-1,1 0 1,0 0-1,0 0 0,0 0 1,0 0-1,0 0 0,0 0 1,0 0-1,0 0 0,0 0 1,-1-1-1,1 1 0,0 0 1,0 0-1,0 0 0,0 0 179,0 0-179,0 0 1,0 0-1,0 0 0,0 0 1,0 0-1,0-1 0,0 1 1,-1 0-1,1 0 0,0 0 1,0 0-1,0 0 0,0 0 1,0 0-1,0 0 1,0 0-1,0-1 0,0 1 1,0 0-1,0 0 0,0 0 1,0 0-1,0 0 0,0 0 1,0 0-1,1 0 0,-1 0 1,0 0-1,0-1 1,-3 8-22,3-3 77,0-2-78,-1 0-1,1 0 1,0 1-1,0-1 0,0 0 1,0 0-1,0 0 1,1 1-1,-1-1 1,1 0-1,-1 0 0,1 0 1,0 0-1,0 0 1,0 0-1,0 0 1,0 0-1,0 0 1,1-1-1,-1 1 0,1 0 1,-1-1-1,1 1 1,-1-1-1,1 1 1,2 0-1,18 12 257,-1-2-150,0 2 0,0 0-1,-1 2 1,-1 0 0,25 28 0,-31-29-100,0 0 0,29 26-1,-36-36-5,1-1 0,-1 0 0,1 0 0,0 0-1,0-1 1,0 0 0,0-1 0,0 1 0,1-1 0,11 1-1,2-1 160,0-2 0,-1-1 0,1 0 0,0-1-1,-1-2 1,38-10 0,27-4 218,-39 12-385,-5 0 56,0-1 1,44-14 0,-30 6 91,62-8 1,-43 9-24,14-11-96,-64 17 13,0 1 1,45-8-1,308 6 8,-241 11-67,-114-1-8,0 0 0,0 2-1,0 1 1,-1 0 0,36 14 0,100 49 30,-36-13-32,-94-43-19,-1 1-1,0 1 1,-1 1 0,0 2 0,-1 0 0,-1 2-1,0 0 1,-1 2 0,-2 0 0,34 42-1,-18-15 30,85 82 0,-117-127-60,-3-1 78,0-3 101,0 0 0,0 0 1,0 0-1,0 0 0,0-1 1,-1 1-1,1 0 0,-1 0 1,0 0-1,1-1 1,-1 1-1,0 0 0,-1-3 1,3-8-50,1 4-54,0-1 0,0 1 0,1-1 0,1 1 0,0 1 0,0-1 0,1 0 0,0 1 0,0 0 0,13-12 0,8-5-79,47-34 1,-43 36 80,-13 8-31,1 0 1,1 2-1,1 0 0,-1 2 0,2 0 1,0 1-1,0 1 0,0 1 1,1 1-1,41-7 0,30 7 0,131 6 0,-107 2 11,-6-2-26,127 3 45,-37 24-39,-99-10 36,-33-6 31,40 6-138,139 2-1,100-18 71,-313-2 21,61-11 0,-15 2-54,75 1 82,31-4 47,-150 9-60,0-2 0,74-23-1,-52 10-22,70-28-6,-109 39 11,-1-1-1,-1-1 0,1-1 1,20-17-1,-31 22 10,-1 1 1,0-1 0,0-1-1,-1 0 1,1 0 0,-2 0-1,1-1 1,-1 0-1,-1 0 1,0 0 0,0-1-1,5-14 1,0-4 22,2 0 1,29-50-1,-29 57 54,-6 6 52,-9 9-1445,-18 12-2916,9-2 2754,-22 5-5501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49 1489,'0'0'3345,"-24"1"-1472,-78 5-299,75-4-227,-30 5 0,39-4-215,8 0 3059,20-1-2857,22-2-1129,-30 0-7,125 0 569,0-7 1,131-22-1,-250 27-766,-1 1 25,0 0 0,0 0 0,-1-1 0,1 0 0,-1 0 0,1-1 0,9-5-1,-16 8-48,0 0 0,-1 0 0,1 0 0,0 0 0,0 0 0,-1 0 0,1 0 0,0 0 0,0 0 0,-1 0 0,1 0 0,0 0-1,0 0 1,-1-1 0,1 1 0,0 0 0,0 0 0,0 0 0,-1 0 0,1-1 0,0 1 0,0 0 0,0 0 0,0-1 0,-1 1-1,1 0 1,0 0 0,0 0 0,0-1 0,0 1 0,0 0 0,0 0 0,0-1 0,0 1 0,0 0 0,0-1 0,0 1 0,0 0 0,0 0-1,0-1 1,0 1 0,0 0 0,0 0 0,0-1 0,0 1 0,0 0 0,0 0 0,0-1 0,1 1 0,-1 0 0,0 0 0,0-1 0,0 1-1,0 0 1,1 0 0,-1 0 0,0 0 0,0-1 0,0 1 0,1 0 0,-1 0 0,0 0 0,0 0 0,1 0 0,-1-1 0,0 1-1,0 0 1,1 0 0,-22-2-2848,-15 2-2897,-6 0-3586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1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22 5619,'0'0'10826,"-2"-6"-10026,-6-8-304,8 14-488,0 0-1,0 0 0,0 0 1,0 0-1,0 0 0,0 0 1,0 0-1,0 0 1,0-1-1,0 1 0,0 0 1,-1 0-1,1 0 0,0 0 1,0 0-1,0 0 0,0 0 1,0 0-1,0 0 0,0 0 1,0 0-1,0 0 0,0 0 1,0 0-1,0 0 1,-1 0-1,1 0 0,0 0 1,0 0-1,0 0 0,0 0 1,0 0-1,0 0 0,0 0 1,0 0-1,0 0 0,0 0 1,0 0-1,-1 0 0,1 0 1,0 0-1,0 0 1,0 0-1,0 0 0,0 0 1,0 0-1,0 1 0,0-1 1,0 0-1,0 0 0,0 0 1,0 0-1,0 0 0,0 0 1,0 0-1,0 0 1,0 0-1,0 0 0,-1 0 1,1 0-1,0 1 0,0-1 1,0 0-1,0 0 0,0 0 1,0 30 708,0-6-597,9 186 1569,-1-67-1308,-7-127-201,1-1 1,5 20 0,2 7-1375,-7-15-3322,-2-19-1547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19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79 310 3121,'0'0'9338,"-12"-22"-7844,-40-72-445,50 90-956,0 1 1,0-1-1,0 1 1,1-1 0,0 1-1,0-1 1,0 0-1,0 0 1,0 0 0,1 1-1,-1-1 1,1 0 0,0 0-1,1-5 1,0-4 276,-1 11-318,0-1 0,0 0 0,1 1 0,-1-1 0,1 1 0,-1-1 0,1 1 0,0-1 0,0 1 0,0 0 0,0-1 0,1 1 0,-1 0 0,0 0 0,1 0 0,3-3 0,-2 2-12,1 0-1,-1 0 0,1 0 1,0 1-1,0 0 0,1 0 1,-1 0-1,8-3 0,4 1-6,0 1-1,0 0 1,0 1-1,23 1 0,-18 0-30,1 1 0,-1 1 0,1 1 0,-1 1 0,29 7 0,-42-7-4,0 0 0,0 0 0,-1 1 1,1 0-1,-1 0 0,1 1 0,-1-1 0,0 2 0,-1-1 0,0 1 0,0 0 0,0 1 0,0-1 0,-1 1 0,0 0 0,6 12 0,-7-10-8,0 0 0,-1 0 0,1 0 0,-2 1 0,0-1 0,0 1 0,1 10 0,-1 71 18,-3-56 16,1-29-5,0-1-1,0 1 1,0-1 0,-1 1-1,0-1 1,0 0 0,0 0-1,-1 1 1,0-1 0,-3 8 738,5-22 1050,1-9-1677,1 0 1,0 1 0,2-1 0,0 1-1,1 0 1,13-32 0,-4 18-121,2 0-1,33-48 1,-40 67-8,-1 0 0,2 1 0,0 0 0,0 1-1,1 0 1,0 1 0,20-13 0,-24 17-4,1 1 0,-1 1-1,1-1 1,0 1 0,1 1 0,-1-1 0,0 1-1,1 1 1,-1-1 0,1 2 0,0-1-1,-1 1 1,16 2 0,-19-1-8,0 0 1,0 1-1,0 0 0,0 0 0,0 0 1,-1 1-1,1-1 0,-1 1 0,0 0 1,1 0-1,-2 1 0,1-1 1,0 1-1,-1 0 0,1 0 0,-1 0 1,0 0-1,0 1 0,-1-1 0,3 8 1,3 3-13,-2 1 1,0 1-1,-1-1 0,5 31 1,-4 2-7,-2-1 0,-4 62 0,0-52-110,-7 55-4466,6-67-2328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2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0 496,'0'0'12403,"-14"2"-11015,-43 2-233,42-2 1411,15-2-2428,0 0-126,0 0 0,0 1-1,0-1 1,0 0-1,1 0 1,-1 1-1,0-1 1,0 0-1,0 0 1,0 0-1,0 1 1,0-1-1,0 0 1,0 0-1,1 0 1,-1 0-1,0 1 1,0-1-1,0 0 1,0 0-1,1 0 1,-1 0-1,0 0 1,0 0-1,0 1 1,1-1-1,-1 0 1,0 0-1,0 0 1,0 0-1,1 0 1,-1 0-1,0 0 1,0 0-1,1 0 1,-1 0-1,0 0 1,1 0-1,31 6 185,1-1-1,61 2 0,-34-4-773,-49 1-1134,-11-3 1379,1-1 1,-1 1-1,1 0 1,-1-1-1,1 1 1,-1 0-1,0-1 1,1 1-1,-1 0 1,0 0-1,0 0 1,1-1-1,-1 1 1,0 0-1,0 0 0,0 0 1,0-1-1,0 1 1,0 0-1,0 0 1,0-1-1,-1 1 1,1 0-1,0 0 1,0 0-1,-1-1 1,1 1-1,0 0 1,-1 0-1,-10 15-5237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2:28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4498,'0'0'9530,"-9"1"-8831,-3 1-473,-25 2 2312,48 1-1597,15-2-601,0-1-1,48-3 1,-20-1-366,1 3-316,91-3-7352,-79-4-1102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1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1 672,'0'0'7220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 2913,'0'0'11187,"-6"0"-10408,-59 0 1825,64 0-1921,9 0-355,305 0 2470,-316-1-2726,-31-2 0,-58 1 0,50 3-138,42-1 20,15 0-138,7 0 1043,-22 4-989,2 32 189,2 0 1,13 58 0,5 34 41,-18-72-308,-3-1-1,-7 74 1,5-89-5966,1-29-865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3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1585,'0'0'14745,"-18"0"-13891,12 0-793,-3 0 20,1 0 0,-1 1 0,1 0 0,0 0 0,-12 4 0,16-3-32,-1 0 0,1 0 0,0 0 0,-1 1 0,1-1 0,1 1 1,-1 0-1,0 0 0,1 0 0,-1 1 0,1-1 0,0 1 0,0 0 0,-4 7 0,-8 17 129,1 1 0,2 0 1,1 1-1,1 0 0,2 1 0,1 0 0,1 0 0,2 0 0,1 1 0,1 0 1,2-1-1,6 52 0,-4-65-174,1 0 0,1 0 0,1 0 0,0-1 0,2 0 1,0 0-1,0 0 0,2-1 0,0 0 0,1-1 0,0 0 0,2 0 0,-1-1 1,17 14-1,-14-15-455,0-2 0,0 0 0,1-1 0,0 0 0,1-1 0,0-1 0,1 0 0,32 9 0,-28-12-1572,1 0-1,-1-2 1,42 1-1,-8-4-5483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4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 7732,'0'0'9305,"0"-3"-8737,-1-3-379,0 7-49,0 15 58,3 32 295,7 27-4,2 57 121,-11-95-223,0-36 210,0-19 716,1 4-1261,1-1 0,0 1 0,1 0 0,0 0-1,1 0 1,1 0 0,1 0 0,-1 1 0,2 0 0,0 1 0,1-1 0,0 1 0,0 1 0,1-1 0,1 1 0,19-16 0,-26 24-59,1 0-1,0 0 1,0 1 0,0-1 0,0 1 0,1 0 0,-1 0-1,0 1 1,5-2 0,-7 3-2,0-1-1,0 1 1,0 0-1,0 0 1,0 0 0,0 0-1,0 0 1,-1 0-1,1 0 1,0 1 0,0-1-1,0 0 1,0 1-1,-1 0 1,1 0 0,0-1-1,0 1 1,-1 0-1,1 0 1,-1 0 0,1 1-1,-1-1 1,1 0-1,1 3 1,2 3 7,1 1 0,-2 0 0,1 0 0,-1 0 0,-1 0 0,1 1 0,-1 0 0,2 9 0,1 13-151,2 33 1,-5-36-1844,10 46 1,2-39-1793,6-4-1743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2561,'0'0'16408,"-8"-7"-13751,43 7-2545,10 0 48,11 0-160,3 0-1040,-5 0-1410,-6 0-2336,-11-3-3762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10805,'0'0'7630,"29"-16"-6747,95-48-301,-120 61-553,1 1 1,0 0 0,-1 1-1,1-1 1,0 1 0,0 0-1,1 0 1,-1 0 0,0 1-1,0 0 1,6 0 0,-8 1-18,1 0 0,-1 0 0,1 0 0,-1 1 0,0-1 0,1 1 1,-1 0-1,0 0 0,4 4 0,-1-2-6,2 2 6,0 1 1,0-1-1,-1 1 1,0 1 0,0-1-1,0 1 1,-1 0-1,-1 1 1,1-1-1,-2 1 1,1 0 0,-1 1-1,0-1 1,-1 1-1,0-1 1,-1 1-1,0 0 1,0 0 0,-1 0-1,0 15 1,-1-22-12,0 0-1,0 0 1,-1 0 0,1 0-1,-1 0 1,1 0 0,-1 0 0,0 0-1,0 0 1,-1 0 0,1-1 0,-1 1-1,1 0 1,-1-1 0,0 1 0,0-1-1,0 1 1,0-1 0,0 0 0,0 0-1,-1 0 1,1 0 0,-1-1 0,0 1-1,1-1 1,-1 1 0,0-1 0,0 0-1,0 0 1,-4 1 0,-9 1 26,1 0 0,-1-1 1,0-1-1,-27-1 1,24-1 47,16 1-43,0 0 1,0 0-1,0 0 1,0-1-1,0 1 1,0-1-1,0 0 1,-4-1-1,6 1-14,1 1 0,-1 0-1,0-1 1,1 1 0,-1-1-1,1 1 1,-1-1 0,1 1-1,0-1 1,-1 1 0,1-1-1,-1 0 1,1 1 0,0-1-1,-1 1 1,1-1 0,0 0 0,0 0-1,0 1 1,0-1 0,-1 0-1,1 1 1,0-1 0,0 0-1,0 1 1,0-1 0,1 0-1,-1 0 1,0 1 0,0-1-1,0 0 1,0 1 0,1-1-1,-1 0 1,0 1 0,1-1-1,-1 1 1,0-1 0,1 0-1,-1 1 1,2-1 0,-1-1-10,1-1 0,0 1 1,0 1-1,0-1 1,0 0-1,1 0 0,-1 1 1,0-1-1,1 1 0,-1 0 1,1 0-1,0 0 0,-1 0 1,1 0-1,5 0 1,45-5-35,-50 6 30,21-2 9,-1 2 0,0 1 0,23 3 0,-35-2-17,-1 1 1,1 0 0,-1 0-1,0 1 1,-1 0-1,1 0 1,-1 1 0,16 11-1,-16-9 4,-1-1-1,1 2 1,-2-1-1,1 1 1,7 11-1,-12-15-8,0 1 0,0-1 0,0 1 0,-1 0 0,0 0 0,0 0 0,0 0 0,0 0 0,-1 1 0,0-1 0,0 0 0,0 8 0,-1-9 6,0 0 0,0 0 1,0 1-1,-1-1 0,1 0 1,-3 8-1,3-11 8,-1 1 0,0-1 0,1 0 0,-1 1 0,0-1 0,0 0 0,0 0 0,0 0 0,0 0 0,0 0 0,0 0 0,0 0 0,-1 0 0,1-1 0,0 1 0,0 0 0,-1-1 0,1 1-1,0 0 1,-3-1 0,-8 4-6,-1-1 0,-1-1 0,1 0 0,-26 0 0,1-5-3040,24-2-822,5-6-2247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5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9092,'0'0'9914,"17"16"-9148,-6-5-623,1 0-15,0 0-1,-1 0 1,-1 2-1,0-1 1,0 1-1,-2 0 1,1 1-1,7 18 1,-4-2 109,-1 0 1,-1 1-1,-1 0 1,-2 0-1,-1 1 1,2 53-1,-7-77-220,-1 18 30,-3 42 1,2-59-47,-1 1-1,-1-1 0,1 0 1,-1 0-1,-1 0 0,0 0 0,-8 14 1,-3 0-423,-1 0-1,-1-2 1,-20 21 0,-31 20-5386,14-22-4301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5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12 1313,'0'0'9604,"-13"0"-7819,-64-2 3852,100 2-4690,127 0 82,11 0-1048,-53 0-4254,-156-5-3525,4 0 245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4674,'0'-50'4879,"0"16"4259,0 36-8626,3 64 186,18 101 0,-10-101-619,2 104-1,-14-136-621,1 23-2354,6-22-2464,5-11-3088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6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39 237 5651,'0'0'8889,"-8"-25"-7859,-20-78-243,27 101-765,0 0 1,1-1-1,0 1 1,-1-1-1,1 1 1,0-1-1,0 1 0,1-1 1,-1 1-1,0-1 1,1 1-1,0-1 1,-1 1-1,1-1 1,0 1-1,0 0 0,0 0 1,1-1-1,-1 1 1,0 0-1,1 0 1,0 0-1,-1 0 1,1 1-1,0-1 0,0 0 1,0 1-1,0-1 1,0 1-1,0 0 1,0 0-1,3-2 1,2 0 23,3-3-29,1 1 0,0 0 1,0 1-1,0 0 0,0 1 0,0 0 1,1 1-1,0 0 0,-1 1 0,1 1 0,0-1 1,19 3-1,-26 0-17,0-1 1,0 1-1,0-1 0,0 1 1,0 1-1,0-1 0,-1 1 1,1 0-1,-1 0 1,0 0-1,0 0 0,0 1 1,0 0-1,0 0 0,-1 0 1,0 0-1,1 0 0,-2 1 1,1 0-1,0-1 1,1 7-1,4 6 2,-2 0-1,0 1 1,-1 0-1,5 33 1,-6-15 213,-1 59-1,-3-72 1579,2-27-1006,30-63 247,-13 25-940,2 1 0,32-48 0,-49 85-95,0-1 0,0 1 1,0-1-1,0 1 1,1 0-1,-1 1 1,1-1-1,0 1 1,9-4-1,-12 6-3,0 0 0,0 0 0,0 0 0,0 1 1,0-1-1,0 1 0,0-1 0,0 1 0,0 0 0,0 0 0,0 0 0,0 0 0,1 0 0,-1 1 0,0-1 1,0 1-1,0-1 0,0 1 0,0 0 0,0 0 0,0 0 0,-1 0 0,1 0 0,0 0 0,0 0 1,-1 0-1,1 1 0,0-1 0,2 4 0,3 5-1,-1 0-1,1 0 1,-2 1-1,1 0 1,-2 0 0,1 1-1,-2-1 1,3 13 0,16 103 10,-17-91-63,-1-8-37,-1-6-922,7 31 0,-8-46-297,0 0-1,1 0 1,0 0 0,6 10 0,9 6-7213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6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82 8564,'0'0'8372,"-8"-2"-6131,8 0-1809,5-6-288,19 1-48,11-2-32,5 1-64,3-1-1136,-1-1-1586,1-2-2960,-3-2-4691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7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13 9604,'0'0'9373,"20"-3"-8978,-3 0-256,0 0 1,31 0-1,-44 3-131,0 1-1,0 0 1,0 0-1,0 1 0,-1-1 1,1 1-1,0 0 1,-1 0-1,0 0 0,1 0 1,-1 1-1,0-1 0,0 1 1,0 0-1,0 0 1,-1 0-1,1 0 0,-1 0 1,0 1-1,0-1 1,0 1-1,2 4 0,-1-2 5,4 6 9,-2 1 1,0 0-1,0 0 1,-1 0 0,0 0-1,-2 1 1,1-1-1,-2 1 1,0 0-1,0 0 1,-1-1-1,-3 16 1,3-24-22,0 0 1,-1 0-1,0-1 0,0 1 0,0 0 1,-1-1-1,0 1 0,1-1 1,-2 1-1,1-1 0,0 0 1,-1 0-1,0 0 0,0 0 1,0 0-1,0-1 0,-1 1 0,1-1 1,-1 0-1,0 0 0,0 0 1,0-1-1,0 0 0,-1 1 1,1-1-1,-1-1 0,1 1 1,-8 1-1,-10 2 421,-1-1 0,0-1 0,0-1 1,-38-2-1,41 0 452,19 0-497,8 0-64,264 21 638,-171-10-2744,-26-7-5619,-106-4-2719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15 64,'0'0'11090,"-8"-2"-9652,4 0-1831,-19-4 3283,22 6-2865,1 0 0,0 0 0,0 0 0,0 0-1,0 0 1,0 0 0,0 0 0,0 0 0,0 0-1,0 0 1,0 0 0,0 0 0,-1 0 0,1 0 0,0 0-1,0 0 1,0 0 0,0 0 0,0 0 0,0 0-1,0 0 1,0 0 0,0 0 0,0 0 0,0 0 0,0 0-1,0 0 1,-1 0 0,1-1 0,0 1 0,0 0 0,0 0-1,0 0 1,0 0 0,0 0 0,0 0 0,0 0-1,0 0 1,0 0 0,0 0 0,0 0 0,0 0 0,0 0-1,0-1 1,0 1 0,0 0 0,0 0 0,0 0-1,0 0 1,0 0 0,0 0 0,0 0 0,0 0 0,0 0-1,0 0 1,0 0 0,0 0 0,0-1 0,0 1 0,0 0-1,0 0 1,0 0 0,0 0 0,0 0 0,1 0-1,-1 0 1,0 0 0,0 0 0,16-1 477,221 1 1968,-232 0-1744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13 720,'0'0'3869,"-15"5"-2930,-45 17-96,19-2 1530,37-18-1622,-1 1-1,0-1 0,0 0 0,0-1 1,-5 2-1,-35 2 4482,57-5-4349,114 0-313,156-1 180,-264 1-599,0-2-1,0 0 0,23-6 0,-40 8-117,0-1 1,0 1-1,0-1 1,0 0-1,0 1 0,0-1 1,-1 0-1,1 0 1,0 0-1,0 0 1,0 1-1,-1-1 0,1 0 1,-1 0-1,1-1 1,0 1-1,-1 0 1,0 0-1,1 0 1,0-2-1,-1 2-98,0 0 0,0 0 1,1 0-1,-1 0 0,0 0 0,0 0 0,0 1 1,0-1-1,0 0 0,0 0 0,0 0 0,0 0 0,-1 0 1,1 0-1,0 0 0,0 0 0,-1 1 0,1-1 1,-1 0-1,1 0 0,-1 0 0,1 1 0,-1-1 0,1 0 1,-1 0-1,1 1 0,-2-2 0,-31-8-5473,22 8 3099,-20-5-6135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09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9620,'0'0'10941,"0"-13"-10001,0-32-574,0 40-256,0 8-5,0 32 63,0 298 2162,0-108-3934,0-223 1136,-1 6-2488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1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6771,'0'0'8604,"-1"2"-8383,-2 24 4,1 0-1,4 47 1,-1-20 38,-1 144 1861,0-196-1812,0-4 397,0-24-186,6-48-1,-4 65-513,0-1-1,1 1 1,0 0 0,1 0 0,0 0 0,0 0 0,10-14 0,-6 12 9,0 0 1,1 0 0,1 1 0,0 0-1,0 1 1,1 0 0,0 1 0,21-14 0,-21 17-13,0 1 1,1-1-1,-1 2 0,1 0 1,0 0-1,0 1 1,0 0-1,1 1 1,-1 1-1,20 0 1,-28 1-7,0 1 0,0-1 1,0 1-1,0 0 1,0 1-1,0-1 0,-1 1 1,1 0-1,0 0 0,-1 0 1,1 0-1,-1 0 1,0 1-1,0 0 0,0-1 1,0 1-1,0 0 0,0 1 1,-1-1-1,0 0 1,0 1-1,0-1 0,2 5 1,4 7-6,-1 2 0,-1-1 0,0 1 0,3 17 0,-5-9 49,0 1 1,-1 1 0,-2 39-1,2 27-4414,3-72-330,9-9-2256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12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10037,'0'0'10452,"129"-36"-10035,-79 34-193,6 0-32,1 2-160,-7 0-32,-7 0-721,-11 0-1904,-16 0-1537,-8 0-1792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1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4722,'0'0'14489,"2"-16"-13179,0-2-1054,3-21 512,-4 38-605,0 7-37,-1 31-27,-1 111 782,-1 42-450,6-65-7301,-2-104 1332</inkml:trace>
  <inkml:trace contextRef="#ctx0" brushRef="#br0" timeOffset="1">613 264 10725,'0'0'10261,"10"-2"-9829,39 2 48,9 0-208,1 0-176,-8 0-96,-6 0 0,-10 0-400,-11 0-1681,-13 0-1168,-11-10-1746,0-9-4193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1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10661,'0'0'9476,"-16"8"-9316,16 40 112,0 12-31,0 5-193,3 0 224,2 2-240,-2-7 32,0-4-64,-1-6-1185,1-9-2352,0-10-2594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3:1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12294,'0'0'6661,"18"28"-5986,57 95-197,-70-115-421,-1 0 1,0 0-1,-1 0 1,1 1-1,-2-1 1,1 1-1,-1 0 1,0 0-1,-1 0 1,0 0-1,-1 0 1,1 0-1,-2 10 1,0 7 63,2-9-51,-1-13-45,1 0-1,-1 1 0,0-1 0,0 0 0,-1 0 1,-1 8-1,1-12 2,0 0 0,0 1 0,-1-1 0,1 0 0,0 0 1,0 1-1,-1-1 0,1 0 0,0-1 0,-1 1 0,1 0 0,0 0 1,0 0-1,-1-1 0,1 1 0,0-1 0,0 1 0,0-1 1,-2 0-1,1-2 26,1 0 0,-1 0 1,1 0-1,-1 0 1,1 0-1,0 0 0,0-1 1,1 1-1,-1 0 1,1-1-1,-1 1 0,1-7 1,5-46 237,-3 46-273,1 0 0,1 0 0,0 0 0,0 0 0,1 1 0,0-1 0,0 1 1,1 0-1,0 1 0,1 0 0,0 0 0,0 0 0,11-8 0,-7 6-13,0 1 0,1 1 0,0 0-1,0 0 1,1 1 0,-1 1 0,2 0 0,-1 1-1,20-5 1,-20 7-6,0 1-1,0 0 1,23 1 0,-31 1 2,0 0 0,0 1 0,0 0 0,0 0 0,0 0 0,-1 0 0,1 1 1,0 0-1,-1 0 0,1 0 0,-1 0 0,0 1 0,5 3 0,-2 1 9,0 1 1,0-1-1,-1 2 0,0-1 0,-1 0 1,0 1-1,0 0 0,0 1 0,-1-1 0,-1 1 1,0-1-1,3 16 0,0 7 1,-1-1 0,1 57 0,-5-60-263,-2 1 1,-5 36-1,4-53-599,-1 0 0,-7 19 1,6-20-628,-1-1 0,0 1 0,-9 11 0,-28 34-10782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0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 1313,'0'0'10468,"-11"-2"-6132,9 2-4312,1 0 328,-12 0-5613,5 0-1649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08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68 162 3169,'0'0'5427,"-5"-2"-4787,4 1-1233,-10-5 2418,9 5-1277,1 0 0,0 1 0,-1-1-1,1 1 1,0 0 0,-1-1-1,1 1 1,-1 0 0,1 0 0,-1 0-1,1 0 1,-1 0 0,1 0 0,0 0-1,-1 0 1,-1 1 0,2 0-554,1 0 1,-1-1 0,1 1-1,-1 0 1,1 0-1,-1 0 1,1 0 0,0-1-1,-1 1 1,1 0 0,0 0-1,0 0 1,0 0-1,-1 0 1,1 0 0,0 0-1,1 1 1,-2 3-2,-3 23 33,0 32 0,-1 12 15,4-69-15,0-5 43,-1-12 142,1-23 131,1-75 435,0 111-185,0 8-760,0 286 512,0-638 1654,0 344-1894,1 6-176,9 40 45,-2 1-1,3 76 1,-11 100 94,-1-109-54,1-112 277,2-210 229,-4 108-531,0-264 311,2 363-323,0 23-243,0 202 116,0 93 298,0-106-3488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08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68 4338,'0'0'10896,"-4"-11"-9413,1-2-1018,2 7 8,0 0 0,-1-1 0,0 1 0,0 1 0,-4-8 0,16 19-110,7 9-239,0 1 1,-2 1-1,0 0 1,15 22-1,47 85 357,-21-32-360,-34-56-31,-11-17-86,0-2 1,2 1-1,21 23 0,-25-30 77,5 2-2295,-13-12 1752,1-1-1,-1 1 0,1 0 0,0-1 0,-1 1 1,1-1-1,0 0 0,-1 1 0,1-1 0,0 0 1,2 0-1,13 0-3769,2 0-1002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09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63 3410,'0'0'12064,"9"-10"-10504,26-32-367,-26 32-499,-12 16 61,-23 21-313,0-1 0,-2-1 1,-47 34-1,-47 41-459,121-100-25,-17 18-2215,6-9-2484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0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65 103 4482,'0'0'9412,"-5"-16"-7859,-12-52-67,9 49 556,6 26-1941,2-6 37,-9 74 540,2 108-1,4-74-87,1 38 203,-4 78 162,3-209-1103,2-19-1791,0-26-2807,1 2-939,0-1-1839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5410,'0'0'9503,"0"0"-9467,0-1-1,0 1 0,-1 0 0,1 0 0,0 0 0,0 0 0,-1 0 0,1 0 0,0 0 0,0 0 0,-1 0 0,1 0 0,0 1 0,0-1 0,0 0 0,-1 0 0,1 0 1,0 0-1,0 0 0,-1 0 0,1 0 0,0 0 0,0 1 0,0-1 0,0 0 0,-1 0 0,1 0 0,0 1 0,0-1 0,0 0 0,0 0 0,0 0 0,-1 1 0,1-1 1,0 0-1,0 0 0,0 0 0,0 1 0,0-1 0,0 0 0,0 0 0,0 1 0,0-1 0,0 0 0,0 0 0,0 1 0,0-1 0,0 0 0,0 0 0,0 0 0,0 1 0,0-1 1,1 0-1,-1 0 0,0 1 0,0-1 0,0 0 0,0 0 0,0 0 0,0 1 0,1-1 0,-1 0 0,0 0 0,77 113 2306,-33-53-1955,-21-24-382,2-1-1,2-1 1,1-1 0,42 38-1,-69-70-56,22 16-3163,-6-11-3103,-7-5 1944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12 7091,'0'0'10917,"-46"-12"-10629,4 41 241,-4 3 95,3-4-144,6-1-304,8-5 0,4-6-128,12-4-96,5 3-112,3-6-3121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4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41 960,'0'0'10499,"1"-9"-8680,0-2-1625,2-10 1773,-2 52-961,-1 11-876,0 64 513,-14 108 1,10-177-878,0 38 1,4-75 100,1 1 0,-1-1 0,0 0 1,0 1-1,0-1 0,0 0 1,0 1-1,0-1 0,0 0 0,1 1 1,-1-1-1,0 0 0,0 1 1,1-1-1,-1 0 0,0 0 0,0 1 1,1-1-1,-1 0 0,0 0 1,1 0-1,-1 1 0,0-1 0,1 0 1,-1 0-1,0 0 0,1 0 1,-1 0-1,0 1 0,1-1 0,-1 0 1,1 0-1,13 0-3404,-10 0 2249,12 0-6550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0 8628,'0'0'6432,"-16"3"-6165,-52 9 34,65-12-293,-1 1-1,1 1 0,0-1 0,0 0 0,0 1 1,0 0-1,0 0 0,1 0 0,-1 0 0,0 0 1,1 0-1,-1 1 0,1-1 0,0 1 1,0 0-1,0-1 0,0 1 0,0 0 0,1 0 1,-1 0-1,0 4 0,0 2 0,0 0 1,0 1-1,1-1 0,0 0 1,1 15-1,0-20-7,1 0 15,-1 1-1,1-1 1,0 0-1,1 0 1,-1 0 0,1 0-1,-1 0 1,1 0-1,1 0 1,-1-1-1,0 1 1,1-1 0,0 1-1,-1-1 1,7 5-1,8 7 146,32 22-1,-42-33-142,84 59 732,-90-63-723,-1 0 1,1 0-1,-1 1 0,1-1 0,-1 0 1,0 1-1,1-1 0,-1 1 1,1-1-1,-1 0 0,0 1 0,1-1 1,-1 1-1,0-1 0,0 1 0,0-1 1,1 1-1,-1-1 0,0 1 0,0-1 1,0 1-1,0 0 0,0-1 0,0 1 1,0-1-1,0 1 0,0 0 1,0 0-1,-1-1 0,1 1 1,-1-1-1,1 1 0,-1 0 1,1-1-1,-1 1 0,0-1 1,1 1-1,-1-1 0,1 1 1,-1-1-1,0 0 0,0 1 1,1-1-1,-1 0 0,0 0 1,0 1-1,1-1 0,-2 0 1,-44 7 35,-1-2-1,1-2 1,-54-3 0,47-1-3668,45 1-1631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5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8180,'0'0'7894,"1"1"-7705,3 8-26,-1 31 513,-4 64-1,-1-72-433,1 0 0,2 0 0,1 0 0,10 51 0,-11-80-244,-1-1-1,1 1 0,0-1 0,0 0 1,0 1-1,0-1 0,0 0 0,1 0 0,-1 0 1,1 1-1,-1-1 0,1-1 0,0 1 1,0 0-1,0 0 0,0-1 0,0 1 0,0-1 1,0 0-1,1 1 0,-1-1 0,4 1 1,25 3-2773,2-7-5085,-22 0-429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9925,'0'0'3825,"190"-10"-3825,-100 10-736,-1 0-3490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6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37 7700,'0'0'1808,"-32"-7"-999,-103-19-65,126 25-658,-1 0 0,0 0 0,1 1 0,-1 0 0,-13 2 0,19-2-62,1 1 1,-1 0 0,0 0 0,1 0-1,-1 1 1,1-1 0,0 1 0,-1 0-1,1 0 1,0 0 0,-4 3-1,5-2-16,-1 1 0,1-1 0,-1 0 0,1 1 0,0 0 0,1 0 0,-1-1 0,0 1 0,1 0 0,0 0 0,0 0 0,0 1 0,1-1 0,-1 0 0,1 0 0,0 0-1,0 0 1,1 0 0,-1 1 0,1-1 0,1 5 0,-1-4 6,1 0-1,0 0 0,0 0 1,0-1-1,0 1 0,1 0 0,0-1 1,0 1-1,0-1 0,0 0 1,1 0-1,0 0 0,-1-1 1,8 6-1,7 4 137,1-1 0,23 12 0,-25-15-10,29 15 88,-21-12 342,34 24 1,-58-36-556,0 1 0,0-1 0,0 1 0,-1-1 0,1 1 0,0-1 0,0 1 0,-1 0 1,1-1-1,0 1 0,-1 0 0,1 0 0,-1-1 0,1 1 0,-1 0 0,1 0 1,-1 0-1,1 0 0,-1 0 0,0 0 0,0-1 0,1 1 0,-1 0 0,0 0 0,0 0 1,0 1-1,-1-1 28,1 0 1,-1 0-1,0 0 1,1 0 0,-1 0-1,0 0 1,0 0 0,0-1-1,0 1 1,0 0-1,0 0 1,0-1 0,0 1-1,0-1 1,0 1-1,0-1 1,-2 1 0,-7 2 215,0 0 0,0-1 0,-13 1 1,23-3-263,-116 3 534,79-3-1683,23-1-2234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10085,'0'0'5861,"0"8"-5149,0 43-64,-7 59 0,-2 30 303,9-36-674,1-102-303,-1 0-1,1 0 1,-1 1-1,1-1 1,0 0-1,0 0 1,0 0-1,0 0 1,0 0-1,0 0 1,0 0-1,1-1 1,-1 1 0,1 0-1,-1-1 1,1 1-1,0-1 1,-1 0-1,1 1 1,0-1-1,0 0 1,0 0-1,0 0 1,0 0-1,0 0 1,0-1-1,1 1 1,-1-1 0,4 1-1,8 1-822,1 0 0,-1-1-1,23-2 1,-21 1-618,23-1-3365,-5-3-3236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6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9076,'0'0'8068,"139"-12"-8068,-67 12-849,0 0-2848,-5 0-1217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312 140 7732,'0'0'3545,"-27"-6"-1656,-85-18-307,102 22-1331,0 1 0,1 0 0,-1 0 0,0 1 1,-20 3-1,25-2-156,0 0 0,0 0 0,0 1 0,0 0 1,0 0-1,0 0 0,0 0 0,0 1 0,-6 5 1,7-5-63,1 1 1,0-1 0,0 1 0,0 0 0,0 0 0,0 0 0,1 0 0,0 0 0,0 0 0,0 1 0,0-1 0,1 1 0,-1-1 0,1 1 0,0 0 0,1 0 0,-1-1 0,1 1 0,0 0 0,0 0 0,1 0 0,-1-1 0,2 6 0,0-5-32,-1-1 0,1 0 1,0 1-1,0-1 1,0 0-1,1 0 1,-1-1-1,1 1 1,0 0-1,0-1 1,0 1-1,1-1 0,-1 0 1,1 0-1,-1-1 1,1 1-1,0-1 1,0 0-1,0 1 1,1-2-1,5 3 0,4 1 14,1 0 0,0-1 0,0-1 0,0 0 0,19 1 0,-26-4 5,0 1 0,0-1 0,0 0 0,0-1 0,10-2-1,-15 3-7,-1-1 0,1 0 0,-1 0 0,0 0-1,1-1 1,-1 1 0,0-1 0,0 1 0,0-1-1,0 0 1,0 1 0,0-1 0,-1 0 0,1 0-1,-1 0 1,1-1 0,-1 1 0,0 0 0,2-4 0,2-7 100,0 0 1,-1 0-1,0 0 1,2-23 0,-6 50-159,0-9 49,-1 1 0,1 0 0,0 0 0,1 0 0,-1-1 1,1 1-1,0 0 0,1-1 0,-1 1 0,1-1 1,1 1-1,-1-1 0,4 6 0,-2-5-31,1 0 0,0 0 0,0-1 0,0 0 0,1 0 0,0 0 0,0-1-1,0 0 1,1 0 0,-1 0 0,1-1 0,0 0 0,8 2 0,-6-2-413,-1-2 0,0 1-1,1-1 1,0 0 0,-1-1 0,18-1 0,-24 0 389,1 1-1,0-1 1,-1 0 0,1-1-1,-1 1 1,1 0 0,-1 0 0,0-1-1,1 0 1,-1 1 0,0-1-1,0 0 1,0 0 0,-1 0 0,1 0-1,0-1 1,-1 1 0,1 0-1,-1-1 1,0 1 0,0-1 0,0 1-1,2-5 1,1-9-196,1 1 0,3-29 0,-7 39 242,4-47 2255,-1-99 0,-4 99-715,0 61-1455,-10 249-170,1-146-7112,9-99 1837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8788,'0'0'3799,"30"0"-3722,98-2-13,-45 1-47,-82 1-18,0 0 0,-1 0 1,1-1-1,0 1 0,0 0 1,-1-1-1,1 1 0,0 0 1,-1-1-1,1 1 1,0-1-1,-1 1 0,1-1 1,-1 1-1,1-1 0,-1 0 1,1 1-1,-1-1 1,1 0-1,-1 1 0,0-1 1,1 0-1,-1 1 0,0-1 1,0 0-1,1 0 1,-1 1-1,0-1 0,0 0 1,0 0-1,0 1 0,0-1 1,0 0-1,0 0 1,-1-1-1,1 1 33,0 0 0,0-1-1,0 1 1,-1-1 0,1 1 0,0 0 0,-1-1-1,1 1 1,-1 0 0,0 0 0,1-1 0,-1 1-1,0 0 1,0 0 0,0 0 0,0 0-1,0 0 1,-1-1 0,-3 0 315,1 0 1,0 1-1,0-1 1,-1 1-1,-8-1 0,12 2-309,-1 0 1,0 0-1,1-1 0,-1 1 0,0 0 0,0 1 0,1-1 0,-1 0 0,0 0 1,1 1-1,-1-1 0,0 1 0,1-1 0,-1 1 0,1 0 0,-1 0 0,1 0 0,-1 0 1,-1 1-1,0 3-12,0-1 1,0 1 0,1 0-1,-1 0 1,1 0-1,0 1 1,1-1 0,-1 0-1,1 1 1,-1 6 0,-1 59-151,3-59 43,0-10-70,0 0-1,0 0 1,0 0 0,0 0 0,0 0-1,0 0 1,1 0 0,-1 0 0,1 0-1,-1 0 1,1 0 0,0-1 0,0 1-1,0 0 1,0 0 0,0-1 0,0 1-1,0 0 1,1-1 0,-1 1 0,0-1-1,1 0 1,-1 1 0,1-1 0,2 2-1,27 8-4380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1 544,'0'0'17531,"-2"1"-17419,0 2-55,1 0 0,-1 0 0,1 0 0,0 1 0,0-1-1,0 0 1,0 0 0,0 1 0,1-1 0,-1 8 0,1 42 864,0-33-598,0-19-279,0 0 0,0 1 0,-1-1 1,1 0-1,1 1 0,-1-1 0,0 0 0,0 1 0,0-1 0,1 0 0,-1 1 0,0-1 0,1 0 1,-1 1-1,1-1 0,0 0 0,-1 0 0,1 0 0,0 0 0,1 1 0,-1-1 7,1-1 0,0 0 1,-1 0-1,1 1 0,0-1 0,-1 0 0,1-1 0,0 1 0,-1 0 1,1 0-1,0-1 0,-1 1 0,1-1 0,-1 0 0,1 1 1,2-2-1,4-1 10,-1 1 1,1 0 0,0 1-1,-1 0 1,16-1 0,-17 2-35,1 0 1,-1 0 0,1-1 0,-1 0 0,1-1 0,-1 1-1,0-1 1,0 0 0,10-5 0,-8 1-24,-4 3 16,-1 1 1,1 0-1,0-1 1,0 1-1,0 0 1,0 1-1,5-2 1,-8 3-2,0 2-433,8 24 244,12 25 151,-20-49 23,0 1 1,1-1-1,-1 0 0,1 1 0,0-1 0,-1 0 0,1 0 0,0 0 1,1 0-1,-1 0 0,0-1 0,0 1 0,1-1 0,-1 1 0,6 1 0,-3-2 30,0 0-1,0 0 0,1-1 1,-1 0-1,0 0 0,1 0 1,-1 0-1,0-1 0,1 0 1,-1 0-1,0-1 0,0 1 1,9-5-1,4-3 15,0 0 0,20-15 0,-32 20-37,23-14 16,-11 7-24,-1 0-1,18-16 1,-34 27-33,-1 7-674,-1 13 701,1 2-464,4 37-1,6-20-3020,-7-32 2011,-1-1-1,2 0 1,-1 0-1,5 6 1,12 11-6511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8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85 181 9861,'0'0'7582,"13"-2"-7516,24-4-31,53 0 0,-88 6-28,0 0 1,-1 0-1,1 0 0,0 0 1,-1 0-1,1 0 1,-1 0-1,1-1 1,0 1-1,-1-1 1,1 1-1,-1-1 0,1 1 1,-1-1-1,1 0 1,-1 0-1,2-1 1,-2 0 10,0 0 1,0 0-1,0 0 0,0-1 1,-1 1-1,1 0 1,-1 0-1,0-1 1,0 1-1,1 0 0,-1-1 1,-1-3-1,1 1-22,-1-1 0,1 1 0,-1-1-1,0 1 1,-1-1 0,1 1 0,-1 0-1,0 0 1,-1 0 0,1 0 0,-1 0-1,0 0 1,0 1 0,0-1 0,-1 1-1,0 0 1,0 0 0,0 0 0,0 0-1,0 1 1,-1 0 0,0 0 0,1 0 0,-1 0-1,0 1 1,0 0 0,-1 0 0,1 0-1,0 0 1,-1 1 0,1 0 0,-1 0-1,-10 0 1,7 1-28,2 0-3,-1 0-1,1 1 1,-15 2-1,19-2 32,0 0 0,1 0 0,-1 0 0,0 0 0,0 1 0,1-1 0,-1 1 0,1 0 0,-1 0 0,1 0-1,0 0 1,-4 4 0,1 1-11,0 1 0,0 0 0,1 0 0,0 0 0,1 0 0,-1 0 0,2 1 0,-1 0 0,1-1 0,0 1 0,1 0 0,0 0 0,1 0 0,0 0 0,1 14 0,-1-19-25,1 0 1,-1 1-1,1-1 0,0 0 0,0-1 0,1 1 0,-1 0 0,1 0 0,-1 0 1,1-1-1,1 1 0,-1-1 0,0 0 0,1 1 0,-1-1 0,1 0 1,5 3-1,-3-1-410,1-1 1,0 0-1,0-1 1,0 1-1,1-1 0,-1-1 1,1 1-1,0-1 1,9 2-1,26 0-4443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46 107 12118,'0'0'7787,"-6"11"-7704,1-3-51,0-1 37,1 0-1,0 0 0,0 1 0,1-1 1,0 1-1,0 0 0,1 0 0,0 0 1,-1 10-1,2 44 316,1-60-376,0 0 0,0-1 1,0 1-1,1-1 0,-1 1 0,0 0 0,1-1 0,-1 1 1,1-1-1,0 1 0,-1-1 0,1 0 0,0 1 0,0-1 1,0 0-1,0 1 0,0-1 0,0 0 0,0 0 0,2 1 1,0 0 16,0 0 1,0 0 0,0-1-1,1 1 1,-1-1-1,0 0 1,1 0 0,6 1-1,-1-1 29,0 0-1,0-1 1,0 0-1,0 0 0,0-1 1,17-4-1,-19 3-22,-1-1 0,1 1 0,-1-2 0,0 1-1,1-1 1,-1 0 0,-1 0 0,1 0 0,5-6-1,45-53 75,-25 27-16,-31 36-95,0 0 0,0 0 1,0-1-1,0 1 0,0 0 1,0 0-1,0 0 0,0 0 0,0-1 1,0 1-1,1 0 0,-1 0 1,0 0-1,0 0 0,0 0 0,0 0 1,0-1-1,1 1 0,-1 0 1,0 0-1,0 0 0,0 0 1,0 0-1,1 0 0,-1 0 0,0 0 1,0 0-1,0 0 0,1 0 1,-1 0-1,0 0 0,0 0 0,0 0 1,1 0-1,-1 0 0,0 0 1,0 0-1,0 0 0,1 0 0,-1 0 1,0 0-1,0 0 0,0 0 1,0 0-1,1 1 0,-1-1 0,0 0 1,0 0-1,0 0 0,0 0 1,0 0-1,0 0 0,1 1 0,-1-1 1,0 0-1,0 0 0,0 0 1,0 0-1,0 1 0,0-1 0,0 0 1,0 0-1,2 16-178,-2-10 109,3 10 75,0 0 1,1-1-1,0 0 0,1 0 1,1 0-1,8 15 0,-11-23 13,1-1 0,0 0 1,0-1-1,1 1 0,0-1 0,0 0 0,6 6 0,-8-9-24,0 0 0,1 1 1,-1-1-1,1-1 0,0 1 0,-1 0 0,1-1 0,0 0 0,0 0 0,0 0 0,0 0 0,0 0 1,6-1-1,-9 0 6,3 0-9,1 0 0,0 0 0,-1 0 0,1-1 0,-1 1 0,5-3-1,-6 2 14,-1 0 0,0 0 0,0 0 0,0-1-1,0 1 1,0-1 0,0 0 0,-1 0 0,1 1-1,0-1 1,-1 0 0,1 0 0,1-4 0,6-10-16,0-1 1,-1-1-1,-1 0 1,-1 0-1,0-1 1,-1 1 0,3-29-1,-2-7 186,-1-77-1,-5 130-112,0 1-54,0 0 1,0 0-1,0 0 1,0-1-1,0 1 0,0 0 1,0 0-1,0 0 1,0 0-1,0 0 0,0 0 1,0-1-1,0 1 1,0 0-1,0 0 0,-1 0 1,1 0-1,0 0 1,0 0-1,0 0 0,0 0 1,0 0-1,0-1 1,0 1-1,0 0 0,0 0 1,0 0-1,0 0 1,-1 0-1,1 0 0,0 0 1,0 0-1,0 0 1,0 0-1,0 0 0,0 0 1,0 0-1,-1 0 1,1 0-1,0 0 0,0 0 1,0 0-1,0 0 1,0 0-1,0 0 0,0 0 1,-1 0-1,1 0 1,0 0-1,0 0 1,0 0-1,0 0 0,0 0 1,0 0-1,0 0 1,0 0-1,-1 0 0,1 0 1,0 0-1,0 0 1,0 1-1,-1-1-7,-3 1-3,0 1-1,0-1 1,0 1-1,1 0 1,-1 0-1,1 1 1,-1-1 0,1 1-1,0 0 1,0-1-1,0 1 1,0 1-1,0-1 1,1 0 0,0 1-1,-4 6 1,-2 3-25,1 1 0,0-1 0,-7 24 0,8-16 46,2 0-1,1 1 0,0-1 1,1 0-1,2 1 0,0-1 1,4 30-1,-3-46-146,0 0 0,0-1-1,0 1 1,1-1 0,0 1 0,0-1-1,0 0 1,0 0 0,0 0 0,1 0 0,0 0-1,0 0 1,0-1 0,0 1 0,7 4 0,-7-5-489,0-1 1,1 0 0,-1 0 0,1 0 0,0 0 0,-1-1 0,1 0 0,0 1 0,0-1 0,0-1 0,8 2 0,11-2-4085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1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7940,'0'0'7187,"158"7"-7187,-105 1-3154,-2-8-4017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0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6371,'0'0'7958,"19"-12"-7288,-19 12-670,86-46 531,-82 44-519,1 0 0,0 0 0,0 1 0,0-1 0,0 1 0,0 0 0,0 1 0,0-1 0,1 1 0,-1 0 0,0 1 1,0-1-1,0 1 0,8 2 0,-6-1 2,1 1 1,-1 1-1,1 0 1,-1 0-1,0 0 1,8 7 0,-9-6-19,-1-1 1,0 1 0,0 1-1,0-1 1,0 1 0,-1-1 0,0 1-1,0 1 1,0-1 0,-1 0 0,0 1-1,-1 0 1,1 0 0,-1 0-1,0 0 1,-1 0 0,0 0 0,0 0-1,0 0 1,-1 1 0,-1 10 0,0-12 6,1-1 0,-1 1 0,-1-1 1,1 1-1,-1-1 0,0 0 1,0 0-1,0 1 0,-1-1 1,0-1-1,0 1 0,0 0 1,0-1-1,-1 0 0,0 1 1,-5 3-1,-9 7 120,0 0 0,-36 20 0,-2 2 415,53-35-459,0 0 0,0 1 0,0 0 0,0-1 0,0 1 0,1 0 0,-1 0 0,1 0 0,-4 7 1,5-7 437,0 0 0,0 0 1,1 1-1,-1-1 1,1 0-1,-1 1 0,1 4 1,1-8-509,-1 1 0,0-1 0,1 1 0,-1-1 0,1 0 0,-1 1 0,1-1 0,-1 0 1,1 1-1,-1-1 0,1 0 0,0 0 0,-1 0 0,1 1 0,-1-1 0,1 0 0,0 0 0,-1 0 0,1 0 0,-1 0 0,2 0 1,2 0 19,241 20 6,-140-19-4445,-60-1-624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0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38 8660,'0'0'8212,"0"-8"-7535,0 6-615,-2-20 172,1 17-127,-1 14 61,-9 216 2033,11-224-2186,1 0 0,-1-1 0,1 1-1,-1-1 1,1 1 0,-1 0 0,1-1-1,0 1 1,-1-1 0,1 1 0,0-1-1,-1 0 1,1 1 0,0-1 0,-1 0-1,1 1 1,0-1 0,0 0 0,-1 0-1,1 0 1,0 0 0,0 1 0,0-1-1,-1 0 1,1 0 0,0 0 0,0-1-1,-1 1 1,2 0 0,29-4 449,-23 1-408,0 0-1,0-1 1,-1 0-1,0 0 1,0-1-1,8-6 1,41-37 65,-35 28-60,-7 7-7,-3 4 60,0-1 0,-1 0 0,16-20 0,-25 27 155,1 31-327,1 1-1,1 0 0,1-1 1,11 31-1,-13-48-396,1 0-1,0 0 1,1-1 0,0 1 0,9 13-1,-9-17-644,1 0 1,0 0-1,0 0 0,0-1 0,0 0 0,1 0 0,13 8 0,16 4-4580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205 275 5491,'0'0'5880,"1"-21"-4016,1-4-1135,-3-38-1,1 62-699,0-1 0,0 1 1,-1 0-1,1 0 0,0-1 0,-1 1 0,1 0 1,-1 0-1,1 0 0,-1-1 0,1 1 1,-1 0-1,0 0 0,0 0 0,1 0 0,-1 0 1,0 0-1,0 0 0,0 0 0,0 1 0,0-1 1,0 0-1,0 1 0,-1-1 0,-1 0 0,0 0 6,0 0 0,0 1 0,0 0-1,-1 0 1,1 0 0,0 0-1,-5 1 1,-1-1 43,1 0-43,0 1-1,0-1 1,1 1 0,-1 1-1,0 0 1,1 0 0,0 0-1,-1 1 1,1 0 0,-13 7-1,16-8-27,1 1 0,-1 0 0,1 0-1,-1 0 1,1 0 0,0 1 0,0-1 0,0 1 0,0 0-1,1 0 1,0 0 0,0 0 0,0 0 0,0 0 0,0 1-1,1-1 1,0 1 0,0-1 0,-1 8 0,2-9-7,-1 0 0,1 1 0,0-1 0,0 0 0,0 0 0,0 0-1,1 0 1,-1 1 0,1-1 0,0 0 0,0 0 0,0 0 0,0 0 0,0 0 0,1-1 0,-1 1 0,3 3 0,-1-3 10,0-1 0,1 0-1,-1 1 1,0-1 0,1-1 0,-1 1-1,1 0 1,-1-1 0,1 0 0,0 0 0,0 0-1,0 0 1,6 0 0,5 2 25,-1-2-1,1 1 1,0-2 0,18-1-1,-29 0-17,0 1 0,0-1 0,-1 1 0,1-1 0,0-1 0,-1 1 0,1 0 0,0-1 0,-1 0 0,0 0 0,1 0 0,-1 0 0,0 0 0,0-1 0,0 1 0,-1-1 0,1 0 0,-1 0 0,1 0 0,-1 0 0,2-4 0,2-6 172,-1 0 1,0 0-1,-1 0 0,-1-1 1,0 1-1,1-22 0,0-86 1177,-4 97-904,0-2-29,-1 40 78,-1 24-182,0 193-238,4-214-696,-1-1 0,6 18 1,-6-28-370,1 0 0,-1 0-1,2-1 1,-1 1 0,0-1 0,1 0 0,0 1 0,1-1 0,4 6 0,17 9-7299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1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 11189,'0'0'7598,"-4"-1"-7251,4 1-344,-1 0-1,0 0 1,1-1 0,-1 1-1,0 0 1,1 0-1,-1 0 1,1 0 0,-1 0-1,0 0 1,1 1 0,-1-1-1,1 0 1,-1 0-1,0 0 1,1 1 0,-1-1-1,1 0 1,-1 0 0,1 1-1,-1-1 1,1 0 0,-1 1-1,1-1 1,-1 1-1,0 0 1,-10 20 132,-3 37 411,12-47-348,-4 26 132,3-1 0,1 1 0,5 59 0,-3-91-322,0 1-1,1 0 0,0-1 1,0 1-1,0-1 0,1 0 1,0 1-1,0-1 0,0 0 1,1 0-1,-1 0 0,1 0 1,0-1-1,1 1 0,-1-1 1,1 0-1,0 0 0,0 0 1,0 0-1,1-1 0,-1 1 1,10 4-1,-8-6-341,0 1 0,-1-1 0,1-1-1,0 1 1,0-1 0,0 0 0,0 0 0,8-1 0,-2 0-865,-8 1 441,0-1 1,1 0 0,-1 0 0,0 0 0,0-1 0,0 0-1,6-1 1,-8 1-65,0-1-1,0 1 0,0 0 1,0-1-1,0 0 1,-1 1-1,1-1 0,1-2 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1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8740,'0'0'5250,"31"-4"-4343,101-9-472,-100 10-304,130-6 493,-162 9-473,0 0 1,1 0-1,-1 0 0,0 0 0,1 0 0,-1 0 0,0 0 0,1 0 0,-1 0 0,0 1 1,1-1-1,-1 0 0,0 0 0,0 0 0,1 0 0,-1 1 0,0-1 0,0 0 0,1 0 1,-1 1-1,0-1 0,0 0 0,0 1 0,1-1 0,-1 0 0,0 0 0,0 1 0,0-1 1,0 0-1,0 1 0,0-1 0,0 0 0,0 1 0,0 15-929,0-7 1119,1 121 536,0-65-2480,0 0-7886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2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9700,'0'0'6996,"8"-33"-7989,-8 57-2144,0 7-1425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2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10965,'141'76'2070,"-113"-60"451,-28-7-215,0 162 1490,17-171-3201,-12-1-517,1 0 0,-1 0 0,0-1 0,0 1 0,0-1 0,0 0 0,0 0 0,0-1 0,5-4 0,44-33 210,-24 16-81,10-7 455,-38 30-582,-2 1-79,0 0 0,0 0 0,1 0 0,-1 0 0,0 0 0,0 0 1,0 0-1,0 0 0,1 0 0,-1 0 0,0 0 0,0 0 0,0 0 0,0 0 0,0 0 0,1 0 0,-1 0 0,0 0 0,0 0 0,0 0 1,0 0-1,0 1 0,1-1 0,-1 0 0,0 0 0,0 0 0,0 0 0,0 0 0,0 0 0,0 1 0,0-1 0,0 0 0,0 0 1,1 0-1,-1 0 0,0 0 0,0 1 0,0-1 0,0 0 0,0 0 0,0 0 0,1 5-21,4 12 13,0 0 0,1 0 0,10 18 0,-14-31 20,0 1 0,0-1 0,1-1-1,-1 1 1,1 0 0,0-1 0,0 1 0,1-1 0,-1 0 0,1 0 0,0 0 0,-1-1 0,1 1 0,0-1 0,1 0 0,-1 0 0,0 0 0,6 1 0,-3-1 9,0-1 0,-1 0 0,1 0 0,0-1 0,0 0 0,0 0 1,0 0-1,0-1 0,0 0 0,0-1 0,0 1 0,0-1 0,-1-1 1,1 1-1,-1-1 0,0 0 0,0-1 0,0 1 0,7-6 0,15-19 347,0-1-1,41-57 0,-68 84-339,-1 11-72,0 1-1,1-1 0,0 0 0,1 1 1,0-1-1,0 0 0,1 0 0,0-1 1,0 1-1,1 0 0,5 7 1,-5-10 49,0-1 0,0 1 1,1-1-1,0-1 0,-1 1 1,2-1-1,-1 1 1,0-1-1,1-1 0,0 1 1,0-1-1,0 0 1,0 0-1,0-1 0,1 0 1,7 2-1,-4-2-22,0 0-1,0 0 0,1-1 1,-1 0-1,1-1 1,-1 0-1,0-1 1,20-4-1,-24 4 7,-1-1-1,0 0 0,0 0 1,0 0-1,0-1 1,0 1-1,0-1 1,-1-1-1,1 1 1,-1-1-1,0 1 0,0-1 1,0 0-1,-1 0 1,1-1-1,-1 1 1,0-1-1,2-5 1,0-2-60,0-1 1,-1 0 0,-1 0-1,0 0 1,0-1-1,-2 1 1,1 0 0,-2-1-1,-1-19 1,-11 39-379,4 2 426,2 0 1,-1 1-1,1 0 1,0 1-1,1-1 0,-7 20 1,5-13-9,2 1 1,0 0-1,-5 30 0,8-32-239,1 1-1,1-1 0,1 18 1,-1-27 79,1-1 1,0 0 0,0 0 0,0 0 0,1 0 0,0 0 0,0 0-1,0 0 1,0 0 0,1-1 0,0 1 0,6 7 0,-1-5-330,0 0 1,0-1 0,0 0-1,1 0 1,0-1 0,0 0 0,1 0-1,-1-1 1,1-1 0,13 4-1,43 5-5494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76 111 2001,'0'0'13411,"3"-21"-11650,10-64-187,-13 81 849,-1 11-1766,-7 33-885,-22 116 767,7 1 0,7 1 0,4 159 0,11-316-600,1-1 1,0 1-1,0 0 0,0-1 1,0 1-1,0 0 0,0-1 1,0 1-1,0-1 1,0 1-1,0 0 0,0-1 1,1 1-1,-1-1 0,0 1 1,0 0-1,1-1 1,-1 1-1,0-1 0,1 1 1,-1-1-1,0 1 0,1-1 1,-1 1-1,1-1 1,-1 0-1,1 1 0,-1-1 1,1 1-1,-1-1 0,1 0 1,-1 0-1,1 1 1,0-1-1,-1 0 0,1 0 1,-1 0-1,1 1 0,0-1 1,0-1-73,-1 1 1,0 0 0,1 0 0,-1-1-1,0 1 1,0 0 0,1 0 0,-1-1-1,0 1 1,0 0 0,0-1-1,1 1 1,-1 0 0,0-1 0,0 1-1,0 0 1,0-1 0,0 1 0,0-1-1,0 1 1,0 0 0,0-1-1,0 1 1,0 0 0,0-1 0,0 1-1,0-1 1,0 1 0,0 0 0,0-1-1,0-3-873,-2-23-4468,-7-8-3386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7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7251,'0'0'11237,"38"24"-10340,-1 10-465,-5-3-272,-2 1-32,-1-1-80,-5-5-48,0-4 0,-2-5-1809,-1 0-992,3-10-2209,5-2-1153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7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20 2513,'0'0'15559,"-77"-19"-15111,23 55-287,-2 7 79,10 0-208,9 1 80,13-4-224,11-3-561,7-11-3713,6-14-4946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69 9044,'0'0'6054,"29"-13"-5342,94-35-98,-119 46-579,0 1 1,0 0 0,0 0-1,0 0 1,1 0 0,-1 1-1,0 0 1,1 0 0,-1 0-1,0 0 1,0 1 0,8 1 0,-10-1-24,1 0 0,-1 0 1,0 0-1,0 1 0,0-1 1,0 0-1,0 1 0,0 0 1,0-1-1,0 1 0,0 0 1,-1 0-1,1 0 1,-1 0-1,3 4 0,-1 2-7,0 0 0,-1 0-1,0 0 1,0 0 0,-1 0 0,0 0-1,0 0 1,-1 14 0,0-16-3,0 0 1,0-1-1,-1 1 1,0 0 0,0-1-1,0 1 1,-1 0-1,0-1 1,0 0-1,0 1 1,-1-1-1,1 0 1,-1 0-1,-1 0 1,1-1 0,-1 1-1,1-1 1,-1 0-1,0 0 1,-1 0-1,-7 6 1,4-4 40,-1 0 0,1-1 0,-1 0 0,0 0 1,0-1-1,0 0 0,-1-1 0,1 0 0,-1 0 0,0-1 0,-17 1 0,26-3 150,23 0 591,15-1-657,-13 0 5,44 4-1,-62-2-123,0 0 0,0 0 0,0 0 0,0 1 0,0 0 0,-1 0 0,1 0 0,-1 1 0,1 0 0,-1 0 0,0 1 0,7 4-1,-8-3-8,1 0-1,-1 0 0,1 0 1,-1 0-1,-1 0 1,1 1-1,-1 0 0,0 0 1,0 0-1,-1 0 0,1 0 1,-1 0-1,-1 1 0,1-1 1,-1 1-1,0-1 0,-1 1 1,0 0-1,0-1 0,-1 13 1,0-17-2,1 0 0,-1 0 0,1 0 0,-1 0 1,1 0-1,-1 0 0,0 0 0,0-1 0,0 1 0,0 0 1,0 0-1,-1-1 0,1 1 0,0-1 0,-1 1 0,1-1 1,-3 2-1,0-1 4,0 1 0,0-1 0,0 0 0,0 0 1,-1-1-1,1 1 0,-7 0 0,-7 1 52,0-1-1,-37 0 0,45-2-18,-25 0 63,-50-1 162,74 0-301,1 0 1,0-1-1,-1 0 1,1-1-1,-17-6 1,26 9-75,0-1 1,0 1-1,0 0 1,0-1-1,0 1 1,0 0-1,0-1 1,1 1-1,-1-1 1,0 1-1,0-1 1,0 1-1,1-1 1,-1 0-1,0 1 1,1-1-1,-1 0 1,1 0-1,-1 0 1,1 1-1,-1-1 1,1 0-1,0 0 1,-1 0-1,1 0 1,0 0-1,-1 0 1,1 0-1,0 0 1,0 1-1,0-1 1,0 0-1,0-2 1,2-11-4466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10597,'0'0'6582,"29"8"-5948,5 1-467,50 21 0,-78-27-149,0 0 0,-1 1 0,1 0 0,-1 0-1,0 0 1,0 0 0,0 1 0,0 0 0,-1 0 0,0 0 0,0 0 0,0 1 0,-1 0-1,0-1 1,0 1 0,3 9 0,0-2 54,-1-1-60,1 1-1,-2 0 1,0 0-1,-1 1 1,0-1 0,-1 1-1,0-1 1,-1 26-1,-1-38-10,0 0 0,0 1 0,0-1 1,-1 0-1,1 0 0,0 1 0,-1-1 0,1 0 0,-1 0 0,0 0 0,1 0 0,-1 0 0,0 0 0,0 0 0,0 0 0,0 0 1,0 0-1,0 0 0,0 0 0,0 0 0,0-1 0,0 1 0,0 0 0,0-1 0,0 1 0,-1-1 0,1 0 0,0 1 1,0-1-1,-1 0 0,-1 1 0,-7 0 33,1 0-1,-1-1 1,-13 0 0,11 0 50,7 0-40,1 0 0,0 0 0,0 0 0,-1-1 0,1 0 0,0 1 0,0-1 0,-1-1 0,1 1 0,0-1 0,-6-3 0,8 4 22,0-1-1,0 0 0,0 0 1,0 0-1,1-1 0,-1 1 1,1 0-1,-1 0 0,1-1 1,0 1-1,0-1 0,0 1 1,0-1-1,0 0 0,1 1 1,-1-1-1,1 0 0,0 0 1,0-2-1,-1-2 14,1 0-1,1 1 1,-1-1 0,1 1-1,0-1 1,1 1 0,0-1-1,0 1 1,0 0-1,0-1 1,1 1 0,0 1-1,1-1 1,-1 0-1,1 1 1,0 0 0,5-5-1,6-6 0,1 1 0,1 1 0,34-22-1,-40 28-183,1 1-1,1 0 1,-1 0-1,1 2 1,0-1-1,0 2 1,1 0-1,-1 0 0,1 1 1,0 1-1,0 0 1,0 1-1,0 0 1,14 2-1,-22 0-531,-1 0-1,1 0 1,0 1 0,-1-1-1,1 1 1,-1 1-1,0-1 1,0 1 0,0 0-1,0 0 1,0 0 0,-1 0-1,7 7 1,24 21-8676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338 321 3169,'0'0'9498,"-27"-17"-7115,-91-52-551,112 66-1711,0 0 0,0 0 0,0 1 0,-1 0 0,1 0 0,-1 0 0,0 1 0,1 0 0,-1 1 0,0-1 0,0 1 0,1 0 0,-1 1 0,-10 1 0,10 0-12,3-2-85,1 1 1,0 0-1,0 0 1,0 0-1,0 0 1,0 1-1,0-1 1,0 1-1,0-1 1,0 1-1,1 0 1,-1 0-1,1 1 1,-1-1-1,1 0 1,-2 4-1,0-1 1,1 0 0,0 0 0,1 0 0,-1 1-1,1-1 1,0 1 0,0 0 0,-1 10 0,1-9-13,1-1 1,1 1-1,-1 0 1,1-1-1,0 1 0,1 0 1,-1-1-1,2 1 1,-1 0-1,1-1 0,-1 1 1,2-1-1,-1 0 1,1 0-1,0 0 1,7 11-1,-5-12 6,0 0-1,1 0 1,-1-1 0,1 1-1,0-1 1,0-1 0,1 1-1,-1-1 1,1 0 0,-1-1-1,14 4 1,-3-3 17,0 0 0,0-1 0,31 1 0,-44-3-22,1 0 0,-1 0-1,1 0 1,-1-1 0,1 1-1,-1-1 1,1 0 0,-1 0-1,0-1 1,1 1 0,-1-1-1,0 0 1,0 0 0,0-1-1,0 1 1,-1-1 0,1 1-1,-1-1 1,1 0 0,-1-1-1,0 1 1,0-1 0,0 1-1,-1-1 1,1 0 0,-1 0-1,2-4 1,3-9 12,0 0 0,-1 0 0,-1 0 0,5-31 0,4-74 130,-11 83-131,3-111 2020,-7 162-2059,-1 1 1,0-1 0,-1 0 0,0 0-1,-6 14 1,-6 20 12,6 1-28,2 2 1,2-1 0,2 86-1,3-114-616,1 0 0,1-1 0,5 25 0,-5-34-540,2 1 0,-1-1 1,1 0-1,6 11 0,13 13-7076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12182,'0'0'5061,"-3"27"-4442,0-6-459,-14 167 1024,15-128-672,0-3 110,7 79 0,-5-131-608,1-1 0,0 1 1,0 0-1,0-1 1,0 1-1,1 0 1,0-1-1,0 0 0,0 1 1,1-1-1,-1 0 1,1 0-1,0-1 1,0 1-1,0 0 1,0-1-1,1 0 0,0 0 1,-1 0-1,1 0 1,0 0-1,1-1 1,6 3-1,1 0-335,1-2-1,0 1 1,0-2-1,0 0 1,0 0-1,0-1 1,16-1 0,-27 0-36,0 0 1,0 0 0,0 0 0,0 0-1,0 0 1,0 0 0,0 0 0,0-1 0,0 1-1,0-1 1,0 1 0,0-1 0,0 0-1,0 0 1,0 0 0,0 0 0,-1 0 0,1 0-1,0 0 1,-1-1 0,1 1 0,1-3-1,9-20-7881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9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8820,'0'0'6835,"31"-5"-5952,-3 0-739,173-17 510,-183 21-565,4 1 188,0-1 1,0-2-1,-1 0 0,1-1 0,24-8 1,-45 12-163,0-1 0,0 1 0,-1 0 0,1 0 0,0-1 0,-1 1 0,1-1 0,0 1 0,-1 0 0,1-1 0,-1 1 0,1-1 0,-1 0 0,1 1 0,-1-1 0,1 1 0,-1-1 0,0 0 0,1 1 0,-1-1 0,0 0 0,1 1 0,-1-1 0,0 0 0,0 0 0,0 1 0,0-3 397,3 8-354,6 45-207,-4-16 136,17 53 0,-4-38-125,-11-33-191,0-1 1,-2 1-1,0 1 1,-1-1-1,0 1 1,1 26-1,-5-39-419,0-4 480,1 1 0,-1-1-1,0 1 1,0-1 0,0 1 0,0-1 0,0 1-1,0-1 1,0 1 0,0-1 0,0 1-1,0-1 1,0 1 0,0-1 0,-1 1 0,1-1-1,0 1 1,0-1 0,0 1 0,-1-1-1,1 1 1,0-1 0,-1 0 0,1 1 0,0-1-1,-1 1 1,1-1 0,0 0 0,-1 1-1,1-1 1,-1 0 0,1 0 0,0 1 0,-1-1-1,1 0 1,-1 0 0,1 0 0,-1 1-1,-20-1-5841</inkml:trace>
  <inkml:trace contextRef="#ctx0" brushRef="#br0" timeOffset="1">450 13 10405,'0'0'5762,"46"-12"-11892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9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9444,'0'0'9026,"8"26"-8365,24 87-130,-28-96-353,-1 1 0,-1-1 0,0 1 0,-1-1 0,-3 27 0,0-3 451,2-40-583,0-1-1,0 1 1,0-1 0,0 1 0,0-1-1,0 0 1,0 1 0,0-1-1,0 1 1,0-1 0,0 1-1,0-1 1,0 1 0,0-1-1,0 1 1,0-1 0,1 1 0,-1-1-1,0 0 1,0 1 0,0-1-1,1 1 1,-1-1 0,0 0-1,1 1 1,-1-1 0,0 0-1,1 1 1,-1-1 0,0 0 0,1 0-1,-1 1 1,1-1 0,-1 0-1,1 0 1,-1 0 0,0 1-1,2-1 1,-1-1 68,1 1-1,0-1 1,-1 1 0,1-1-1,-1 0 1,1 0-1,-1 0 1,1 0 0,-1 0-1,0 0 1,3-2 0,15-16 251,-1-1 1,17-24-1,-24 28-304,1 1-1,0 0 1,1 1 0,1 0-1,0 1 1,28-19-1,-36 29-55,-1 0-1,1 1 1,0 0-1,0 0 1,10-2 0,-15 3-14,1 1 0,0-1 0,0 1 0,0 0 0,-1 0 1,1 0-1,0 0 0,0 0 0,0 0 0,0 0 1,-1 1-1,1-1 0,0 1 0,0-1 0,0 1 1,-1 0-1,1 0 0,-1 0 0,1-1 0,0 2 1,-1-1-1,1 0 0,1 2 0,2 7-24,0 1 1,0-1-1,-1 1 0,-1 0 0,0 0 0,0 0 0,1 21 1,5 14 19,-7-33 23,7 21 8,-8-32-9,-1-1-1,1 0 0,-1 0 0,1 0 0,0 0 0,0 0 1,-1 0-1,1 0 0,0 0 0,0 0 0,0 0 0,0 0 1,0 0-1,0-1 0,0 1 0,0 0 0,0-1 0,1 1 1,-1-1-1,0 1 0,0-1 0,1 0 0,1 1 0,2-1 19,0 1-1,0-1 0,0-1 1,0 1-1,-1-1 0,1 1 1,0-1-1,0-1 0,0 1 1,0-1-1,-1 0 0,8-4 1,-1-1 63,0-1 0,-1 0 0,14-15 0,-13 12-75,9-9-2,-14 13-3,1 0 0,0 1 0,0-1 0,0 2 0,1-1 0,14-7 0,-21 12-19,-1 1 0,1 0 1,0 0-1,0-1 0,0 1 1,0 0-1,0 0 0,0 0 0,0 0 1,0 0-1,0 0 0,0 0 1,0 0-1,0 1 0,0-1 0,0 0 1,0 1-1,-1-1 0,1 0 1,0 1-1,0-1 0,0 1 0,0-1 1,-1 1-1,1 0 0,0-1 1,-1 1-1,1 0 0,0-1 0,-1 1 1,1 0-1,0 1 0,15 33-99,-12-25-35,2 7-1009,8 31 1,0 4-2704,-12-45 2563,1-1 0,0 1 1,0-1-1,1 0 1,5 8-1,21 15-9587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2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71 294 9604,'0'0'8711,"25"-11"-8231,81-32-202,-98 40-245,0 1 0,0 0 0,0 0 0,14 0 0,-21 2-22,0 0 0,0 0-1,0 0 1,1 0 0,-1 0-1,0-1 1,0 1 0,0 0-1,1 0 1,-1-1 0,0 1-1,0-1 1,0 1 0,0-1-1,0 1 1,0-1 0,0 0-1,0 1 1,0-1 0,0 0-1,0 0 1,0 0 0,-1 0-1,1 0 1,0 1 0,0-2-1,-1 1 1,1 0 0,-1 0-1,1 0 1,-1 0 0,0 0-1,1-2 1,1-3 4,0-1 0,0 1 0,-1-1 0,0 0 0,0 0 0,-1 1 1,0-1-1,0 0 0,0 0 0,-1 0 0,0 1 0,0-1 0,-1 0 0,0 1 0,0-1 0,-1 1 0,0 0 0,0 0 0,0 0 1,0 0-1,-1 0 0,-6-7 0,4 8-8,0 0 1,1 0-1,-2 1 1,1 0-1,0 0 0,-1 0 1,0 1-1,0 0 1,0 1-1,0-1 1,0 1-1,-1 0 1,1 1-1,-1 0 0,1 0 1,-1 1-1,1 0 1,-12 1-1,15 0-2,0 0-1,0 0 0,0 1 0,0 0 1,0-1-1,1 2 0,-1-1 1,0 0-1,1 1 0,0-1 1,-1 1-1,1 0 0,0 0 0,1 0 1,-1 1-1,0-1 0,1 1 1,0-1-1,0 1 0,0 0 1,-2 5-1,-4 10 42,1 0-1,1 1 1,-4 22 0,4-9-3,2 0 0,1 0 0,2 0 1,4 40-1,-2-61-27,1 0 0,0-1 1,1 1-1,0-1 0,1 1 1,0-1-1,1 0 0,0-1 0,10 16 1,-10-18-440,1-1 1,0 1 0,0-1-1,0 0 1,1 0 0,0-1-1,0 0 1,0 0-1,1-1 1,0 0 0,0 0-1,12 4 1,10-3-5677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0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74 6451,'0'0'6467,"27"-8"-5837,123-33 682,-140 35-927,-10 6-369,0-1 0,0 1 0,-1 0 0,1-1 0,0 1-1,0-1 1,0 1 0,-1 0 0,1-1 0,0 1-1,0 0 1,-1-1 0,1 1 0,0 0 0,0 0-1,-1-1 1,1 1 0,0 0 0,-1 0 0,1-1-1,-1 1 1,1 0 0,0 0 0,-1 0 0,1 0 0,0 0-1,-1 0 1,1-1 0,-1 1 0,1 0 0,0 0-1,-2 0 1,-27-5 65,-1 2 0,0 0 0,-55 4 0,40-1-47,35 0-18,1 1 1,-1-1-1,1 2 1,0-1-1,-1 1 1,1 1-1,0-1 1,0 2-1,-9 3 1,14-4-7,0-1 1,0 1 0,0-1-1,0 1 1,0 1-1,1-1 1,0 0-1,-1 1 1,1 0-1,0 0 1,1 0-1,-1 0 1,1 0 0,0 0-1,0 1 1,0-1-1,0 1 1,1-1-1,-2 8 1,2-2 22,-1-1 1,2 0-1,-1 0 1,1 1-1,1-1 1,1 11-1,-2-18 56,1 1 1,-1-1-1,1 1 1,-1-1-1,1 0 0,0 0 1,0 1-1,0-1 1,0 0-1,1 0 0,-1 0 1,0 0-1,1 0 1,0 0-1,-1 0 0,1-1 1,0 1-1,0-1 1,0 1-1,0-1 0,0 1 1,0-1-1,0 0 1,0 0-1,1 0 0,-1-1 1,4 2-1,39 5 637,-9-3-410,64 18 0,-91-19-317,1 1-1,-1-1 1,0 1 0,0 1-1,-1 0 1,1 0 0,-1 0-1,0 1 1,0 0 0,-1 1-1,11 11 1,-15-12-5,1 0 1,-1 0-1,-1 0 0,1 1 0,-1-1 1,0 1-1,-1-1 0,1 1 0,-1 0 0,-1 0 1,1-1-1,-1 1 0,-1 13 0,0-5 12,1-11 0,0 0-1,0 0 1,0 0-1,-1 0 0,0 0 1,0-1-1,0 1 1,0 0-1,-1 0 1,0-1-1,1 1 0,-1-1 1,0 1-1,-1-1 1,1 0-1,-1 0 1,1 0-1,-1 0 0,0 0 1,0-1-1,0 1 1,0-1-1,-1 0 0,1 0 1,-1 0-1,1 0 1,-1-1-1,0 1 1,1-1-1,-6 1 0,-11 3 37,0-2-1,0 0 1,-1-2-1,-33-1 0,37 0-23,9 0-84,0 0 0,1 0-1,-1-1 1,1 0 0,-1-1 0,1 0 0,-10-3 0,12 2-1513,18-2-4491,-7 4 4694,35-8-7791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0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8964,'0'0'6747,"-19"28"-6523,-56 91 56,72-114-280,1 0 0,-1 0 0,0 0 0,1 1 0,0 0 0,1-1-1,-1 1 1,1 0 0,0-1 0,0 1 0,1 0 0,0 0 0,0 0 0,0 0-1,1 0 1,-1-1 0,2 1 0,-1 0 0,4 9 0,-2-8 7,0 1 0,1-1 1,1 0-1,-1 0 0,1 0 1,0 0-1,1-1 0,-1 0 1,1 0-1,0 0 0,1-1 0,0 0 1,12 7-1,-9-6 68,0-1 1,0 0-1,1 0 1,0-1-1,0-1 1,0 0-1,0 0 0,0-1 1,17 1-1,-22-3 61,-1 0 1,1 0-1,0 0 0,0-1 0,-1 0 1,1 0-1,-1 0 0,7-3 0,-9 2-63,0 1 0,0-1-1,0 0 1,0 0-1,0 0 1,-1-1 0,1 1-1,-1-1 1,1 1 0,-1-1-1,0 0 1,0 0 0,0 0-1,1-3 1,3-7 134,-1 1 1,-1-1 0,0 0-1,0-1 1,-1 1-1,1-20 1,-2 10 7,-1 0-1,-4-46 1,2 66-209,0-1-1,0 1 1,0-1 0,0 1 0,-1 0 0,1 0 0,-1 0-1,0 0 1,0 0 0,0 0 0,0 0 0,0 0 0,-1 1-1,1-1 1,-1 1 0,0 0 0,0 0 0,1 0 0,-1 0-1,-1 0 1,1 1 0,0-1 0,-7-1 0,6 2-180,0 0 0,1 0 1,-1 0-1,0 1 1,0-1-1,0 1 1,0 0-1,0 0 0,-6 2 1,7-2-218,1 1 0,-1 0 1,0-1-1,1 1 0,-1 1 0,1-1 1,-1 0-1,1 1 0,0-1 1,-1 1-1,1-1 0,0 1 1,0 0-1,-2 2 0,-11 22-8159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0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10373,'0'0'5864,"-3"27"-4845,-1 5-705,-6 134 983,10-131-1110,2 0 0,1-1 0,1 1-1,2-1 1,17 55 0,-22-86-354,0 0 0,0 0 0,1 0 0,-1-1 1,1 1-1,0 0 0,0-1 0,0 1 0,0-1 0,0 0 1,0 0-1,1 0 0,3 3 0,-2-3-407,0 0 0,0 0 0,0 0 0,1-1 0,-1 0 0,0 0 0,1 0-1,-1 0 1,1 0 0,-1-1 0,1 0 0,-1 0 0,6-1 0,13-3-7728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1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0 289 2609,'0'0'12232,"32"-9"-11380,108-28-298,-111 31-405,-1 2-1,35-1 1,-49 5-82,1-1 1,-1-1 0,1 0-1,-1-1 1,16-5 0,-26 6 199,-1 1 0,1-1 0,-1 0 0,0 1 0,1-2 0,-1 1 0,0 0 0,0-1 0,-1 1 0,1-1 0,4-5 1347,-7 17-1371,4 88-243,21 132 0,-20-163-894,-4-45-1996,-1-1-3487,0-20 6298</inkml:trace>
  <inkml:trace contextRef="#ctx0" brushRef="#br0" timeOffset="1">383 0 10597,'0'0'6675,"69"60"-12614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3890,'0'0'13118,"2"29"-12254,3 95-154,-4-59-238,-1-47-45,4 31 0,-4-48-395,0 0 0,0 0 0,0 0 0,0 0 0,1 0 0,-1-1 0,0 1 0,0 0 0,1 0 0,-1 0 0,0 0 0,1 0 0,-1-1 1,1 1-1,0 0 0,-1 0 0,1-1 0,-1 1 0,1 0 0,0-1 0,0 1 0,-1 0 0,1-1 0,0 1 0,1 0 0,0-1 25,-1 0 0,1 0-1,-1 0 1,0 0 0,1 0 0,-1 0 0,1-1-1,-1 1 1,1 0 0,-1-1 0,0 1-1,1-1 1,-1 1 0,3-2 0,4-4 153,0 1 0,0-1 1,11-12-1,30-33-4,-31 31-75,0 1-1,1 0 1,43-30 0,-60 48-112,-1 0 0,1 0 0,-1 0 0,1 0 0,0 1 0,0-1 0,-1 1 0,1-1 0,0 1 0,0-1 0,3 1 0,-4 0-15,0 0 0,0 0 0,0 1 0,0-1 0,0 0 0,-1 0 0,1 1 0,0-1 0,0 0 0,-1 1 0,1-1 0,0 1 0,0-1 0,-1 1 0,1 0 0,0-1 1,-1 1-1,1 1 0,2 2-8,-1 0 0,0 1 1,0-1-1,-1 1 0,1-1 1,-1 1-1,1 6 1,2 9 25,-2-13-8,3 10 22,1 1 1,0-2-1,12 23 0,-16-35-26,0 0-1,1 0 0,-1 0 1,1-1-1,0 1 1,-1-1-1,2 0 0,-1 0 1,0 0-1,1 0 1,-1-1-1,1 0 0,0 1 1,0-1-1,0 0 1,0-1-1,0 1 0,0-1 1,7 2-1,-3-2 20,1-1-1,-1 0 1,0 0-1,1-1 1,-1 0-1,0 0 1,0-1-1,0 0 1,0-1-1,0 0 1,0 0-1,-1 0 1,1-1-1,-1 0 1,13-10-1,4-5 146,0-2-1,39-45 1,-35 36 74,41-44 904,-65 68-938,0 32-497,0 17 113,0-6-1066,10 46 1,-12-74 221,1 0 1,0 1 0,0-1-1,1-1 1,0 1 0,0 0 0,1-1-1,0 0 1,1 0 0,6 7-1,21 11-8433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71 338 8180,'0'0'9055,"14"-10"-8983,63-48 37,-76 57-105,1-1 0,-1 1 0,0-1 0,1 0 0,-1 1 0,0-1 0,0 0 0,-1 0 0,1 0 0,0 1 1,0-1-1,-1 0 0,0 0 0,1 0 0,-1 0 0,0-4 0,0-35 96,-1 30-88,0 7 12,1 0-1,-1 0 0,0 0 1,0 0-1,-1 0 0,1 0 1,-1 0-1,0 0 0,0 0 1,0 1-1,0-1 0,-1 1 1,1 0-1,-1-1 0,0 1 0,0 0 1,0 1-1,-1-1 0,1 0 1,-7-3-1,7 5 8,1 0 0,-1-1 0,1 1 0,-1 0-1,1 1 1,-1-1 0,1 0 0,-1 1 0,0 0 0,0-1 0,1 1 0,-1 0-1,0 0 1,1 1 0,-1-1 0,0 0 0,1 1 0,-1 0 0,1-1 0,-1 1-1,0 0 1,1 1 0,0-1 0,-1 0 0,1 1 0,0-1 0,0 1 0,0 0-1,0-1 1,0 1 0,0 0 0,0 0 0,-1 3 0,-3 5 20,1 0 1,0 0-1,0 0 0,1 0 1,1 1-1,0-1 1,0 1-1,1 0 0,0 0 1,1 0-1,1 0 1,0 0-1,0 0 0,2 12 1,-1-19 0,0 1 0,0 0 0,0-1 0,1 1 0,0-1 1,0 1-1,0-1 0,0 0 0,1 0 0,-1 0 0,1 0 0,0 0 0,0-1 1,1 0-1,-1 1 0,1-1 0,0 0 0,-1 0 0,1-1 0,1 1 0,-1-1 1,0 0-1,5 2 0,9 3 111,0-1-1,0-1 1,1 0 0,29 3 0,-8-3 190,0-1 1,0-2 0,0-1 0,69-9 0,-99 6-316,0-1 1,0 1 0,0-2 0,0 0 0,-1 0 0,1 0 0,-1-1 0,0-1 0,0 0 0,-1 0 0,0 0 0,0-1 0,0 0 0,-1-1 0,0 0 0,0 0 0,-1 0 0,0-1 0,-1 0 0,0 0 0,0 0-1,-1-1 1,0 0 0,4-17 0,-5 15-32,-1-1-1,-1 0 0,0 0 0,0 0 1,-1 0-1,-1 0 0,-1 0 1,1 1-1,-6-18 0,6 25-9,-1 0 0,0 0 0,-1 0 0,1 0 0,-1 0 0,0 0 0,0 0 0,-1 1 0,1 0 0,-1-1-1,0 1 1,0 1 0,0-1 0,-1 0 0,1 1 0,-1 0 0,0 0 0,0 1 0,0-1 0,0 1 0,0 0 0,-1 0 0,-7-1 0,10 3-10,1-1 0,0 0 1,-1 1-1,1 0 0,0 0 1,-1-1-1,1 1 0,-1 1 1,1-1-1,0 0 0,-1 1 1,1-1-1,0 1 0,-1-1 0,1 1 1,0 0-1,0 0 0,0 0 1,0 1-1,0-1 0,0 0 1,0 1-1,0-1 0,0 1 1,-2 2-1,0 3 0,0-1-1,1 1 1,0 0-1,0-1 1,0 1-1,1 1 1,-2 7-1,-1 10 11,2 0 0,0 1 0,1-1 0,3 32-1,-1-25 4,2 2 57,7 43 1,-4-44-711,1 43 1,-6-74 436,0 0 0,0 1 0,0-1 0,0 0 0,0 0 0,-1 1 0,1-1-1,-1 0 1,1 0 0,-1 0 0,0 0 0,0 0 0,0 0 0,0 0 0,0 0 0,0 0 0,-1 0-1,1 0 1,0-1 0,-1 1 0,0 0 0,1-1 0,-1 0 0,0 1 0,0-1 0,0 0 0,0 0-1,0 0 1,0 0 0,0 0 0,0 0 0,0-1 0,-3 2 0,-59 14-9847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28 4114,'0'0'11160,"-11"-4"-10037,-30-14-256,54 15-90,12 2-495,16 1 43,-5-2-279,1 2 0,-1 2 0,1 2 0,61 13 0,-95-16-270,0 0 0,0 0 0,0 0 0,0 0 0,0 1 0,0-1 0,6 5 0,-8-5-272,0 0-1,0 0 1,-1 1-1,1-1 1,0 0 0,0 1-1,-1-1 1,1 0-1,0 1 1,-1-1-1,0 1 1,1-1 0,-1 1-1,0-1 1,0 1-1,0 0 1,0-1 0,0 2-1,0 13-6613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2289,'0'0'16792,"18"-2"-16056,33 2-528,16 0-64,8 0-96,5 0-48,0 5-1520,1 4-2290,9-6-2897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5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42 864,'0'0'8436,"-8"0"-7966,-162 0 5906,169 0-6016,3 0 88,130-4 758,197-31 0,-467 33-824,-20 2-348,157 0 233,1 1-259,-1 1 0,1-1 0,0 1 0,-1-1 0,1 1 0,0-1 0,0 1 0,0-1 0,0 1 0,0 0 0,1-1-1,0 3 1,0 5 4,12 95 100,4 59 45,-15 189 241,-2-345-743,0 0 0,1-1 0,0 1 0,0 0 0,1-1 0,0 1 0,0-1 0,0 0 0,1 1 0,0-1 1,0 0-1,1-1 0,0 1 0,0 0 0,0-1 0,5 5 0,15 12-6058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7491,'0'0'8767,"-11"1"-8172,7-1-562,0 1-1,0 0 1,0 0-1,0 0 1,0 0-1,0 1 1,0-1 0,0 1-1,0 0 1,1 1-1,-1-1 1,1 0-1,-1 1 1,1 0 0,0 0-1,0 0 1,0 0-1,1 0 1,-1 1-1,1-1 1,-1 1 0,-2 6-1,-5 12 185,0 1-1,2 1 1,-7 24 0,12-36-155,-11 41 224,3 0-1,2 1 1,3 0-1,0 82 0,6-113-249,1 1 0,1-1-1,1 0 1,9 34 0,-7-41-28,1 0 1,0-1 0,1 0 0,0-1-1,2 1 1,-1-1 0,14 15 0,1-3-843,1 0 0,1-1 0,2-2 0,49 35 0,-31-29-1389,1-2-1,68 30 1,-45-31-3062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8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67 7571,'0'0'6003,"-1"-2"-5808,1 0-163,0 1-12,-1 1 0,1-1-1,0 1 1,0-1 0,0 1-1,0-1 1,0 1 0,0-1-1,-1 1 1,1 0 0,0-1-1,0 1 1,-1-1 0,1 1-1,0 0 1,-1-1 0,1 1-1,0 0 1,-1-1 0,1 1-1,0 0 1,-1 0 0,1-1 0,-1 1-1,1 0 1,-1 0 0,1 0-1,-2-1 478,-6-3 4375,9 1-4768,-1 2-20,0 0 0,0 1 0,0-1-1,1 0 1,-1 0 0,0 0 0,0 1-1,0-1 1,0 0 0,0 0 0,0 0-1,-1 1 1,1-1 0,0 0 0,0 0-1,0 0 1,-1 1 0,1-1-1,0 0 1,-1 1 0,1-1 0,-1 0-1,1 1 1,-1-1 0,1 0 0,-1 1-1,0-1 1,1 0 23,0 0-78,-6-2 614,4-2 3260,2-9-2473,0 25-1179,0-10-224,-4 6-2177,1-3-1197,3-3 3346,-1 0-1,1-1 0,0 1 0,0 0 0,-1 0 0,1-1 0,0 1 0,0 0 0,0 0 0,0-1 0,0 1 0,0 0 0,0 0 0,0-1 1,1 2-1,-1 2-20,1 9-5,0 1 1,2-1 0,-1 0 0,2 0 0,4 14 0,-3-12 37,0 0 0,-1 1 0,2 23 0,-5-30-10,1 16 6,-1 0 0,-1 0 1,-4 34-1,-3-49 37,7-10-40,0 0 0,0 1 0,0-1 0,0 0 0,0 0 0,-1 0 0,1 0 0,0 0 0,0 0 0,0 1 0,0-1 0,-1 0 0,1 0 0,0 0-1,0 0 1,0 0 0,0 0 0,-1 0 0,1 0 0,0 0 0,0 0 0,0 0 0,-1 0 0,1 0 0,0 0 0,0 0 0,0 0 0,-1 0 0,1 0 0,0 0 0,0 0 0,0 0 0,0 0 0,-1 0 0,1 0-1,0 0 1,0 0 0,0-1 0,0 1 0,-1 0 0,1 0 0,0 0 0,0 0 0,0 0 0,0-1 0,0 1 0,0 0 0,-1 0 0,1 0 0,0 0 0,0-1 0,0 1 0,0 0 0,0 0 0,0 0-1,0-1 1,0 1 0,0 0 0,0 0 0,0-1 0,-2-9 3,1-1 1,0 1-1,1-1 0,0 0 0,1 0 0,0 1 0,0-1 0,1 1 0,1-1 0,-1 1 1,2 0-1,0 0 0,0 0 0,0 0 0,2 1 0,-1 0 0,9-11 0,-2 4-15,0 1 0,1 1 0,1 0 0,0 0 0,1 2 0,0-1 0,1 2 0,31-16 0,-40 23-4,0 0-1,1 1 0,-1 0 1,1 1-1,0 0 0,0 0 1,0 0-1,0 1 0,0 1 1,0-1-1,9 1 0,-15 1 10,1-1 0,-1 1 1,1 0-1,-1-1 0,0 1 0,1 0 0,-1 0 0,0 1 0,0-1 0,0 0 1,0 1-1,0-1 0,0 1 0,0 0 0,0-1 0,-1 1 0,1 0 0,-1 0 0,1 0 1,-1 0-1,0 1 0,0-1 0,1 3 0,3 7-12,0 1 0,-1 0 0,3 13 0,-5-17 14,8 39-991,-2 1 1,-3 0 0,0 74 0,-5-120 374,0 0 1,0 0-1,0 0 0,-1 1 1,1-1-1,-1 0 1,1 0-1,-1 0 0,0 0 1,0 0-1,-1 0 0,1 0 1,-1 0-1,-1 2 0,-8 5-7282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8756,'0'0'10453,"187"-52"-9957,-134 52-448,1 0-32,-3 0-16,0 0-2017,-3 0-2497,-8 0-2497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79 9300,'0'0'9751,"23"-10"-9505,77-27 34,-94 35-263,0 1 1,1-1-1,-1 1 0,1 0 1,-1 1-1,0 0 0,11 0 1,-13 1-1,0-1 0,0 0-1,1 0 1,-1-1 0,7-1 0,-15-3-17,-15 0-8,0 1 1,0 0-1,0 2 1,0 0-1,0 1 0,-39 3 1,56-1 5,-1-1 0,0 1 0,0-1 0,0 1 0,1 0 0,-1 0 0,0 1 0,1-1 0,-1 0 0,1 1 0,-1-1 0,1 1 0,0 0 0,0 0 0,-1 0 0,2 0 0,-1 0 0,0 1 0,0-1 0,1 0 0,-1 1 1,1-1-1,-1 1 0,1 0 0,0-1 0,0 1 0,1 0 0,-2 3 0,-1 10-2,1-1 1,0 0-1,1 1 0,1 15 1,0-22 11,0-6-3,0-1 1,0 1-1,0 0 0,1 0 1,-1 0-1,1 0 0,0 0 1,0 0-1,0 0 0,0 0 1,0-1-1,0 1 0,1 0 1,2 3-1,-2-4 33,0-1 0,0 1 1,0-1-1,0 1 0,0-1 0,0 0 0,0 0 1,1 0-1,-1 0 0,0 0 0,1 0 0,-1 0 1,1-1-1,-1 1 0,1-1 0,-1 0 0,1 0 1,2 0-1,55-2 622,-28 1-529,-1 1 0,46 5 1,-66-2-123,0 0 0,0 0 0,-1 1 0,0 1 0,1 0 0,-2 0 0,1 1 0,-1 0 0,14 12 0,-12-9-15,0 1 1,-1 0-1,-1 0 0,0 1 1,0 0-1,-1 1 1,9 16-1,-15-22 1,1 0 0,-1 1-1,0-1 1,0 1 0,0 9 0,-1-14 4,-1-1-1,0 1 1,1 0 0,-1 0 0,0 0-1,0 0 1,-1 0 0,1 0 0,0 0-1,-1 0 1,1 0 0,-1 0 0,1 0-1,-1 0 1,0 0 0,0-1-1,0 1 1,0 0 0,0-1 0,0 1-1,-1 0 1,1-1 0,-2 2 0,-4 0 10,1 0 0,0 0 0,-1 0 0,0-1 0,0 0 0,0-1 0,0 0 1,-12 1-1,-65-1 123,49-2-50,14 1-259,2 1 292,0-2-1,-23-3 0,34 3-534,1-1 0,0 0-1,0 0 1,1-1-1,-10-4 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9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47 6755,'0'0'4485,"-20"28"-3744,-62 94-252,79-119-455,1 0 1,0 1-1,0-1 1,1 0-1,-1 1 1,1 0-1,0-1 1,0 1-1,0 0 1,0 0-1,1 0 1,-1-1-1,1 1 1,0 0-1,1 8 1,0-9 2,1 0 0,-1-1 0,1 1 1,-1 0-1,1 0 0,0-1 0,0 1 1,0-1-1,0 0 0,1 0 0,4 4 0,-4-3 3,8 5 162,1 0 1,-1-1-1,1 0 1,0-1 0,1 0-1,0-1 1,0-1-1,0 0 1,0-1 0,0 0-1,1-1 1,-1 0-1,1-1 1,0-1 0,-1 0-1,21-3 1,-28 2-78,-1 0 0,1 0 0,-1-1 1,0 1-1,0-1 0,0 0 0,0-1 1,0 1-1,0-1 0,-1 0 0,1 0 1,-1 0-1,0-1 0,1 0 0,-2 0 1,1 0-1,0 0 0,-1 0 0,0-1 0,0 1 1,0-1-1,2-7 0,0 2 26,-2-1-1,1 1 1,-1-1-1,-1 1 0,0-1 1,-1 0-1,0 0 1,0 0-1,-1 0 1,-2-15-1,1 20-144,0 1 0,0 0 0,-1 0-1,1 0 1,-1 0 0,0 0 0,0 0 0,-1 1-1,0-1 1,0 1 0,0-1 0,-6-6-1,2 5 34,0-1-1,-1 1 0,1 0 0,-1 1 1,0 0-1,-15-7 0,6 5-275,1 1 0,-1 1 0,0 0 0,0 1 0,-1 1 0,1 1 0,-25-1 0,39 3-134,-1 0 1,1 0-1,-1 0 0,0 0 0,1 1 0,-1-1 0,1 1 0,-1 0 0,1 0 0,0 0 0,-1 1 0,1-1 0,0 1 0,0 0 0,0 0 0,0 0 0,0 0 0,0 0 0,-4 5 0,-18 21-7646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49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10181,'0'0'7216,"27"19"-6242,-8-6-798,0 0-28,0 0 0,-1 1 1,-1 1-1,0 1 0,-1 0 0,-1 1 1,0 1-1,12 20 0,-3 2 171,-2 0 0,-1 2 0,27 79 0,-41-97-271,-1 0-1,0 0 1,-2 1 0,-1 0-1,-1 0 1,-1 0 0,-1 0-1,-7 45 1,5-61-34,0 1 0,-1-1 0,0 0 0,-1 0 0,1 0 0,-2 0 0,0-1 0,-5 9 1,-8 6-155,-27 28 0,11-12-910,17-14-1352,10-8-3571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58 5859,'0'0'8502,"-23"-1"-6746,-71-4-150,85 4-1346,-19-1 698,27 2-881,1 0 0,0 0 0,-1 0 1,1 0-1,0 0 0,-1-1 0,1 1 0,-1 0 0,1 0 0,0 0 0,-1 0 0,1 0 0,0-1 0,-1 1 0,1 0 0,0 0 0,0-1 1,-1 1-1,1 0 0,0 0 0,0-1 0,-1 1 0,1 0 0,0-1 0,0 1 0,0 0 0,-1-1 0,1 1 0,0 0 0,0-1 0,0 1 0,0-1 1,6-3 546,8 1-456,0 2-1,0 0 1,21 1 0,-7-1-119,400-1 322,-416 2-350,-10 1-41,1-1 0,-1 0 0,0 0 0,0 0 0,0 0 0,0 0 0,0 0 0,0-1 0,0 1 0,0-1 0,0 1 0,0-1 0,0 0 0,-1 0 0,4-2 0,-5 3-2,0 0 0,1 0-1,-1 0 1,0 0 0,0 0 0,0 0 0,0-1-1,0 1 1,0 0 0,0 0 0,0 0-1,0 0 1,0 0 0,0 0 0,0 0-1,0-1 1,0 1 0,0 0 0,0 0 0,0 0-1,0 0 1,0 0 0,0-1 0,0 1-1,0 0 1,0 0 0,0 0 0,0 0-1,0 0 1,0 0 0,0 0 0,0-1 0,0 1-1,0 0 1,0 0 0,0 0 0,-1 0-1,1 0 1,0 0 0,0 0 0,0 0-1,0 0 1,0-1 0,0 1 0,0 0-1,-1 0 1,1 0 0,0 0 0,0 0 0,0 0-1,0 0 1,0 0 0,0 0 0,-1 0-1,1 0 1,0 0 0,-5-2-538,-1 0-1,0 1 1,1 0 0,-1 0-1,0 0 1,0 0 0,-8 1-1,-8-1-1500,-42-5-5345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0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9044,'0'0'9925,"0"53"-9525,0 24 128,3 12-160,2 0-288,3-5-32,5-7 64,9-5-112,7-4-1696,9-11-2754,2-8-4434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6435,'0'0'10631,"0"-6"-9988,2-10-318,5 32-101,11 24-20,3-4 333,29 69 1,-43-88-416,-2 1 0,0 0 0,-1 0 0,0 0 0,-2 0 0,1 29 0,-3-43-105,-3 36 131,3-40-139,0 1 1,0 0-1,0-1 1,0 1-1,0 0 1,0-1 0,-1 1-1,1-1 1,0 1-1,0 0 1,-1-1-1,1 1 1,0-1-1,-1 1 1,1-1-1,0 1 1,-1-1 0,1 1-1,-1-1 1,1 1-1,-1-1 1,1 1-1,-1-1 1,1 0-1,-1 1 1,1-1-1,-1 0 1,0 0-1,1 1 1,-1-1 0,0 0-1,1 0 1,-1 0-1,1 0 1,-1 0-1,0 0 1,1 0-1,-1 0 1,0 0-1,1 0 1,-1 0-1,0 0 1,1-1 0,-1 1-1,1 0 1,-1 0-1,0-1 1,1 1-1,-1 0 1,1-1-1,-1 1 1,1 0-1,-1-1 1,-3-9 198,2 0-148,1-1-1,0 0 1,1 0-1,0 1 1,0-1-1,1 0 1,1 0-1,0 1 1,0-1-1,1 1 1,0-1-1,9-16 1,0 6 16,1 1 0,0 0 0,20-21 0,-28 35-77,1 0 1,0 0-1,0 0 1,1 1-1,-1 0 0,1 0 1,0 1-1,0 0 0,1 0 1,-1 0-1,1 1 1,15-4-1,-20 6-1,0 1 0,-1 0 0,1-1 0,0 1 0,0 0 0,0 1-1,0-1 1,0 0 0,0 1 0,0-1 0,-1 1 0,1 0 0,0 0 0,0 0 0,-1 1 0,1-1 0,3 3 0,-3-1-10,0 0 1,0 0 0,0 0-1,0 1 1,-1-1 0,1 0-1,-1 1 1,0 0 0,0 0-1,-1-1 1,2 5 0,2 10-12,-1 1 0,-1-1 1,0 1-1,0 26 0,-3-41 35,3 210-834,-2-205-79,0 1 0,0-1-1,1 1 1,0-1-1,0 0 1,1 1 0,7 14-1,13 11-6944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9861,'0'0'9188,"149"-33"-8964,-82 33-224,-3 0-128,-2 0-1377,-11 0-3041,-9 0-4354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8324,'0'0'8895,"-12"25"-7855,-34 85-253,44-105-740,1-1 1,-1 0-1,1 1 0,1-1 1,-1 1-1,1 0 0,-1-1 1,1 1-1,1-1 0,-1 1 1,1 0-1,-1-1 0,1 1 1,1-1-1,-1 0 1,1 1-1,-1-1 0,1 0 1,0 0-1,1 0 0,-1 0 1,1 0-1,0 0 0,0-1 1,5 6-1,-4-5-19,7 9 28,1 0-1,0-2 0,1 1 0,0-1 0,1-1 1,0-1-1,19 11 0,-24-16-33,1 1-1,0-1 1,0-1 0,0 0-1,0 0 1,0-1-1,1 0 1,-1-1 0,1 0-1,-1-1 1,1 0 0,20-3-1,-28 2-15,1 0 0,-1 0 0,0-1 0,0 1 0,0-1 0,0 0 1,-1 0-1,1 0 0,0 0 0,-1 0 0,1-1 0,-1 1 0,0-1 0,0 0 0,0 1 0,0-1 0,-1 0 0,1 0 0,-1 0 0,1 0 0,-1-1 0,0 1 0,0 0 0,0-4 0,3-11 26,-1 0-1,0-1 1,-1-19-1,-2 35-30,1-175 738,-1 210-758,-1 48 249,4-1 1,13 81-1,-10-125-194,-3-11-463,1 0 0,12 36 0,-13-53-318,0 0 0,0 0 1,1 0-1,7 11 0,-7-14-82,-1 0 0,0-1 0,1 1 0,-1-1-1,1 0 1,0 0 0,0 0 0,7 3-1,25 8-6274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313 122 8740,'0'0'5728,"-27"-20"-3930,-91-61-627,113 79-1109,1-1-1,-1 1 1,0-1-1,1 1 1,-1 0-1,0 1 0,0 0 1,0-1-1,-1 1 1,1 1-1,0-1 1,0 1-1,0 0 0,-1 0 1,1 1-1,-7 1 1,9-1-30,-1 0 0,1 1 1,-1 0-1,1 0 0,0 0 0,-1 0 0,1 0 1,0 1-1,1 0 0,-1-1 0,0 1 1,1 0-1,0 0 0,-1 0 0,1 1 1,-3 5-1,1 3 0,-1 0 0,1 1 0,1-1 0,0 1 0,1-1 0,1 1 0,0 0 0,0 0 0,3 23 0,-1-30-23,0-1-1,0 1 1,1-1-1,0 1 1,0-1-1,1 0 1,-1 0-1,1 0 1,0 0-1,0 0 1,1-1-1,-1 1 1,1-1 0,0 0-1,0 0 1,1 0-1,-1-1 1,1 0-1,0 0 1,0 0-1,0 0 1,8 3-1,-2-2 11,1 0 0,0 0 1,-1-1-1,1-1 0,0 1 0,0-2 0,0 0 0,1-1 0,20-1 0,-30 0-11,0 1-1,-1-1 1,1 0-1,0-1 1,0 1-1,0 0 1,-1-1 0,1 0-1,0 1 1,-1-1-1,0 0 1,1 0 0,-1 0-1,0-1 1,0 1-1,0-1 1,0 1-1,-1-1 1,1 1 0,-1-1-1,1 0 1,-1 0-1,0 0 1,0 0-1,1-4 1,2-10 51,-1 1 1,0-1-1,0-23 0,-2 31-21,2-66 1694,-11 387-1610,6-153-725,-3-53-7371,4-59-4295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2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8468,'0'0'8868,"139"-29"-8292,-72 29-160,0 0-368,-5 0 32,-9 0-80,-18 0-944,-14-2-1169,-21-8-2193,0-4-144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2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5186,'0'0'11574,"45"-12"-11238,-26 48 416,-8 8-528,-3 9 0,-8 7-64,0 0-144,0 3-16,-6-3 0,-2-3-1696,8-4-1890,0-7-1792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6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8084,'0'0'2961,"-141"195"-1776,114-98-193,14 8-832,13 4 368,0-3-496,42-10 64,25-2-192,30-3-432,28-4-2353,41-13-2274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6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6963,'0'0'5496,"-2"22"-4797,1-6-560,0 0 1,0-1-1,2 1 1,0 0-1,1-1 1,0 1-1,1-1 1,1 0-1,0 1 1,10 20-1,33 63 668,35 106 0,-71-168-710,-1-1 0,-1 1 1,-2 1-1,-2-1 0,-2 1 0,-2 68 0,-3-87-78,-1 1-1,0-1 0,-2 0 0,0 0 0,-1 0 0,-1-1 0,-12 23 0,-8 8-84,-41 55 0,41-64-96,-18 31-1732,16-11-2532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6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6787,'0'0'8692,"-107"154"-7395,89-60-529,12 10-144,6 11-143,0 1-449,32-10 192,9-15-224,7-21-64,5-17-417,1-17-2096,-4-15-464,-9-18-2754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10981,'0'0'7046,"0"30"-6635,0 95-104,0 12 832,0-135-990,0-4 339,1-25-265,1-1-1,2 1 1,1 0-1,1 0 1,2 1-1,0 0 0,19-39 1,-25 60-222,1-1-1,0 0 1,0 1-1,8-10 1,-10 14 3,0 0-1,-1 0 0,1 1 1,0-1-1,0 0 1,0 0-1,0 1 1,0-1-1,0 0 1,0 1-1,0-1 0,0 1 1,0 0-1,0-1 1,0 1-1,0 0 1,0 0-1,0-1 1,0 1-1,0 0 0,0 0 1,0 0-1,1 0 1,-1 0-1,0 1 1,0-1-1,0 0 1,0 0-1,0 1 0,0-1 1,0 1-1,0-1 1,0 1-1,0-1 1,0 1-1,1 0 1,1 2-8,1 1 0,-1-1 0,1 1 0,-1 0 0,0 0 0,-1 0 0,1 0 0,2 6 0,16 42 21,-12-27-14,17 48-92,13 30-234,-34-92-836,0 0 0,1 0 0,1 0 0,0 0 0,1-1 1,10 11-1,8 0-7515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11141,'0'0'7844,"139"-43"-7924,-83 43-1553,-5 0-3441,-11-7-4547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8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10949,'0'0'6827,"-4"21"-5730,-14 71-142,17-85-898,0 0 1,1 1-1,0-1 1,0 0-1,1 1 1,0-1 0,0 1-1,1-1 1,0 0-1,0 0 1,0 0-1,1 0 1,0 0-1,1-1 1,0 1-1,0-1 1,0 0-1,0 0 1,1-1 0,9 10-1,-6-8-43,1 0 0,-1-1 0,1 1 0,0-2 0,1 1 0,0-1 0,-1-1 0,2 0 0,-1 0 0,0-1 0,1 0 0,14 2 0,-22-5-31,0 1 0,1-1 0,-1 0 1,0 0-1,1 0 0,-1 0 0,0-1 0,0 1 0,1-1 1,-1 0-1,0 0 0,0 0 0,0 0 0,0-1 1,0 1-1,5-4 0,-5 2-6,1-1 0,-1 1 0,0-1 1,-1 0-1,1 0 0,-1 0 0,1 0 0,-1 0 0,0-1 0,-1 1 0,2-5 0,8-37 303,-3 0-1,-1 0 1,0-50-1,-8 190-138,-2-38-244,3-1 0,3 1-1,13 81 1,-14-129-679,0 1-1,1 0 1,0-1 0,0 0-1,1 0 1,0 0 0,5 8-1,18 12-4985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8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96 9732,'0'0'7428,"-30"-16"-6278,-99-48-617,122 61-483,0 0-1,-1 1 0,1 0 0,-1 0 1,1 1-1,-1-1 0,-11 1 0,15 1 7,0 1-1,0-1 0,0 1 1,0 0-1,0 0 0,0 0 1,0 1-1,0-1 0,-6 5 0,8-5-49,0 1 0,0-1 0,0 1 0,0 0 1,1-1-1,-1 1 0,1 0 0,-1 0 0,1 0 0,0 0 0,0 0 0,0 0 0,0 0 0,0 0 0,0 1 0,1-1 0,-1 0 0,1 1 0,-1-1 0,1 0 0,0 1 0,0-1 0,0 5 0,1-3-2,-1-1 1,1 0-1,-1 1 0,1-1 1,0 0-1,0 1 0,1-1 1,-1 0-1,1 0 1,-1 0-1,1 0 0,0 0 1,0-1-1,1 1 0,-1 0 1,3 2-1,4 1 15,0 0-1,1-1 1,-1 0-1,1 0 1,0-1-1,0 0 1,16 3-1,3-1 36,46 4 0,-67-7 11,-8-2-63,0-1 0,0 1 0,0-1 0,0 0 0,0 1 1,0-1-1,0 0 0,-1 1 0,1-1 0,0 0 0,0 1 0,0-1 0,0 0 0,-1 0 0,1 1 0,0-1 1,0 0-1,-1 0 0,1 1 0,0-1 0,0 0 0,-1 0 0,1 0 0,0 1 0,-1-1 0,1 0 1,0 0-1,-1 0 0,-44 25-9,28-17 3,-1 2 0,2 0-1,-1 1 1,-21 18 0,34-25 1,1-1 0,0 1 0,-1 0 0,1-1 0,1 1 0,-1 1 0,0-1 0,1 0 0,0 1 0,0-1 0,0 1 1,1-1-1,-1 1 0,1 0 0,0 0 0,1 0 0,-1 0 0,1-1 0,0 1 0,0 0 0,1 0 0,-1 0 0,2 6 0,0-7 3,-1 0 0,1 0 1,-1 0-1,1-1 0,0 1 0,1 0 1,-1-1-1,1 1 0,-1-1 0,1 0 0,0 0 1,0 0-1,1 0 0,6 4 0,4 2 6,1 0-1,21 8 1,-21-10 9,-13-6-7,33 15 47,41 14 1,-65-27-35,1 0 1,-1 0-1,1-1 1,-1 0-1,1-1 1,0-1-1,0 0 0,13-1 1,-23 0-2,0 1 0,0-1-1,0 1 1,-1-1 0,1 0 0,0 0 0,-1 0 0,1 0 0,-1 0 0,1 0 0,-1 0 0,1 0 0,-1 0-1,0-1 1,0 1 0,1-1 0,-1 1 0,0-1 0,0 1 0,0-1 0,-1 0 0,1 1 0,0-1 0,0-2-1,1-4 86,0-1 0,0 0-1,1-15 1,-2 17-98,1-11 71,-1 0 0,0-1 0,-2 1-1,-2-21 1,2 32-56,-1 0 1,1 0-1,-1 0 0,-1 1 0,1-1 0,-1 0 0,-1 1 0,1 0 0,-1 0 0,0 0 1,0 0-1,-1 0 0,-5-5 0,0 3-129,0 0 0,0 1 0,0 0 0,-1 0 1,0 1-1,-1 1 0,1 0 0,-1 1 0,0 0 0,0 0 0,0 1 1,-1 1-1,1 0 0,0 1 0,-1 0 0,0 1 0,1 0 0,-24 5 1,31-5-452,0 1 0,0 1 1,0-1-1,1 1 1,-9 3-1,-16 15-5826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4:5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10149,'0'0'7427,"149"195"-6531,-106-103-575,-11 6 367,-13 1-448,-19 0-224,-3-13 0,-39-14-16,-17-14-128,-8-15-96,0-14-1889,6-12-1025,18-17-3409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0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7555,'0'0'7716,"179"0"-7124,-128 0-480,-6 0-48,-7 0-64,-12 0-96,-7 0-2161,-13 0-1280,-6-12-449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04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34 4498,'0'0'11432,"-2"-8"-10330,-4-10-742,2 10-189,4 8-163,0 0 0,0 0 0,0 0 0,0 0 0,0 0 0,0 0 0,0 0 0,0 0 1,0 0-1,0 0 0,0 0 0,0 0 0,0 0 0,0 0 0,0 0 0,0 0 0,-1 0 0,1 0 0,0 0 0,0 0 0,0 0 0,0 0 0,0 0 0,0 0 0,0 0 1,0 0-1,0 0 0,0 0 0,0 0 0,0 0 0,0 0 0,0 0 0,0 0 0,0 0 0,0 0 0,0 0 0,0 0 0,0 0 0,0 0 0,0 0 0,0 0 0,0 0 1,13 172 776,0-10-557,-12 1-1876,-1-157 1033,1 0 1,0 0 0,0 0 0,3 8 0,12 17-4498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0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43 5859,'0'0'7251,"-22"-4"-6179,22 1-559,19 1-401,18-1 16,14 3-128,13-2-993,6 2-1744,2 0-1633</inkml:trace>
  <inkml:trace contextRef="#ctx0" brushRef="#br0" timeOffset="1">602 34 7587,'0'0'8388,"2"-34"-8772,52 41-128,13 8-2529,2-6-1474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0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 6659,'0'0'9797,"-8"-17"-9797,72 17 48,16 0-48,-2 0-2354,-17 0-2816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0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38 195 6755,'0'0'9556,"-37"-19"-9524,63 19-16,9 0 305,8 0-225,-3 0-16,0 0-80,-5 0-1249,-6 0-1904,-13 0-2322</inkml:trace>
  <inkml:trace contextRef="#ctx0" brushRef="#br0" timeOffset="1">108 12 6019,'0'0'10741,"-33"-12"-10645,33 46-48,0 9 432,0 3-224,0 2-64,3 0-64,0-2-48,-3 2-112,0-7 32,0-3-1312,-8-6-2130,-6-16-3185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05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9812,'0'0'5958,"11"20"-5371,2 2-409,0-1-2,-2-1 0,0 2 1,-1 0-1,8 27 0,-8-5 195,-1 0 1,-3 1-1,-1 0 0,-2 78 1,-3-121-191,0-4 321,-2-55 945,1 36-1378,0 0 1,1 1 0,1-1-1,1 1 1,1-1-1,7-24 1,-4 28-5,0 1 0,2 0 0,15-24 0,-18 31 1,1 1 0,0 0 0,0 1-1,1-1 1,0 1 0,0 1 0,17-13 0,-22 18-66,1 0 0,0-1 0,-1 1 1,1 0-1,0 0 0,0 1 0,0-1 0,0 1 0,0-1 0,0 1 0,0 0 0,0 0 1,0 0-1,0 0 0,0 1 0,0-1 0,0 1 0,0 0 0,-1 0 0,1 0 0,0 0 1,0 0-1,-1 1 0,1-1 0,-1 1 0,1 0 0,3 3 0,6 5-34,-1 1 0,-1 0 0,0 1 0,10 15 0,-9-13 38,12 19-461,0 2 0,-2 1 0,19 46-1,13 50-4409,-27-53 78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1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 3698,'0'0'9847,"0"-2"-9087,0 7-626,-13 208 2048,8-146-1613,4 79 0,1-76-248,11 31-19,-9-97 181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4610,'0'0'9383,"0"-8"-8364,0 4-825,0-17 182,1 16-153,2 9 118,5 18-61,1 0 0,0-1 0,2-1 0,16 24 0,-19-32-198,1-1 0,0 0 0,1 0 1,0-1-1,1-1 0,0 0 0,0 0 0,17 9 1,-6-4-251,22 11-2969,-15-14-4523,-15-11 3444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24 3394,'0'0'12693,"5"-24"-12340,-10 38-113,-14 15 224,-5 5-288,-3 5 224,-2-3-240,-8 0-112,-4-5-32,4-5-16,5-6-1825,8-8-2689,8-10-3906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1489,'0'0'9577,"0"-8"-8171,0-24-93,0 24 365,0 12-1467,0 66 378,3 1 1,26 135 0,-13-124-1850,-6-103-8008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5426,'0'0'7335,"3"8"-6933,-2-4-304,0 0 0,0 0-1,0 0 1,-1 0 0,0 1-1,1-1 1,-2 0 0,1 0 0,0 0-1,-1 0 1,-1 6 0,-1-1 31,0-1 0,-1 0 0,0 0 0,0 0 1,-10 13-1,0-2 54,-1 0 1,-1-1 0,0-1-1,-20 16 1,27-26-51,0 0 1,0 0-1,-1-1 0,1 0 1,-2-1-1,1 0 0,0 0 1,-1-1-1,0-1 1,-17 4-1,38-13 2280,-6 3-2351,1 0 0,0 0 0,0 1 0,0-1 1,0 1-1,1 0 0,-1 1 0,10-3 0,-11 5-56,-1-1-1,0 1 1,0 0-1,1-1 1,-1 2-1,0-1 1,0 0-1,0 0 1,0 1-1,0 0 1,0-1-1,-1 1 1,1 0-1,4 5 1,5 5 13,19 25-1,-2-3-26,-3-9-968,0-2 1,2-1-1,53 33 0,-3-10-3840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47 5683,'0'0'10986,"-3"-10"-9879,-3-16-620,3 16-293,3 10-189,0 0 1,0 0 0,0 0 0,0 0-1,0 0 1,0 0 0,0 0 0,-1 0 0,1 0-1,0 0 1,0 0 0,0 0 0,0 0 0,0 0-1,0 0 1,0 0 0,0 0 0,0 0 0,0 0-1,0 0 1,0 0 0,0 0 0,0 0 0,0 0-1,0 0 1,0 0 0,0 0 0,0 0-1,0 0 1,-1 0 0,1 0 0,0 0 0,0 0-1,0 0 1,0 427 1659,0-419-1667,3 21 10,-3-28-13,1 0-1,-1 1 1,1-1-1,-1 0 1,1 0-1,0 0 1,0 0-1,-1 0 1,1 0-1,0-1 1,0 1-1,0 0 1,0 0-1,0-1 1,0 1-1,0 0 1,0-1-1,0 1 1,1-1-1,-1 1 1,2-1-1,14 3-763,0-1-1,0-1 1,0-1 0,29-3-1,-41 3 279,0-1 0,0 1 0,-1-1 1,1 0-1,0-1 0,5-2 0,-7 2-335,1 0 0,0-1 1,-1 1-1,1-1 0,4-6 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8564,'0'0'5728,"28"-5"-4858,-13 2-805,192-23 222,-164 24-219,22-2 11,97-16 1,-158 19 1,-1 0 222,0 1 0,0-1 0,0 0 0,0 0 0,0 0-1,0 0 1,0 0 0,0-1 0,5-3 1964,-8 20-2019,13 139 407,-2-60-2137,-9-31-3744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 8932,'0'0'8660,"-6"-20"-8756,6 49-1057,0 5-1984,0-3-3874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4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8932,'0'0'9516,"-6"28"-8054,-19 90-584,15-75-441,5-24-187,1 0-1,0 0 0,2 0 0,-1 26 1,3-44-149,15-20 996,22-27-494,9-13-372,69-67-1,-111 122-234,-2 1-1,1 0 1,0 0 0,0 0-1,1 0 1,-1 1-1,0-1 1,1 1 0,0 0-1,-1 0 1,1 0-1,0 1 1,0-1 0,0 1-1,0 0 1,5-1-1,-8 2 3,0 0 0,0 1-1,0-1 1,-1 0 0,1 0-1,0 1 1,0-1 0,0 1-1,0-1 1,0 1 0,-1-1-1,1 1 1,0-1 0,0 1 0,-1 0-1,1-1 1,-1 1 0,1 0-1,0-1 1,-1 1 0,1 0-1,-1 0 1,0 0 0,1 0-1,-1 0 1,1 1 0,6 29-51,-6-22 48,8 62 15,-7-48-2,1-1 0,1 1 1,13 41-1,-16-62-4,-1 0-1,1-1 1,0 1 0,0-1 0,0 1 0,0-1-1,0 0 1,0 1 0,0-1 0,1 0 0,-1 0-1,1 0 1,-1 0 0,0 0 0,1 0-1,0 0 1,-1 0 0,1 0 0,-1-1 0,1 1-1,0-1 1,-1 1 0,1-1 0,0 0-1,0 0 1,-1 0 0,1 0 0,0 0 0,3 0-1,1-1 26,-1 0 0,1 0 0,-1-1 0,0 0 0,1 0 0,-1 0 0,0 0 0,7-5-1,18-15 131,40-36-1,19-15 222,-71 62-307,-14 9-14,0 0 0,-1 0-1,1 0 1,-1 0-1,0-1 1,1 1-1,-1-1 1,0 0-1,3-5 1,-5 7 69,-1 5-286,0 10 78,-1-4-48,1 1 1,0-1 0,1 1-1,0-1 1,1 1-1,0-1 1,0 0 0,7 17-1,-5-19-677,0 0 0,0 0 0,1 0 0,0-1 0,0 1 0,1-1 0,0 0-1,0-1 1,1 0 0,0 0 0,0 0 0,9 5 0,30 8-7076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3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44 330 8132,'0'0'7737,"20"-1"-7481,109-3-72,-127 5-188,0-1 0,-1 0-1,1 0 1,0 0 0,0-1 0,0 1 0,0 0 0,0-1 0,0 1 0,0-1-1,-1 0 1,1 1 0,0-1 0,-1 0 0,1 0 0,0 0 0,-1 0 0,1 0-1,-1-1 1,1 1 0,-1 0 0,0-1 0,0 1 0,0-1 0,1 0 0,-1 1 0,-1-1-1,2-2 1,0-3 2,0 1 0,-1-1 0,0 0 0,-1 0 0,1 0 0,-2-10 0,1 3 37,-1 9 1,1 0 0,-1-1 0,0 1-1,-1 0 1,1 0 0,-1 0 0,0 0 0,0 0-1,-1 0 1,0 0 0,1 1 0,-1-1 0,-1 1 0,1 0-1,-1 0 1,0 0 0,0 0 0,0 1 0,0 0-1,-6-4 1,5 3 20,0 1 1,0 1-1,0-1 0,-1 1 0,1 0 0,0 0 0,-1 0 1,1 1-1,-1 0 0,0 0 0,1 0 0,-1 1 0,0-1 1,0 2-1,1-1 0,-1 1 0,0-1 0,1 1 0,-10 3 1,11-1-39,0-1 1,0 1 0,0 0 0,0 0-1,1 0 1,-1 0 0,1 1-1,-1-1 1,1 1 0,1 0 0,-1 0-1,0 0 1,1 0 0,0 1-1,0-1 1,0 0 0,1 1 0,-1 0-1,1-1 1,-1 6 0,0 2 72,0 0 0,0 1 1,2-1-1,-1 0 0,2 0 1,2 24-1,-1-30-19,0 0 0,0 1-1,0-1 1,1 0 0,0-1-1,0 1 1,1 0 0,-1-1 0,1 0-1,0 0 1,1 0 0,-1 0-1,1-1 1,0 0 0,0 0 0,0 0-1,1 0 1,-1-1 0,1 0 0,8 3-1,2 1 55,1-1 0,0-1 0,0 0 0,0-1 0,0-1 0,25 1 0,-1-2 87,0-1-1,0-2 1,0-2 0,75-15-1,-99 14-164,0-1 0,-1-1 0,1 0 0,-1-1 0,-1 0 0,1-1 0,-2-1 0,1-1 0,-1 0-1,0-1 1,-1 0 0,-1-1 0,1-1 0,10-15 0,-16 18-30,0-1-1,-1 0 1,0-1-1,-1 0 1,-1 0-1,1 0 1,-2 0-1,0-1 1,0 1-1,-1-1 1,-1 0-1,0 0 1,-1-15-1,0 23-16,0 1 0,0 0 0,-1-1 0,1 1 0,-1 0 0,0-1 0,0 1-1,0 0 1,-1 0 0,1 0 0,-1 0 0,0 0 0,-5-7 0,5 9-3,-1-1 1,0 1-1,1 0 1,-1 0 0,0 0-1,0 0 1,0 1-1,0-1 1,0 1-1,-1-1 1,1 1 0,0 0-1,-1 1 1,1-1-1,-1 0 1,1 1 0,-7 0-1,8 0-7,-1 0-1,0 0 1,0 1-1,0-1 1,1 1-1,-1 0 1,0 0-1,1 0 1,-1 0-1,0 0 1,1 0-1,-1 1 1,1-1-1,0 1 1,0 0 0,-1 0-1,1 0 1,0 0-1,0 0 1,1 0-1,-1 0 1,0 0-1,1 1 1,-1-1-1,1 1 1,-1 3-1,-3 6-12,0 1 0,1 0 1,1-1-1,-3 21 0,2 7 18,1 67 0,4-78 20,-1-15-173,1 0 1,1 0-1,1 1 1,0-2 0,0 1-1,2 0 1,8 20-1,-8-23-1676,-2 1-1,6 21 0,-8-21-4812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1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6 352,'0'0'12296,"8"0"-11730,327 0 789,-310-3-963,-20 2 160,-17 0-356,-45 1-104,-216 4 10,250-3 194,23-1 222,2 0-422,389 0 221,-233 0-6263,-183 0 44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1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34 4994,'0'0'9602,"4"-7"-8516,5-9-626,-3 7-204,-5 8-60,-3 3 76,-8 11-6,-1 0-1,0-1 0,-1 0 0,-1-1 0,-20 15 0,-77 46 1030,80-54-1150,-108 62 754,138-80-814,0 0-1,-1 0 1,1 0-1,-1 1 1,1-1-1,0 0 1,-1 0-1,1 1 0,0-1 1,0 0-1,-1 1 1,1-1-1,0 0 1,0 1-1,-1-1 1,1 0-1,0 1 1,0-1-1,0 1 1,0-1-1,-1 0 1,1 1-1,0-1 1,0 1-1,0-1 1,0 0-1,0 1 1,0-1-1,0 1 1,0-1-1,0 1 0,1-1 1,-1 0-1,0 1 1,0-1-1,0 1 1,0-1-1,0 0 1,1 1-1,-1-1 1,0 0-1,1 1 1,16 16-827,-9-10 970,166 166-354,-98-96-2512,0-1-4739,-37-39-3516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6:18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36 16,'0'0'4098,"0"-35"4002,-4 329-3375,0 13-2324,4-329-1265,0-413-186,0 426-870,0 1 0,1-1 0,0 0 0,0 0 0,1 0 0,0 1 0,4-11 0,-6 20-78,0-1 0,0 0 0,0 0-1,0 0 1,0 0 0,0 0 0,0 0 0,0 0-1,0 1 1,0-1 0,0 0 0,0 0 0,0 0 0,0 0-1,0 0 1,0 0 0,0 0 0,1 0 0,-1 0-1,0 0 1,0 1 0,0-1 0,0 0 0,0 0 0,0 0-1,0 0 1,0 0 0,0 0 0,0 0 0,1 0-1,-1 0 1,0 0 0,0 0 0,0 0 0,0 0 0,0 0-1,0 0 1,0 0 0,1 0 0,-1 0 0,0 0-1,0 0 1,0 0 0,0 0 0,0 0 0,0 0 0,0 0-1,0 0 1,1 0 0,-1 0 0,0-1 0,0 1-1,0 0 1,0 0 0,0 0 0,0 0 0,0 0 0,0 0-1,0 0 1,0 0 0,0 0 0,0 0 0,0-1 0,4 14-204,8 50 229,-3 0-1,0 69 1,-7-76-3090,-2 0-3359,0-33-4841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3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 3986,'0'0'8438,"-1"-4"-8035,-4-8-322,3 14-25,2 27 130,0-9 38,2 4 239,1 0 0,0-1 1,14 47-1,3 18 661,-19-95-725,0 0 0,0 0 0,0 0 0,1 0 0,0 1 0,0-1 0,0 1 0,6-10 0,2-5-461,23-36-1,-26 47 67,0 0 0,1 0-1,1 1 1,-1 0 0,2 1-1,-1-1 1,1 2 0,0-1 0,18-8-1,-19 11-16,0 2 0,0-1-1,1 1 1,-1 1 0,1 0-1,0 0 1,-1 0 0,1 2-1,0-1 1,0 1 0,0 0-1,16 4 1,-21-3 10,0 0 1,-1 1-1,1 0 0,0 0 0,-1 0 1,0 0-1,0 1 0,0-1 0,0 1 1,0 0-1,0 0 0,-1 1 0,1-1 1,-1 1-1,0 0 0,0 0 1,0 0-1,-1 0 0,1 0 0,-1 1 1,0-1-1,-1 1 0,3 8 0,1 5 3,-1-1 0,-1 1 0,0 0 0,-1 0-1,-2 20 1,-1 63-99,0-5-3846,1-94 3536,0 0 0,0 0 0,0 0 0,0 0 0,0 0 0,0 0 0,1 0 0,-1 0 0,2 3 0,0-3-177,-1-1 0,0 1 0,1-1-1,-1 0 1,1 1 0,-1-1 0,1 0 0,0 0 0,2 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6787,'0'0'8404,"42"0"-8036,-10 0-64,3 0-304,5 0-464,8 0-1313,3 0-2337,3 0-1872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17 4818,'0'0'9343,"-19"3"-8505,1-1-641,-1 1 1,-17 6-1,35-9-179,0 0 0,1 0 0,-1 1-1,0-1 1,0 0 0,0 1 0,0-1-1,1 1 1,-1-1 0,0 1 0,1-1 0,-1 1-1,0-1 1,1 1 0,-1 0 0,0 0 0,1-1-1,-1 1 1,1 0 0,0 0 0,-1-1-1,1 1 1,-1 0 0,1 0 0,0 0 0,0 0-1,0 0 1,-1 0 0,1-1 0,0 1 0,0 0-1,0 0 1,0 0 0,1 0 0,-1 0-1,0 0 1,0 0 0,0-1 0,1 2 0,1 2 94,0 0 0,0 0 1,0 0-1,1-1 0,4 7 1,-4-7-26,11 13 137,2-1 0,0 0-1,30 21 1,-29-25-102,-2 2 0,1 0 0,-2 0 0,26 30-1,-38-40-118,0 0-1,0 0 0,0 0 0,-1 0 0,1 0 0,-1 1 0,0-1 0,0 0 0,0 1 0,0-1 1,-1 0-1,1 1 0,-1 5 0,0-8 4,0 0 1,0-1-1,-1 1 0,1-1 1,0 1-1,-1-1 0,1 1 1,-1-1-1,1 1 0,0-1 1,-1 1-1,1-1 0,-1 0 1,1 1-1,-1-1 1,1 0-1,-1 1 0,0-1 1,1 0-1,-1 0 0,1 1 1,-1-1-1,0 0 0,1 0 1,-1 0-1,1 0 0,-1 0 1,-1 0-1,-24 2 94,20-2-83,-3 0-68,-90 0-357,90-1-488,-1 0-1,0-1 0,0 0 0,1-1 1,-1 0-1,1 0 0,-16-9 0,-9-9-7055</inkml:trace>
  <inkml:trace contextRef="#ctx0" brushRef="#br0" timeOffset="1">91 32 5923,'0'0'8115,"145"-32"-7266,-102 32-497,-9 0-160,-7 0-192,-6 12-992,-5-2-3138,1-5-5074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6403,'0'0'6368,"-6"28"-5303,-19 93-340,23-113-660,1 0 0,0 0-1,1 0 1,0 0 0,0 0-1,0 0 1,1 0 0,1 0-1,-1 0 1,1 0 0,0 0-1,1-1 1,0 1 0,0-1-1,1 0 1,0 0 0,0 0-1,0 0 1,1-1 0,0 1-1,0-1 1,1-1 0,0 1-1,12 9 1,-13-11-49,1 0 0,-1-1 1,1 0-1,-1 1 0,1-2 0,0 1 1,0-1-1,0 0 0,12 2 0,-4-2 61,0 0 0,1-1 0,16-2 0,-27 1 37,1-1 0,-1 0 0,0 0 0,0 0 0,0-1 0,0 0 1,0 1-1,0-1 0,0-1 0,-1 1 0,1 0 0,-1-1 0,1 0 1,-1 0-1,0 0 0,0 0 0,0 0 0,-1-1 0,1 1 0,-1-1 1,0 0-1,0 1 0,3-9 0,2-3 195,-2-1 0,0 0 0,-1 0 0,5-32 0,-7 31-217,0 0-1,-1 0 1,0 0 0,-1 0-1,-4-23 1,4 39-108,-1 0 0,1 0 0,-1 0 1,1 0-1,-1 0 0,1 0 0,-1 0 0,1 0 0,-1 0 1,0 0-1,1 1 0,-1-1 0,0 0 0,0 0 1,0 1-1,0-1 0,0 1 0,0-1 0,0 0 1,0 1-1,-1-1 0,-1 0-213,-1 0-1,1 1 1,0-1 0,0 1 0,-1-1-1,1 1 1,-5 1 0,2-1-618,0 1-1,0 0 1,0 0-1,0 0 1,0 1-1,0 0 1,-8 4-1,-9 12-5045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4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5026,'0'0'11125,"11"-5"-10852,48 7 1023,8 3-912,-6-5-336,-15 3 16,-14-3-64,-13 2-32,-11-2-1664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5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5426,'0'0'12718,"0"-8"-12155,0-14-320,0 34-99,0 57 142,0 217 525,0-165-9122,0-108 545</inkml:trace>
  <inkml:trace contextRef="#ctx0" brushRef="#br0" timeOffset="1">372 73 5346,'0'0'12977,"9"-11"-12203,-4 5-693,20-23 105,-24 28-182,-1 1-1,0 0 1,0 0-1,0 0 1,0 0-1,1 0 1,-1-1-1,0 1 0,0 0 1,0 0-1,0 0 1,1 0-1,-1 0 1,0 0-1,0 0 1,0 0-1,1 0 1,-1 0-1,0 0 0,0 0 1,0 0-1,1 0 1,-1 0-1,0 0 1,0 0-1,0 0 1,1 0-1,-1 0 1,0 0-1,0 0 1,0 0-1,1 0 0,-1 0 1,0 0-1,0 1 1,0-1-1,1 0 1,-1 0-1,0 0 1,0 0-1,0 0 1,0 1-1,0-1 0,0 0 1,1 0-1,-1 0 1,0 1-1,-1 24 327,-8 19 185,-5 27 14,3 0 0,-2 97 0,13-148-618,-2 36-630,1-51-5,0 0-1,0 0 1,0-1-1,-1 1 1,-3 6 0,-6 11-6480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1489,'0'0'11696,"-18"29"-10832,2-7-663,-1 3 38,1 0-1,1 1 0,1 0 0,1 1 0,-18 56 0,21-41 131,2 1 1,2 0-1,2 0 0,1 56 0,3-81-285,1 0-1,1-1 1,0 1-1,7 27 1,-5-34-57,0 1 1,1-1-1,0 0 1,1-1-1,0 1 1,0-1-1,13 15 1,-8-13-113,1 0 0,1 0 0,0-1 1,0 0-1,1-1 0,0-1 0,1 0 0,0-1 1,18 7-1,-12-7-895,1-1 1,25 6-1,-21-8-2139,41 2-1,-7-6-5017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9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4994,'0'0'9458,"6"20"-9157,-2-4-210,5 16 263,-2 1 0,6 55 0,-9 83 1850,-4-170-2028,0-19 966,5-87-160,-3 92-989,0 1 0,1-1 0,0 1 0,1 0 0,0 1 0,9-18 0,-6 15 3,1 1 0,1 0 0,-1 1 1,19-20-1,-24 29 7,0-1 0,1 1 0,0 0-1,-1 1 1,1-1 0,0 1 0,0-1 0,0 1 0,1 0 0,-1 1 0,0-1 0,1 1 0,-1 0 0,1 0 0,-1 0 0,1 0 0,0 1 0,-1 0 0,1 0 0,4 1 0,-5 0-4,-1 0-1,1 0 1,-1 1-1,0-1 1,0 1-1,0 0 1,0 0-1,0 0 1,0 0-1,0 0 1,-1 1-1,1-1 1,-1 1 0,0-1-1,1 1 1,-1 0-1,0 0 1,2 7-1,5 6 24,-2 2 1,8 24-1,-10-26 11,34 124 137,-10-34-2296,-15-68-1128,1-17-2167,3-7-4168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8884,'0'0'10565,"40"-17"-10341,6 14-128,13-2-32,-6 5-128,-5-2-384,-8 2-2065,-8 0-929,-10 0-1248,-9-2-1761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54 6211,'0'0'11613,"0"-11"-10631,-2-31-270,5 59-577,0 1 1,1 0-1,2-1 0,10 28 0,-6-18 49,8 29-1,-10-22-297,-2-1 0,-1 2 0,-2-1-1,-1 0 1,-5 68 0,2-96-543,0-1 1,0 0-1,-1 0 0,1 1 1,-1-1-1,-1 0 1,1-1-1,0 1 1,-6 6-1,-5 1-6090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0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3826,'0'0'11827,"-22"20"-11163,-5 7-364,-8 7 294,-60 45 0,82-69-433,-54 38 677,59-43-691,-1 0 1,-1 0-1,1 0 1,-1-2-1,-15 6 1,23-9 954,12 0-1037,15 0 426,38 4-1,-54-2-410,0 0-1,0 0 1,0 1 0,0 0-1,0 1 1,-1 0 0,11 6-1,162 112-6282,-156-104 734,-1-9-3252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65 219 5763,'0'0'13158,"-64"-14"-12102,85 14-1024,25 0 192,7 0-224,3 0-16,-2 0-736,-3 0-1537,-6 0-1137,-2-2-1808,-8-15-2802</inkml:trace>
  <inkml:trace contextRef="#ctx0" brushRef="#br0" timeOffset="1">493 10 6243,'0'0'12382,"15"-2"-11910,-6 0-413,-5 1-40,0 0 1,0 0 0,1 0-1,-1 0 1,0 1-1,0 0 1,1 0 0,-1 0-1,0 1 1,1-1-1,-1 1 1,0 0-1,0 0 1,0 0 0,0 1-1,0-1 1,0 1-1,0 0 1,0 0 0,-1 1-1,1-1 1,4 5-1,-1 1 31,-1-1 1,0 1-1,0 0 0,-1 0 0,0 1 0,0 0 0,-1 0 0,0 0 0,-1 0 0,0 1 0,-1-1 0,1 1 1,-2-1-1,1 1 0,-2 0 0,1 0 0,-2 10 0,1-15-47,-1-1 1,1 0-1,-1 0 0,0 0 0,-1 1 1,1-1-1,-1 0 0,0-1 0,1 1 1,-2 0-1,1 0 0,0-1 0,-1 1 1,0-1-1,0 0 0,0 0 0,0 0 1,0 0-1,0-1 0,-1 1 0,-4 2 1,-3 1 103,-1 1 0,1-2 0,-1 0 1,0 0-1,-25 5 0,37-10-72,0 0-1,0 0 1,0 0-1,0 0 1,0 0 0,1 0-1,-1 0 1,0 0-1,0 0 1,0 0 0,0 1-1,0-1 1,0 0-1,0 0 1,0 0 0,0 0-1,0 0 1,0 0-1,0 0 1,0 0 0,0 0-1,0 0 1,0 0-1,0 0 1,0 0 0,0 0-1,0 1 1,0-1 0,0 0-1,0 0 1,0 0-1,0 0 1,0 0 0,16 2 293,25-1-259,25 0 7,-27 1-467,0-2 1,1-2 0,44-8-1,-76 9-551,0-1 1,0-1-1,0 0 0,-1 0 0,1 0 1,10-8-1,5-7-5949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 10197,'0'0'10372,"13"-2"-9918,-9 1-440,1 1 0,-1-1-1,0 1 1,1 0 0,-1 1 0,0-1 0,1 1-1,-1-1 1,0 1 0,6 2 0,-6-1 3,-1 1 0,1-1 0,-1 0-1,1 1 1,-1 0 0,0 0 0,0 0 0,0 0 0,-1 0 0,1 0 0,-1 1 0,0-1 0,0 1 0,3 6-1,19 42 187,-2 1 1,22 77-1,-36-99-173,-1 1 1,-2 0-1,-1 0 1,-1 1-1,-4 56 1,0-80-114,0 0 0,-1 0 0,0-1 1,-1 1-1,0-1 0,0 1 0,-1-1 0,0 0 1,0 0-1,-1-1 0,0 1 0,0-1 0,-1 0 1,-9 9-1,-2-1-1278,0-1 1,-1 0 0,0-1-1,-32 16 1,-27 10-6878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29 3778,'0'0'14022,"-8"-2"-13061,43-1-561,8 3-400,10-2 112,-2 2-224,-3-3-320,-7 1-1954,-12-5-751,-21-3-1953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51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6227,'0'0'10437,"-3"32"-10261,6 9 368,5 2-432,-2 0 176,-6-2-288,2 0 0,4-3-848,4-4-2562,6-12-3857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2081,'0'0'9807,"0"-6"-8113,0-18-352,0 18 2508,0 8-3629,0 532 1847,10-534-9509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21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54 210 320,'0'0'7195,"-1"-9"-6664,-3-28-34,3 34-239,0-1 1,0 1 0,0-1 0,0 1 0,-1 0 0,0-1 0,1 1 0,-1 0-1,0 0 1,0 0 0,-3-3 0,3 4 47,0 0 1,1 0-1,-1 0 0,1 0 0,0 0 1,0 0-1,-1 0 0,1 0 0,1-1 0,-1 1 1,0 0-1,0-1 0,1 1 0,0-1 1,-1-4-1,-4-75 4000,5 104-4345,-5 578 78,4-471 340,1-128-446,0-4-875,0-11-2803,0-8-3947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22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17 4690,'0'0'10026,"-2"-5"-9359,-3-6-524,3 15-21,2 31 170,1-13-30,-1 491 4282,-2-505-3714,1-5-2181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29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1 496,'0'0'1265,"192"4"-945,-119-4 16,-1 0-208,-8 5-128,-3 2 0,-12 6-240,-15-1-144,-15 0-1537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3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44 2721,'0'0'13537,"-13"0"-12005,6 0-1373,9 0 597,156 1-636,448-21 560,-575 15-379,-28-8 769,-3 13-1130,0 0-1,0-1 1,0 1-1,0 0 1,0 0-1,0-1 0,0 1 1,0 0-1,0 0 1,0 0-1,0-1 0,0 1 1,0 0-1,0 0 1,0-1-1,0 1 1,0 0-1,0 0 0,-1 0 1,1-1-1,0 1 1,0 0-1,0 0 0,0 0 1,0-1-1,-1 1 1,1 0-1,0 0 1,0 0-1,0 0 0,-1 0 1,1 0-1,0-1 1,-26 1-3710,-16 0-2873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3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0 160,'0'0'0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3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294 126 1393,'99'-89'2259,"-91"82"-2690,12-16 12114,-21 17-7045,-12 12-4757,8-2 105,-262 169 246,235-150-192,-51 48 0,64-54-3,18-15 1527,13-5-1159,40-23-362,-51 26-48,-1 0 0,1 1 0,0-1 0,-1 0 0,1 0 0,-1 1 0,1-1 0,-1 0 0,1 1 0,-1-1 0,1 1 0,-1-1 0,1 0 0,-1 1 0,1-1 0,-1 1 0,0-1 0,1 1 0,-1 0 0,0-1 0,1 1 0,-1-1 0,0 1 0,0 0 0,12 25-210,-7-12 141,6 8 101,2 0 0,0 0 0,1-2-1,26 31 1,-30-41-70,0 0 1,1 0-1,0-1 0,1-1 0,0 1 1,0-2-1,0 0 0,1 0 1,21 7-1,21 1-2146,-17-9-2001,1-5-4891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5202,'0'0'6441,"4"29"-6188,8 246 2563,-12-259-1398,2-21-850,18-35-333,1 1-1,2 1 0,2 1 1,1 1-1,37-38 0,-60 71-239,-1 0-1,1 1 1,0-1-1,0 1 1,1 0 0,-1 0-1,0 0 1,1 0-1,-1 0 1,6-1-1,-8 3 2,1 0 1,0-1-1,-1 1 0,1 0 0,0 0 0,-1 0 0,1 0 0,0 0 1,-1 0-1,1 1 0,0-1 0,-1 1 0,1-1 0,0 1 1,-1-1-1,1 1 0,-1 0 0,1 0 0,-1 0 0,0 0 0,1 0 1,-1 0-1,0 0 0,0 0 0,3 3 0,8 13-33,-1 1 0,-1 1 0,0-1 0,-1 1 0,-1 1 0,-1 0-1,-1 0 1,0 0 0,-2 1 0,3 26 0,-6-36-4,3 53-532,-4-59 16,0 1 0,0 0 0,-1 0 0,0-1 0,0 1 0,-1 0 0,1-1 0,-5 9 0,-11 9-4117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 7155,'0'0'7284,"-16"-3"-7060,46 3 16,10 0 368,5 0-144,1 0-15,-9 0-449,-8 0 0,-2 0-209,0 0-2288,-6 0-1633,1 0-2369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 7155,'0'0'7956,"-1"-4"-7679,-2-7-173,1 14-51,3 27-2,-1-20-27,16 120 310,-9-89-154,2 67 0,-9-62 855,0-49-192,2-4-730,1-1 0,-1 0 0,1 1 0,0-1-1,1 1 1,0 0 0,8-11 0,4-4 120,19-19 0,-22 25-237,2 2 0,0 0 0,0 1-1,28-18 1,-34 26-2,1 0-1,-1 0 0,1 1 1,0 0-1,0 0 1,0 1-1,0 1 0,0 0 1,1 0-1,17 0 1,-27 2 2,1 0 0,-1 0 1,0 1-1,1-1 0,-1 0 1,0 1-1,1-1 0,-1 1 1,0-1-1,1 1 0,-1 0 1,0-1-1,0 1 0,0 0 1,0 0-1,0 0 0,0 0 0,0 0 1,0 0-1,0 0 0,0 0 1,-1 0-1,1 1 0,0-1 1,-1 0-1,2 2 0,0 5-21,1-1 0,-1 1-1,2 13 1,-1-4-33,7 37-95,10 38 2,-2-33-3307,-7-38-1120,2-5-2993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48 2897,'0'0'11376,"-15"-3"-10330,-46-10-363,123 10 595,211 3-118,-273-1-1634,0 0 0,0 0 0,-1 0-1,1 0 1,0 0 0,-1 0 0,1 0-1,-1 0 1,1 0 0,-1 0 0,0 0-1,1 0 1,-1 0 0,0 1 0,1-1-1,-3-1 1,-16-10-6622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22 6707,'0'0'10018,"-1"-6"-9490,-2-10-311,1 20-119,0 36-57,2-26-23,-1 31-135,-5 142 831,0-63-3224,6-108-1268,0-3-2235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7459,'0'0'10240,"2"-2"-9617,2 9-601,2 25 290,-1 0-1,1 46 0,1 10 367,2-31-471,0 9-244,-6-22-3484,-4-38-889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34 4562,'0'0'6811,"-5"0"-5896,-12 0 772,22 0 1650,18 0-665,-4 0-3693,56 2 1168,-32-1-435,-1-1 0,1-1 0,55-11 0,-82 7-2976,-5-2-1943,2-4-3624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8084,'0'0'9729,"4"-9"-9558,-4 9-171,1-2 1,-1 0 0,1 0 0,0-1 0,0 1 0,0 0 0,0 0 0,1 0 0,-1 0 0,1 0-1,-1 1 1,1-1 0,-1 0 0,1 1 0,0-1 0,0 1 0,0-1 0,0 1 0,0 0 0,0 0 0,0 0 0,0 0-1,1 0 1,-1 1 0,0-1 0,0 1 0,1-1 0,-1 1 0,0 0 0,1 0 0,-1 0 0,4 0 0,2 2 1,-1 0 1,0 0-1,0 0 1,0 1-1,0 0 1,0 0-1,0 1 1,-1 0-1,0 0 1,1 1-1,-2 0 1,1 0-1,0 0 1,4 7-1,-4-5-16,0 0-1,-1 1 1,0-1-1,-1 1 1,1 0-1,-2 1 1,1-1-1,-1 1 1,0-1-1,-1 1 1,2 14 0,-2-11 16,-1 0 0,-1 1 1,0-1-1,-1 0 0,-3 19 1,3-25-1,-1 0 1,0 0-1,-1 0 1,1 0 0,-1 0-1,0 0 1,0-1-1,-1 1 1,0-1 0,0 0-1,0 0 1,-5 4 0,-3 1 81,1-2 0,-1 0 0,-1 0 0,1-1 0,-1-1 0,0 0 0,-1-1 0,0 0 0,-15 3 0,20-4 1099,12 0 403,17-1-756,369 19 344,-332-20-1110,-49-2-733,-38-2-861,-42-2-4318,-20-3-7915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5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687 7 5987,'0'0'8273,"3"-7"-7518,-3 7-734,0 0-1,0 0 1,0 0-1,0 1 1,0-1-1,0 0 1,0 0-1,0 0 1,1 0-1,-1 0 1,0 0 0,0 0-1,0 0 1,0 0-1,0 0 1,0 0-1,0 0 1,0 0-1,0 0 1,0 0-1,0 0 1,1 0 0,-1 0-1,0 0 1,0 0-1,0 0 1,0 0-1,0 0 1,0 0-1,0 0 1,0 0-1,0 0 1,0 0 0,0-1-1,0 1 1,1 0-1,-2 16 102,-1-1-1,0 0 0,-1 0 0,-1 0 1,0-1-1,-1 1 0,-1-1 1,0 0-1,-1 0 0,-12 19 1,-13 14 283,-55 64 1,73-95-361,-318 322 843,227-238-672,89-85-186,10-11-35,1 1 0,-1 1 0,1-1 0,0 1 0,1 0 0,-1 0-1,-6 11 1,11-16-228,-1 3 294,7-2-2762,30-6-1455,24-14-2480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5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0 4514,'0'0'9639,"-11"10"-8988,-147 149 814,20-19-550,-61 49-72,185-172-1173,14-8-1381,1-9 1456,-1 1 0,1-1 1,0 1-1,-1-1 0,1 1 1,0-1-1,0 0 0,-1 1 1,1-1-1,0 0 0,0 0 0,0 1 1,-1-1-1,1 0 0,0 0 1,1 0-1,44 1-6103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58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 2785,'0'0'8564,"-2"0"-6860,5 0-460,428 12 1112,-79-12-2272,284 0 3431,-658-1-2177,-9-5-4245,-5-9-2250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71 1857,'0'0'9935,"-4"0"-8740,-10 0-77,10 0-179,226-10 3057,103-33-4878,-310 39-3775,-33 0-444,14 3 4827,-47-7-7532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6163,'0'0'10389,"0"-11"-9464,2-31-175,0 35-341,-1 7-291,2 10-154,-2-9 63,73 394 1635,-59-297-2886,-12-82-761,12 30-1,5-6-3846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5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7507,'0'0'8324,"-25"18"-7739,7-6-495,2-2-41,1 1 1,0 0-1,-14 16 0,22-20 18,1 0 0,0 0 0,0 1-1,1 0 1,0 0 0,0 0-1,1 1 1,0-1 0,1 1 0,-5 17-1,1 14 249,2 0-1,1 0 0,3 0 0,5 77 1,-1-96-277,1-1 0,0 1 0,2-1 0,0-1 0,1 1 0,2-1 0,-1 0 0,2-1 1,1 0-1,0 0 0,1-1 0,26 27 0,-19-23-339,1-1 1,2-2-1,35 26 1,-34-30-827,0 0-1,1-1 1,41 15 0,-47-22-514,-1-1 0,20 3 1,33-1-5870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5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6419,'0'0'8807,"2"8"-8650,9 41 88,42 211 2034,-54-276-1332,1 1 0,2-26 0,-1 29-931,1 1-1,0 0 1,0 0 0,1 0-1,1 0 1,5-14 0,-3 16-10,0 0 0,0 0 0,0 0 1,1 1-1,1 0 0,-1 0 1,1 1-1,0 0 0,1 1 1,0-1-1,10-4 0,-12 7-15,1 0 0,0 1 0,0 0 0,0 0 1,0 1-1,1 0 0,-1 0 0,0 1 0,1 0 0,-1 1 0,1-1 0,-1 2 0,1-1 0,12 3 0,-19-2 2,0 0 1,1 1-1,-1-1 1,0 0-1,0 1 1,0-1-1,0 1 1,0-1-1,0 1 1,0 0-1,0 0 1,-1 0-1,1 0 0,-1 0 1,1 0-1,-1 0 1,0 1-1,0-1 1,0 1-1,0-1 1,-1 0-1,2 5 1,1 8 5,0-1-1,1 25 1,-3-28-19,3 50-116,8 59-701,-9-106-617,0-1 0,1 0 0,9 21 0,5-3-5179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8212,'0'0'10885,"91"-12"-10213,-35 5-352,-3 2-64,-2-2-256,-5 2-80,-6 1-1376,-8 4-2050,-11-5-1600,-2-5-2402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6467,'0'0'9218,"-4"5"-8479,0 0-591,1 1 0,0 0 0,0 0 0,0 0 1,1 0-1,-1 0 0,2 1 0,-1-1 0,1 1 1,-1 8-1,-4 77 1236,6-75-1101,0 258 221,0-273-755,0 1 0,0-1 0,0 0-1,0 0 1,0 1 0,1-1 0,-1 0-1,1 0 1,0 1 0,0-1 0,1 3-1,-1-4-115,0 0 0,0 0-1,0 0 1,0 0 0,0 0-1,0 0 1,0-1-1,1 1 1,-1 0 0,0-1-1,0 1 1,0-1 0,1 1-1,-1-1 1,0 0 0,1 1-1,-1-1 1,0 0 0,3 0-1,17 0-7094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30 3794,'0'0'13134,"8"-7"-12766,18-14-285,-26 21-81,0 0 0,0 0 0,0 0 0,1 0 0,-1 0-1,0 0 1,0-1 0,0 1 0,0 0 0,0 0 0,0 0 0,1 0 0,-1 0 0,0 0 0,0 0-1,0 0 1,0 0 0,0 0 0,1 0 0,-1 0 0,0 0 0,0 0 0,0 0 0,0 0 0,0 0 0,1 0-1,-1 0 1,0 0 0,0 0 0,0 0 0,0 0 0,0 0 0,1 0 0,-1 0 0,0 0 0,0 0 0,0 0-1,0 0 1,0 1 0,0-1 0,1 0 0,-1 0 0,0 0 0,0 0 0,0 0 0,0 0 0,0 1-1,0-1 1,0 0 0,0 0 0,0 0 0,0 0 0,0 0 0,0 1 0,0-1 0,1 0 0,-11 23 206,-2-4 1,-1 0 0,-1-1 1,0-1-1,-32 30 0,-79 58 552,100-85-554,18-12 2484,7-8-2613,11 2 931,162 64-1455,-95-33-1919,2-5-3316,-31-15-1071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7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604 6 7924,'0'0'10821,"0"-3"-10491,0 0-178,-1 7-8,-3 20 129,-4 40 282,0 218 479,8-244-1153,0-35-173,0 1 1,0 0 0,0 0 0,0 0 0,1-1 0,0 1 0,0 0-1,0-1 1,0 1 0,0 0 0,1-1 0,0 0 0,-1 1-1,1-1 1,1 0 0,-1 0 0,0 0 0,1 0 0,-1 0-1,1-1 1,5 4 0,15 2-4893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7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7379,'0'0'8884,"81"142"-7555,-49-65-401,-3 4 65,-2-1-305,-8-1-144,-14-2-223,-5-7-289,0-5 0,-38 0-32,-12-7-272,-17-3-1569,-3-2-2193,-2-5-4018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1777,'1'0'13828,"10"0"-13033,148 0-151,-89 0-6763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0:11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45 2321,'0'0'8799,"1"-9"-7094,-1 0-1729,1-16 2393,0 23-1714,-1 5-144,0 17-258,0 16-151,0 63 530,-16 138 0,8-184-443,0-9-65,-3 81 0,11-125 103,-14-3-4471,-1-13-1823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4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2673,'0'0'8978,"0"-15"-7812,-1 11-1135,1 1 1,0 0-1,0 0 1,1 0 0,-1-1-1,1 1 1,-1 0 0,1 0-1,0 0 1,0 0 0,0 0-1,1 0 1,-1 0 0,1 0-1,0 1 1,-1-1 0,1 1-1,0-1 1,1 1-1,-1-1 1,0 1 0,1 0-1,-1 0 1,1 0 0,-1 1-1,1-1 1,0 1 0,6-3-1,1 0-20,1 1 0,0 0 0,0 0 0,0 1 0,0 1 0,1 0 0,14 0 0,-25 1-14,0 0-1,0 1 0,1-1 0,-1 0 0,0 1 0,0-1 1,0 0-1,0 1 0,0-1 0,0 1 0,0 0 1,-1-1-1,1 1 0,0 0 0,0-1 0,0 1 1,-1 0-1,1 0 0,0 0 0,-1 0 0,1-1 0,0 1 1,-1 0-1,1 0 0,-1 0 0,0 1 0,1 0 1,7 37-88,-7-27 112,6 49 313,0 98 2158,-7-163-1249,0-150-347,0 149-898,1 1 0,0-1 0,-1 1 0,1-1 1,1 1-1,-1 0 0,1-1 0,0 1 0,0 0 0,0 0 0,0 0 0,1 0 0,-1 1 0,1-1 0,0 1 0,0-1 0,1 1 0,-1 0 1,1 0-1,-1 1 0,1-1 0,0 1 0,0 0 0,4-2 0,3-1-13,0 1 1,1 0-1,-1 1 1,1 1-1,-1-1 1,1 2-1,0 0 1,12 0-1,-22 1 9,0 1-1,-1-1 0,1 0 1,0 1-1,-1-1 0,1 1 0,0 0 1,-1 0-1,1-1 0,-1 1 0,1 0 1,-1 0-1,0 0 0,1 1 1,-1-1-1,0 0 0,0 1 0,1-1 1,-1 0-1,0 1 0,-1-1 0,1 1 1,0-1-1,0 1 0,-1 0 1,1-1-1,-1 1 0,1 0 0,-1 0 1,1 2-1,1 8 2,-1-1 0,0 1 0,0 15 0,-1-21 1,0 196-110,0-116-3240,0-47-1982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4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37 2273,'0'0'5202,"-4"-1"-3988,-8-1-821,-26 0 7381,52 0-8012,171-17 518,-176 19-242,-9 0-16,1 0 1,-1 0 0,1 0 0,-1 0 0,0 0 0,1 0 0,-1 0 0,0 0 0,1 0 0,-1 0 0,0 0 0,1 0 0,-1 0 0,0 0 0,1 0 0,-1 0 0,0-1 0,1 1 0,-1 0 0,0 0 0,1 0 0,-1 0 0,0-1 0,1 1 0,-1 0-1,0 0 1,0-1 0,1 1 0,-1 0 0,0-1 0,0 1 0,0 0 0,1 0 0,-1-1 0,0 1 0,0 0 0,0-1 0,0 1 0,0-1 0,0 1 0,0 0 0,0-1 0,0 1 0,0 0 0,0-1 0,0 1 0,0-1 0,0 1-37,1 6-4961,1 4-54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4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3970,'0'0'8236,"0"0"-8228,0 0 0,0 0 0,0 0 0,0 0 0,0 0 0,0 0 0,0-1 0,0 1 0,0 0 0,0 0 0,0 0 0,0 0 0,0 0 0,0 0 0,-1 0 0,1 0 0,0 0 0,0 0 0,0-1 0,0 1 0,0 0 0,0 0 0,0 0 0,-1 0 0,1 0 0,0 0 0,0 0 0,0 0 0,0 0 0,0 0 0,0 0 0,0 0 0,-1 0 0,1 0 0,0 0 0,0 0 0,0 0 0,0 0 0,0 0 0,0 0 0,0 0 0,-1 0 0,1 1 0,0-1 0,0 0 0,0 0 0,-1 3 30,0 1 1,1-1-1,0 1 1,-1-1-1,1 0 1,0 1-1,1-1 1,0 6-1,0 0 85,3 19 631,12 48 0,-9-46-332,5 35-1,-10-8 511,-1-36 1357,-1-49-847,0 20-1398,-1-1 2,1 0 1,0 0-1,1 0 1,0 0 0,0 1-1,1-1 1,0 1 0,0-1-1,7-14 1,-3 13-19,0 0-1,0 0 1,1 0 0,0 0 0,1 1 0,0 1-1,11-10 1,-14 13-31,1 1-1,-1 1 1,1-1-1,0 1 1,0 0 0,0 0-1,1 0 1,-1 1-1,1 0 1,-1 0-1,1 1 1,0 0-1,0 0 1,6 1-1,-10 0-1,-1 0-1,0 0 0,1 1 0,-1-1 1,0 1-1,0 0 0,0 0 0,1 0 1,-1 0-1,0 0 0,0 0 0,0 0 1,0 1-1,-1-1 0,1 1 0,0-1 0,2 4 1,23 36-109,-21-32 86,6 14-359,-2 0 0,0 1-1,12 46 1,7 19-7663,-8-42-1426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4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54 1617,'0'0'7494,"-8"-2"-6310,-24-6 60,24 6-196,8 1-947,0 1-59,0 0-1,0 0 0,0-1 1,0 1-1,0 0 0,0 0 1,0-1-1,0 1 0,0 0 1,0-1-1,1 1 0,-1 0 1,0 0-1,0 0 0,0-1 1,0 1-1,0 0 0,1 0 1,-1-1-1,0 1 0,0 0 0,0 0 1,1 0-1,-1 0 0,0-1 1,0 1-1,1 0 0,-1 0 1,0 0-1,0 0 0,1 0 1,-1 0-1,0 0 0,1 0 1,-1 0-1,0 0 0,0 0 1,1 0-1,-1 0 0,1 0 1,51-8 448,88-2-1,-53 6-287,-37 1-1970,-59-2-3219,-14 1 260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4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21 5106,'0'0'8431,"-1"-5"-7692,-5-11-361,4 22 115,4 40 133,21 204 638,-22-247-1319,0 27 168,7 35 1,6-20-1523,-12-39 446,1 1-1,0-1 0,1 0 0,7 9 0,12 10-5759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48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33 3185,'0'0'7289,"0"-7"-6400,0-14-268,-1 17-3174,-3 19-1644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49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2273,'0'0'8356,"0"-4"-7065,0-10-462,2 15-76,1 25 276,1 5-1028,1 18 593,-2 88 1,-4-89-388,2 0 1,9 52-1,-3-66-787,0-13-3017,3 0-3255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49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25 1665,'0'0'8003,"-7"-2"-6922,-23-8 21,22 8 1760,10 2-2718,45 0 31,-2 1-189,1-2 1,56-9-1,-101 10-604,1 0 246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8:50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39 2689,'0'0'9050,"-2"-6"-7908,-5-20-211,5 20-408,2 7-334,0 18-168,0 27 454,1 1 0,9 47 0,21 129 338,-19-129-4147,-7-70-4576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 1905,'0'0'14751,"-36"0"-13377,367 0-88,-372-1-1549,9 0-141,0 1 1,-44 7 0,75-7 508,1 1 0,-1 0 0,1-1 0,-1 1 1,1 0-1,0-1 0,-1 1 0,1 0 0,0-1 0,-1 1 0,1 0 1,0-1-1,0 1 0,0 0 0,0 0 0,0-1 0,0 1 0,0 0 0,0 0 1,0 0-1,0-1 0,0 1 0,0 0 0,1 1 0,-1 1 49,0 55 141,3 1-1,13 71 1,-8-71-477,0 60 1,-8-114-575,1 1 1,0 0 0,0 0-1,0-1 1,1 1-1,2 7 1,4 3-5098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5475,'0'0'9679,"-12"4"-9124,6-3-503,1 0 0,-1 1 0,1 0 0,-1 1 0,1-1 0,0 1 1,0 0-1,0 0 0,0 1 0,0-1 0,1 1 0,0 0 1,0 0-1,0 1 0,0-1 0,0 1 0,1 0 0,0 0 1,-5 10-1,-3 11 190,1 1 1,1 1 0,1 0 0,2 0-1,-4 35 1,5-14 87,3 1 0,5 60 0,-2-94-301,1-1-1,1 1 0,1 0 1,0-1-1,1 0 1,0 0-1,15 26 1,-9-21-63,1-1 1,1 0 0,1-1-1,1-1 1,16 16-1,-5-10-674,0-1-1,51 33 0,-40-32-2067,66 28 0,2-11-3889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3730,'0'0'9687,"0"-5"-8855,0-14 542,0 33 2895,22-14-3808,-19-1-466,0 0 0,0 1 0,0-1 0,0 1 0,1 0 0,-1 0 0,0 0 0,0 1 0,0-1 0,5 2 0,-7-1-1,1 0 0,-1 0 0,1 1 0,-1-1 0,1 1 0,-1-1 1,0 1-1,0-1 0,0 1 0,0 0 0,0-1 0,0 1 0,0 0 0,-1 0 0,1 0 0,-1 0 0,1 0 0,-1 2 0,7 30 16,-2 1-1,-1 0 1,-2 0-1,-3 45 1,1-32 6,0-40 13,0-5-25,1 1 0,-1-1-1,0 1 1,0-1 0,-1 1-1,1-1 1,-1 0 0,1 1-1,-1-1 1,0 0 0,0 1 0,-1-1-1,1 0 1,-1 0 0,-3 5 546,5-11 5,0-18-488,1 0-1,1 0 1,0 0-1,2 0 0,0 0 1,1 0-1,2 1 1,0 0-1,1 1 1,11-21-1,-15 33-67,2-5-10,1 1 0,13-18-1,-18 27 10,0 0-1,-1 0 1,2 0-1,-1 0 1,0 0-1,0 0 1,0 0-1,1 1 1,-1-1-1,1 1 1,-1 0-1,1 0 1,0 0-1,-1 0 0,1 0 1,0 1-1,0-1 1,3 0-1,-3 1-19,0 0 0,-1 0 0,1 1 0,0-1-1,0 1 1,0-1 0,0 1 0,0 0-1,-1 0 1,1 0 0,0 0 0,-1 1 0,1-1-1,3 3 1,-2 1 17,0-1 1,0 1-1,0-1 1,-1 1-1,1 0 1,3 8-1,9 20-28,-2 1 1,-1 0-1,10 42 1,5 15-3562,-9-47-1270,4-4-3484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32 3282,'0'0'11181,"-18"0"-9730,-41 0 451,48 0 326,51 0-1425,23 0-571,1-3 0,63-12 0,-99 6-231,-21 5-90,5 4-8237,3 0-577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44 6851,'0'0'10357,"-6"-8"-9474,-21-28-416,27 37-464,0-1 1,0 0 0,0 0-1,0 0 1,0 0-1,0 0 1,0 1-1,0-1 1,0 0-1,0 0 1,0 0 0,0 0-1,0 0 1,0 1-1,0-1 1,0 0-1,0 0 1,0 0-1,0 0 1,-1 0 0,1 0-1,0 1 1,0-1-1,0 0 1,0 0-1,0 0 1,0 0-1,0 0 1,0 0 0,-1 0-1,1 0 1,0 0-1,0 1 1,0-1-1,0 0 1,0 0-1,-1 0 1,1 0 0,0 0-1,0 0 1,0 0-1,0 0 1,0 0-1,-1 0 1,1 0 0,0 0-1,0 0 1,0 0-1,0 0 1,0 0-1,-1 0 1,1 0-1,0-1 1,0 1 0,0 0-1,0 0 1,0 0-1,0 0 1,-1 0-1,1 0 1,0 0-1,0 0 1,0 0 0,0-1-1,0 1 1,-1 15 63,1-13-30,0 95 796,0 100 1077,0-66-9701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3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5 6115,'0'0'11168,"-4"-2"-10880,4 2-274,-1-1 1,0 1-1,0 0 1,0-1-1,1 1 1,-1 0-1,0 0 1,0 0-1,0 0 1,0 0 0,0 0-1,0 0 1,1 0-1,-1 0 1,0 0-1,0 0 1,0 1-1,0-1 1,1 0-1,-2 1 1,-19 15 238,-21 36 250,20-23-65,16-22-328,-7 8 112,0 0 0,-25 20 0,34-32-130,-1 1 0,0-1 0,0 0 0,0 0 0,0-1-1,-1 0 1,1 1 0,-1-2 0,1 1 0,-1-1 0,0 0 0,0 0-1,-7 0 1,8-1 8,5 0-52,-1 1 1,1-1-1,-1 0 0,0 0 1,1 0-1,-1 0 0,0 0 1,1 0-1,-1 0 0,1 0 0,-1 0 1,0 0-1,1 0 0,-1 0 1,1 0-1,-1 0 0,0 0 1,1-1-1,-1 1 0,1 0 1,-1-1-1,1 1 0,-1 0 1,1-1-1,-1 1 0,1-1 1,-1 1-1,1 0 0,-1-1 1,1 1-1,0-1 0,-1 1 1,1-1-1,0 0 0,-1 1 1,1-1-1,0 1 0,0-1 1,0 1-1,-1-1 0,1 0 1,0 1-1,0-1 0,0 0 1,0 1-1,0-1 0,0 1 0,0-1 1,1-1-1,-1 2-30,0 0 0,0-1 0,0 1-1,0 0 1,1-1 0,-1 1 0,0 0 0,0 0-1,1-1 1,-1 1 0,0 0 0,1 0 0,-1-1 0,0 1-1,1 0 1,-1 0 0,0 0 0,1 0 0,-1-1-1,0 1 1,1 0 0,-1 0 0,0 0 0,1 0 0,-1 0-1,1 0 1,-1 0 0,0 0 0,1 0 0,17 0-54,-12 1 81,7-1-45,-1 1 0,1 1 0,0 0 0,-1 1 0,0 0-1,18 7 1,69 38-697,-71-33-1869,0-2 0,44 15 1,-23-16-4188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15:43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5026,'0'0'10712,"12"-4"-10024,-9 2-663,0 1-1,0-1 0,0 1 1,0 0-1,0 0 0,1 1 1,-1-1-1,0 1 0,0-1 1,1 1-1,-1 0 0,0 0 1,1 0-1,-1 1 0,0-1 1,1 1-1,-1 0 0,0 0 1,0 0-1,0 0 0,0 0 1,0 1-1,0 0 0,0-1 1,0 1-1,-1 0 0,1 0 1,-1 1-1,1-1 0,-1 0 1,0 1-1,3 3 0,14 18 146,-2 2 0,0 0 0,-1 1-1,-2 0 1,-1 1 0,-1 1 0,-1 0 0,-2 1-1,-1 0 1,-1 0 0,-1 1 0,-2-1 0,0 34-1,-4-60-167,1 14 12,0 0 0,-1 0 0,-2 0 1,1-1-1,-2 1 0,0 0 0,-11 32 0,-32 51-3469,22-55-1766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5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757 1 5346,'0'0'4837,"-5"4"-4239,-14 13 300,1 0 0,-25 32 0,-1 2-62,-84 89 190,-115 116-41,31-84-496,183-150-418,23-16-64,-3 1-574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5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955 0 7780,'0'0'5175,"-33"28"-4065,11-9-923,-199 183 1278,160-143-1081,-2-2 0,-117 80 0,129-104 80,-2-2 0,-1-2 1,-2-2-1,-83 27 0,126-51-218,4-1 1,13-2-1079,4 0-836,-1 0-1,1-1 1,-1-1-1,15-3 1,14-8-8825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4:3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0 288,'0'0'1057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4:3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43 384,'39'-36'11627,"764"53"-8010,-725-14-2986,-19-1 256,67 12-1,-115-12-413,-16-3 254,-12 0-590,-69 2-47,-349-5-690,1-26 136,410 28 505,14 1 7,0 0-1,-19-4 1,27 4 56,21 1-69,423 27 52,-250-11 7,145 11 896,-336-27-1163,9 0 14,-5 0-1974,-5-19-10153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7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87 3105,'0'0'10981,"-59"29"-7411,61-29-3074,23 0-336,17 0 32,14 0-160,14 0-32,10 0-1536,6-2-2754,2-5-3186</inkml:trace>
  <inkml:trace contextRef="#ctx0" brushRef="#br0" timeOffset="1">958 22 4002,'0'0'10965,"13"-21"-11621,43 21-2466,17 0-1808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7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7603,'0'0'6708,"160"0"-9990,-71 0-2625</inkml:trace>
  <inkml:trace contextRef="#ctx0" brushRef="#br0" timeOffset="1">862 32 7075,'0'0'7620,"101"0"-9829,-31 0-2577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0 287 7139,'0'0'11381,"118"-19"-11220,-46 19-33,-8 12-128,-13-5 0,-14 0-1105,-21-5-1728</inkml:trace>
  <inkml:trace contextRef="#ctx0" brushRef="#br0" timeOffset="1">198 65 6755,'0'0'11701,"-48"-65"-11621,48 82-80,0 24 0,0 17 33,0 9 63,13 5 64,-2-4-144,2-8 80,1-7-96,2-3-497,-6-6-2976,-2-8-3506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8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6931,'0'0'7054,"6"9"-6608,-1 1-431,1-1 1,-2 1 0,1 1-1,-2-1 1,1 1 0,-1-1 0,-1 1-1,2 14 1,0 135 1097,-5-117 1130,2-53-1914,0 0 0,1 1-1,0-1 1,1 0 0,-1 1 0,2 0 0,4-11-1,5-6-198,20-31 0,-24 43-130,0 1 1,1 0 0,1 0-1,0 1 1,1 1 0,0 0-1,22-15 1,-25 20-23,1 0-1,1 0 1,-1 1 0,1 1 0,0 0-1,0 0 1,0 1 0,1 1 0,-1-1 0,1 2-1,18-1 1,-29 2 11,1 0 0,0 0 0,-1 1-1,1-1 1,-1 0 0,1 1 0,-1-1 0,1 1 0,-1-1-1,1 1 1,-1 0 0,1 0 0,-1 0 0,0 0 0,1 0-1,-1 0 1,0 0 0,0 0 0,2 2 0,-1 0-10,0 1 0,0-1 1,0 1-1,0 0 0,-1-1 0,1 1 1,1 7-1,0 7-22,-1-1 0,0 34 0,-1-40 52,-1 57 15,-1-26-249,5 43-1,-3-81-160,-1 1 0,1-1 1,0 1-1,0-1 0,1 0 1,2 7-1,-3-9-14,0 0 0,1-1-1,-1 1 1,0 0 0,1-1 0,-1 1 0,1-1-1,-1 0 1,1 1 0,-1-1 0,1 0 0,0 0-1,0 0 1,0 0 0,3 1 0,21 4-6707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10181,'0'0'9620,"6"-12"-9236,28 10-256,17-3-80,8-2-96,5-3-896,0 1-2033,-10-1-1105,-11 0-1777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6067,'0'0'11824,"11"-6"-11352,-5 2-440,-2 2-21,0 0-1,0 0 1,0 0 0,0 0-1,0 1 1,8-2 0,-11 2-9,1 1 0,0 0-1,0 0 1,0 0 0,-1 1 0,1-1 0,0 0 0,0 1 0,-1-1 0,1 1 0,0-1 0,-1 1 0,1 0 0,0 0 0,-1 0-1,1 0 1,-1 0 0,0 0 0,1 0 0,-1 0 0,0 0 0,1 1 0,-1-1 0,1 2 0,5 9-1,0-1 0,-1 1 0,0 1 0,-1-1 0,0 1-1,-1 0 1,-1 0 0,0 0 0,0 0 0,-2 1 0,0-1 0,0 0 0,-1 1 0,-1-1 0,0 1 0,-4 16 0,4-23 0,-2 0 0,1 0 1,-1 0-1,0 0 0,0-1 1,-1 0-1,0 1 0,0-1 0,-7 7 1,8-9 44,0 0 1,-1 0-1,0-1 0,0 0 1,0 1-1,0-1 1,0 0-1,-1-1 1,1 1-1,-1-1 1,1 0-1,-1 0 1,0-1-1,-6 2 0,42-7 2612,65-8-534,63 0-4384,2 12-5152,-67 0-570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9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10805,'0'0'7203,"174"14"-7155,-105-6-96,-10-6-1472,-16-2-2258,-24 0-1681</inkml:trace>
  <inkml:trace contextRef="#ctx0" brushRef="#br0" timeOffset="1">185 0 7459,'0'0'10421,"-18"7"-10421,18 34 240,0 10 16,0 4-112,0 8 49,0-1-129,0 1-64,10-5-337,6-8-2256,3-9-2609,8-15-3362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9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9989,'0'0'4578,"3"30"-3650,3 13-602,11 130 690,-14-58 409,9-137 1077,1-11-1805,1 0 0,34-55-1,-40 74-685,1 1-1,1 0 0,0 1 0,1 0 1,0 1-1,0 0 0,2 1 0,22-16 1,-27 22-18,-1 0 0,1 1 0,0 0 1,0 0-1,9-1 0,-14 3-13,0 0 1,1 1-1,-1-1 1,0 1-1,0 0 0,1 0 1,-1 0-1,0 0 0,1 1 1,-1-1-1,0 1 0,0 0 1,0 0-1,0 0 0,6 3 1,-6-1 1,1 0 0,-1 0 0,0 1 0,0-1 0,0 1 0,-1 0 0,1 0 0,-1 0 0,0 0 0,4 8 1,12 50-87,-14-48 79,3 19-397,4 44 1,4 21-4576,-14-92 3814,1 0-1,0 0 1,0 0-1,4 7 1,18 18-8382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0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12005,'0'0'7796,"91"5"-7684,-32 2-112,5 0-112,3-4-1889,-6-1-896,-12-2-1809,-20 0-1105</inkml:trace>
  <inkml:trace contextRef="#ctx0" brushRef="#br0" timeOffset="1">436 95 4114,'0'0'12739,"0"-18"-11189,0-59-107,0 125-1714,2 116 760,1-126-1289,1-1 0,12 51 0,-5-54-2631,4-7-1854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0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1297,'0'0'14870,"-33"19"-13685,76-14 32,24-3-689,13-2-144,6 0-352,-6-2-32,-21-8-32,-19 3-2161,-24 0-720,-16-1-945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53 7876,'0'0'10548,"-43"-53"-10532,43 77 161,0 19-177,0 13 288,0 9-208,0 7-16,0 0 16,0 3-160,-3-8-32,3-9-2321,0-5-1761,8-12-2177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10005,'0'0'7985,"8"22"-7860,-2-8-88,5 17 117,0 0 0,-2 1 1,9 54-1,-9 163 1922,-9-248-2023,1-15 117,0 0-1,1 0 1,1 1 0,0-1 0,1 0 0,1 1 0,0 0 0,0 0 0,10-16 0,3-1-152,2 0 0,34-41-1,-42 57-14,1 1-1,0-1 1,1 2 0,0 0-1,26-16 1,-33 24-9,-1 0 1,1 1-1,-1 0 0,1 0 1,0 0-1,0 1 1,0 0-1,0 1 0,1 0 1,-1 0-1,0 0 1,1 1-1,-1 0 0,1 0 1,-1 1-1,0 0 1,9 2-1,-13-2 1,0 0-1,0 1 1,0-1-1,-1 1 1,1-1-1,0 1 1,-1 0-1,1 0 1,-1 0-1,0 0 1,0 0-1,0 1 1,0-1 0,3 5-1,0 2-35,0 1 0,7 19 0,0 10-26,-2 0 1,-1 0-1,-2 0 1,-2 1 0,-1 0-1,-3 1 1,-6 72 0,3-92-768,-1 0-1,-11 38 1,-19 24-3935,27-69 3882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7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3522,'0'0'10612,"72"0"-9763,-10 0-817,10 0-32,16 2-16,3 3-3490,-5-5-3377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6963,'0'0'4722,"105"-14"-7331,-39 14-3346</inkml:trace>
  <inkml:trace contextRef="#ctx0" brushRef="#br0" timeOffset="1">589 20 7043,'0'0'9124,"141"-14"-9124,-39 14-48,7-3-4434,6 1-3569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8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22 7379,'0'0'10720,"4"-3"-9562,14-12-318,-14 12 2226,-7 3-2786,1 1 1,-1-1-1,0 0 1,0 0-1,0 0 1,0 0-1,-5-1 1,2 1 126,-39 0 1344,44 0-1645,2 1-105,-1-1 0,0 1 0,1 0-1,-1 0 1,1-1 0,0 1 0,-1 0-1,1 0 1,0-1 0,-1 1 0,1-1-1,0 1 1,0-1 0,-1 1 0,1-1 0,0 1-1,0-1 1,0 0 0,0 1 0,0-1-1,0 0 1,-1 0 0,2 1 0,25 4 154,-26-5-142,19 2 384,32-1-1,-36-1 492,11 9-1229,-11-4 338,-14-4-1632,6 1 5024,-4-2-4881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6147,'0'0'13286,"152"-36"-12934,-58 36-80,-1 0 112,-5-3-336,-10 1 32,-14-3-80,-16 0-688,-18 1-1473,-14-4-720,-16 1-1105,0-3-1248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9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4 103 1761,'0'0'14345,"0"-21"-12221,-1-3-1483,-1-25-92,2 40 168,2 23 679,15 78-1338,1 11 41,-9 227-4159,-9-237 1733,0-33-4636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11573,'0'0'4152,"-1"23"-3408,-1 5-444,-2 16 286,4 55 1,10 42 3046,-11-157-3486,1 1 0,0-1 0,1 1 0,1 0 0,1 0 0,0-1 0,1 1 0,0 1 0,8-18 0,-5 19-147,1 0 0,0 0 0,1 0 0,1 1 0,-1 1 0,2-1 0,0 2 0,24-19 0,-25 22-14,0 1 0,0 0 1,0 1-1,1 0 0,0 1 0,0 0 1,0 1-1,1 0 0,-1 1 1,1 0-1,0 0 0,13 1 0,-21 1 2,-1 0-1,0 0 1,0 1-1,0-1 0,0 1 1,0-1-1,0 1 0,0 0 1,0 0-1,0 0 1,0 1-1,0-1 0,0 1 1,4 3-1,-4-2 1,0 1-1,1-1 0,-1 1 1,-1 0-1,1 0 1,-1 0-1,1 1 1,-1-1-1,1 5 1,6 15 12,-2-1 0,0 1 1,-2 0-1,4 41 0,-2 103-916,-6-92-1571,3-26-1576,7-6-1980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0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1 294 8340,'0'0'10853,"66"-5"-10725,7 5 144,4-2-192,-5-6-80,-13-1-272,-21-3-2529,-20 2-2130</inkml:trace>
  <inkml:trace contextRef="#ctx0" brushRef="#br0" timeOffset="1">118 75 9204,'0'0'6627,"22"-75"-9252,18 109-480,0 5-1249,-3-6-1329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1 896,'0'0'14122,"16"13"-13514,-2-2-477,-7-6-96,0 0-1,0 0 1,0 1-1,-1-1 1,0 1-1,-1 1 0,1-1 1,-1 1-1,0 0 1,-1 0-1,0 1 1,0-1-1,0 1 1,2 9-1,-2-3-16,-2-1 1,0 0-1,0 1 0,-1 0 1,-2 24-1,1-30 4,-1-1 0,0 1 1,-1-1-1,0 0 0,0 1 0,-1-1 0,0 0 1,0-1-1,0 1 0,-1 0 0,-8 11 0,1-6 269,0 0-1,-1-1 0,-1 0 1,1 0-1,-1-2 0,-1 1 1,0-2-1,0 0 0,-1-1 1,0 0-1,-22 6 2266,54-13-1316,144-1-61,83 0-1275,-81 6-6331,-90-1 793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10773,'0'0'8740,"150"-12"-8740,-91 12 80,-6 0-160,-13 0-1137,-10 0-2512,-17-5-2082,-13-4-1776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1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66 8308,'0'0'12149,"-24"-65"-12149,19 77-112,2 24-96,-2 14 208,2 6 48,3-1 32,0 3-48,0-8 0,0-2-32,11-4-896,10-6-2578,3-7-2849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1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11045,'0'0'6243,"0"27"-5368,0 165 526,0-77 314,10-120-66,47-60-72,-33 40-1504,2 1 1,1 1-1,55-36 0,-71 52-99,1 0-1,1 1 0,-1 0 1,1 2-1,0-1 0,0 1 0,1 1 1,-1 0-1,1 1 0,-1 1 1,1 0-1,0 1 0,14 1 1,-25-1 10,-1 1 0,1-1 0,-1 1 1,0 0-1,1 0 0,-1 0 0,0 0 1,1 0-1,-1 0 0,0 0 0,0 1 1,0-1-1,0 1 0,0 0 1,-1-1-1,4 5 0,-2-2-1,0 0 1,-1 1-1,1 0 0,-1-1 1,0 1-1,0 0 0,1 9 1,1 5-187,-2 1 0,0-1 0,-1 26 0,-1-40 84,0 8-456,0 0 0,-1 0 0,-1 0-1,0 0 1,0-1 0,-2 1 0,1-1 0,-2 1-1,-5 11 1,-4 12-4603,11-4-3175</inkml:trace>
  <inkml:trace contextRef="#ctx0" brushRef="#br0" timeOffset="1">958 239 8324,'0'0'9716,"158"-14"-9716,-110 14-1328,0 0-2658,-8 0-2033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3153,'0'0'16171,"0"-14"-14867,1 7-1152,0-34 455,-1 36-492,1 30-325,-2 120 274,0 41 127,3-62-4832,-2-120 3896,0 0-1,1 0 0,-1 0 0,1 0 0,0 0 0,2 7 0,0-6-636,0-1 0,0 1 0,0-1 0,0 0 1,5 4-1</inkml:trace>
  <inkml:trace contextRef="#ctx0" brushRef="#br0" timeOffset="1">722 182 11397,'0'0'7924,"232"29"-7460,-117-17-320,-2-7-144,-20-5-16,-26 0-3153,-32 0-1153,-27-19-1969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43 7587,'0'0'12534,"-11"-43"-12534,11 74-224,-8 15 224,-3 17 80,-2 4-80,0 5 176,-6-2-160,0-7-32,0-10-1729,6-10-1824,13-12-3058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11829,'0'0'6667,"13"21"-6333,-3-7-212,3 7 79,0 1-1,-1 0 1,-1 0 0,-1 1-1,8 29 1,-12-22 51,-1 1 0,-2-1 1,-1 1-1,-2 34 0,-1-35-115,1-25-93,0 11 10,0-16-48,0 0-1,0 1 1,0-1-1,0 0 1,0 1-1,0-1 0,0 0 1,-1 1-1,1-1 1,0 0-1,0 1 0,0-1 1,0 0-1,0 0 1,-1 1-1,1-1 1,0 0-1,0 0 0,-1 1 1,1-1-1,0 0 1,0 0-1,-1 0 1,1 1-1,0-1 0,-1 0 1,1 0-1,0 0 1,0 0-1,-1 0 0,1 0 1,-1 1-1,0-1 275,2-6 596,0-1-655,0 0 1,1 1-1,0-1 1,0 0-1,1 1 1,0 0-1,0 0 1,1 0-1,4-7 1,44-54 64,-43 57-186,12-14-76,0 1 0,1 1-1,1 1 1,29-20 0,-42 35-41,-1-1-1,1 1 1,0 1-1,1 0 0,-1 0 1,1 1-1,0 0 1,0 1-1,0 1 1,0-1-1,0 2 0,1-1 1,-1 2-1,20 0 1,-27 1-3,0 0 0,-1 0 0,1 0 0,0 0 0,-1 1 0,1-1 0,-1 1 0,1 0 0,-1 0 1,0 0-1,0 0 0,0 1 0,0-1 0,0 1 0,-1 0 0,1 0 0,-1 0 0,0 0 0,0 0 0,0 0 1,2 5-1,1 4-56,0 0 0,-1 1 1,0 0-1,3 23 0,-1 1-807,-3 0 0,-1 1-1,-1-1 1,-2 0-1,-2 1 1,-2-1 0,-1 0-1,-20 67 1,-7 2-4605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4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5170,'0'0'2415,"31"19"-1049,-5-4-1051,2 1 70,-1 1-1,0 1 1,-1 2-1,-2 0 1,44 45-1,-41-32-100,-1 1-1,-2 1 0,-1 1 0,-2 1 1,-1 0-1,-3 2 0,0 0 0,-3 1 1,-1 1-1,-2 0 0,-2 1 0,-2 0 1,-1 0-1,-3 0 0,-1 1 1,-5 51-1,1-67-174,-2 0 0,-1 0 1,-1-1-1,-2 0 0,0 0 0,-2-1 1,0 0-1,-2 0 0,-1-1 0,0-1 0,-30 37 1,18-30-18,-2 0 0,-1-2 0,-1-2 1,-1 0-1,-1-2 0,-2-1 1,-48 25-1,-121 48-1174,133-65-3892,31-15-3598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46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4 1889,'0'0'8233,"-20"0"-5112,-24-1-1590,27 0-768,15 1-154,6 0 239,35 0-851,3-2 32,0 3 0,0 2 0,47 9-1,-104-14 381,-1 1 0,-30 3 0,7-1 3,-63-1-383,102 0-114,3 0 21,124 0-99,-126 0 366,-17 0-193,8 0 1183,-25-1-942,18 1-250,0-1 1,0 2-1,-24 3 0,36-2 63,15-2-37,68 1-20,98-2 55,-212 4 59,12 1-95,2-2-19,-125 6 95,144-8-187,6 1 297,1 0 56,0 0 1,0 0-1,10 0 1,-15-1-272,-1 0 27,111 0 53,-110 0 97,-1 9-20,0 40-161,-2-1 0,-12 69 0,6-76 19,2 1-1,-1 47 1,7-87-143,13-3-8841,14-3 2761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46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8 8308,'0'0'9303,"-6"-3"-8522,5 2-764,-1 0 0,1 1-1,-1-1 1,0 1-1,1-1 1,-1 1-1,1 0 1,-1-1 0,1 1-1,-1 0 1,0 0-1,1 0 1,-1 1-1,0-1 1,1 0 0,-1 1-1,1-1 1,-1 0-1,1 1 1,-1 0 0,1-1-1,-1 1 1,-1 1-1,-2 1 10,1 1-1,-1 0 0,1 0 0,-1 0 1,1 0-1,-6 9 0,-3 8 12,0 0 0,-16 37 0,19-35-26,2 2 1,2-1-1,0 1 0,1 0 0,1 0 1,2 1-1,0-1 0,3 28 0,-2-47-20,1-1 0,0 1 0,0 0 0,1-1 0,0 1 0,0-1 0,0 1 0,0-1-1,1 1 1,0-1 0,0 0 0,1 0 0,-1 0 0,1 0 0,0 0 0,1-1-1,-1 1 1,1-1 0,0 0 0,0 0 0,0 0 0,0-1 0,7 5 0,-4-3-272,1-1 0,-1 0 0,1-1 0,0 0 1,0 0-1,0-1 0,0 0 0,11 2 0,5-2-2626,37-1 0,-41-1 708,23 0-3820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47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35 8020,'0'0'11298,"0"-8"-10610,0 1-591,-2-12 46,2 35-124,-14 280 718,12-278-868,0 8-481,1-9-5673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4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9476,'0'0'8105,"12"15"-7771,9 10-113,-1 1 0,-2 1 0,0 0 0,-2 2 0,14 34 0,-20-33-142,-3 0 0,0 0-1,-2 1 1,-1 0 0,-2 0 0,-1 37 0,-1-62-67,0-1 0,0 1-1,-1-1 1,0 1 0,0-1-1,0 1 1,-1-1 0,-3 10 0,3-12 6,0 0 0,-1 1 1,1-1-1,0 0 0,-1 0 1,0 0-1,0-1 0,0 1 1,0-1-1,0 1 1,-1-1-1,-6 3 0,2-1-45,0-1-1,0-1 1,0 1-1,0-1 0,0-1 1,-1 1-1,-15-1 1,-10 0-2758,31-1 2434,-5-1-4272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1:4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35 274 7507,'0'0'9333,"-6"0"-8167,-17-2-161,17 2-348,10 0-92,359 14 2068,-352-13-3110,-18-1-1975,-16 0-2217,-1-8-1059</inkml:trace>
  <inkml:trace contextRef="#ctx0" brushRef="#br0" timeOffset="1">193 41 5731,'0'0'13859,"-1"-8"-12778,1 5-978,-3-23 603,2 23-381,1 20-184,0 601 686,0-603-828,0-1-48,0-1-1,-4 20 1,4-33-40,0 0 1,0 0 0,0 0 0,0 1 0,0-1-1,0 0 1,0 0 0,0 0 0,0 0-1,0 1 1,0-1 0,0 0 0,0 0-1,0 0 1,-1 0 0,1 0 0,0 1-1,0-1 1,0 0 0,0 0 0,0 0 0,-1 0-1,1 0 1,0 0 0,0 0 0,0 1-1,0-1 1,0 0 0,-1 0 0,1 0-1,0 0 1,0 0 0,0 0 0,-1 0-1,1 0 1,0 0 0,0 0 0,0 0 0,0 0-1,-1 0 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5923,'0'0'7705,"23"-12"-7556,77-40-88,-94 50-54,0-1 1,0 1-1,0 0 0,0 1 0,0-1 0,1 1 0,-1 1 0,1-1 0,-1 1 0,0 0 0,1 1 0,-1-1 1,1 1-1,-1 0 0,0 1 0,0 0 0,0 0 0,0 0 0,0 1 0,0-1 0,0 1 0,-1 1 1,9 6-1,-8-5-15,0 1-1,0 0 1,-1 0 0,0 0 0,0 1 0,0 0 0,-1 0 0,0 0-1,-1 0 1,0 1 0,0 0 0,0-1 0,-1 1 0,0 0 0,0 0-1,0 9 1,-1-1 36,0 0-1,-1-1 0,-1 1 0,0 0 0,-5 22 0,4-30 66,-1 0-1,0-1 0,0 1 0,0 0 1,-1-1-1,0 0 0,-1 0 0,0 0 1,0 0-1,0-1 0,-13 12 0,6-8 366,-1-1 0,0 0-1,-1 0 1,-24 10 0,22-11 223,-17 11 1968,41-19-2273,20 0-10,26 0-129,0-1 1,76-13-1,73-29-5217,-127 26 716,0 0-1998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56 8052,'0'0'9924,"-16"-10"-9716,70 10 16,10 0 273,0 0-401,-8 0-16,-13 0-32,-8 0-48,-14 0-881,-13-9-1088,-8-1-880,0-2-1265,-32-2-3201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5603,'0'0'11429,"0"-8"-10095,0-17-455,0 22-725,0 6-120,0 15-39,2 22 231,11 61 0,0 4-35,-4 145 43,-9-143-6981,0-84 584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26 10213,'0'0'7400,"15"-6"-7282,-6 3-104,-2 0-4,0 0 0,0 0 0,1 1 1,10-2-1,-15 4-12,0-1 0,0 1 0,0 0 1,1 0-1,-1 0 0,0 1 0,0-1 0,0 1 1,0 0-1,1 0 0,-1 0 0,0 0 1,-1 0-1,1 1 0,0-1 0,4 4 0,1 1-4,-1 1-1,0 0 0,-1 0 1,0 0-1,0 1 0,0 0 1,-1 0-1,-1 0 0,1 1 1,-1 0-1,0 0 0,-1 0 1,0 0-1,-1 0 0,0 1 1,0-1-1,-1 1 0,0-1 1,-1 1-1,0 0 0,-2 16 1,1-22 7,0 1 0,-1 0 0,0 0 0,0-1 0,0 1 0,0-1 0,-1 0 0,1 0 0,-1 0 0,0 0 0,0 0 0,-1 0 0,1-1 0,-1 0 0,0 0 0,0 0 0,0 0 1,0 0-1,0-1 0,-9 4 0,-4 1 42,1 0 0,-1-1 0,-1-1 0,-22 3 0,14-4 170,0-1-1,-34-1 1,60-3-180,-1 1 0,1 0 1,0 0-1,-1 0 0,1 0 0,-1 0 1,1-1-1,-1 1 0,1 0 0,0 0 1,-1-1-1,1 1 0,-1 0 0,1-1 1,0 1-1,-1 0 0,1-1 0,0 1 1,0-1-1,-1 1 0,1 0 0,0-1 1,0 1-1,0-1 0,-1 1 0,1-1 1,0 1-1,0-1 0,0 1 0,0 0 1,0-1-1,0 1 0,0-1 0,0 1 1,0-1-1,0 1 0,1-1 0,-1-1-1,0 0 0,0 1-1,0-1 1,1 1 0,-1-1-1,0 1 1,1-1 0,-1 1-1,1 0 1,0-1 0,1-1-1,2 0-1,-1 0 0,2 0 0,-1 0 0,0 0 0,1 1 0,-1 0 1,1 0-1,9-3 0,45-9-31,-46 12-7,1 1-1,0 0 1,0 0 0,0 2 0,0 0 0,0 0-1,0 1 1,0 1 0,-1 1 0,1 0 0,-1 0 0,0 1-1,0 1 1,12 7 0,-5-1 5,-1 0 0,0 1 1,-1 1-1,25 25 0,-37-33-5,-1 0 0,1 0 1,-1 1-1,0 0 0,-1 0 0,0 0 0,0 1 1,-1-1-1,0 1 0,0 0 0,0 0 0,-1 0 1,-1 0-1,1 1 0,0 13 0,-2-15 9,0 0 0,-1 0 0,1 0 0,-1 0-1,-1 0 1,1 0 0,-1-1 0,-3 9 0,3-11 3,-1 0 0,1-1 0,-1 1 0,1-1 0,-1 1 0,0-1 1,0 0-1,-1 0 0,1-1 0,-1 1 0,1 0 0,-1-1 0,0 0 0,-6 3 1,0-2 33,0 1 0,0-1 0,0-1 0,0 0 0,0 0 0,-12 0 0,-64-3 259,69 1-196,11-1-78,0 0-1,0 0 1,1 0-1,-1 0 1,1-1 0,-1 0-1,1 0 1,-9-5 0,11 5-117,1 1 1,-1-1 0,1 1 0,0-1-1,-1 0 1,1 0 0,0 0-1,0 0 1,1 0 0,-1 0-1,0 0 1,1-1 0,-1 1 0,1-1-1,0 1 1,0-1 0,0 0-1,0 1 1,-1-4 0,2 5-40,0 1 0,0 0 0,0-1 1,0 1-1,0-1 0,0 1 0,0-1 1,0 1-1,0 0 0,0-1 0,0 1 0,0-1 1,0 1-1,1-1 0,-1 1 0,0 0 1,0-1-1,0 1 0,1 0 0,-1-1 0,0 1 1,0 0-1,1-1 0,-1 1 0,1-1 1,19-8-6141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6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25 6947,'0'0'9573,"-4"-3"-8800,4 3-762,0 0 0,-1 0 0,1 0 0,0 0 0,0 0-1,0 0 1,-1 0 0,1 0 0,0 0 0,0 0 0,0-1 0,0 1 0,-1 0-1,1 0 1,0 0 0,0 0 0,0 0 0,0-1 0,-1 1 0,1 0-1,0 0 1,0 0 0,0 0 0,0-1 0,0 1 0,0 0 0,0 0 0,0 0-1,-1-1 1,1 1 0,0 0 0,0 0 0,0 0 0,0-1 0,0 1-1,0 0 1,0 0 0,0-1 0,0 1 0,1 0 0,-1 0 0,0 0 0,0-1-1,0 1 1,0 0 0,0 0 0,0 0 0,0-1 0,0 1 0,1 0-1,15-4 432,44 4 292,-37 0-393,78-1 305,20 0-627,-55 3-7408,-97-5 2699,-8-3-1867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06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59 4322,'0'0'12368,"-2"-12"-10802,-3-34-442,1 90-684,9 39-238,3 0 0,30 129 1,-30-176-285,-7-28-18,2 5-655,0 0 1,6 17-1,-7-25 111,0-1-1,0 0 1,0 0-1,1 0 1,-1-1 0,5 6-1,18 11-5430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3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85 1809,'0'0'7369,"-6"1"-6366,-46 8 2446,-61 19 1,97-22-1545,30-6-402,11-1-1683,-21 1 196,530-12 1310,-355 1-1027,288-27 525,-444 36-776,-13 1-28,-1 1 1,0-2 0,1 0-1,-1 0 1,0 0 0,11-5-1,-13-3 352,-7 10-364,0-1-1,0 1 0,0 0 1,0 0-1,1 0 1,-1-1-1,0 1 0,0 0 1,0 0-1,0-1 1,0 1-1,0 0 0,0 0 1,0-1-1,0 1 0,0 0 1,0 0-1,0-1 1,0 1-1,0 0 0,0 0 1,0-1-1,0 1 0,-1 0 1,1 0-1,0 0 1,0-1-1,0 1 0,0 0 1,0 0-1,0 0 1,-1-1-1,1 1 0,0 0 1,0 0-1,0 0 0,-1 0 1,1-1-1,0 1 1,0 0-1,0 0 0,-1 0 1,1 0-1,0 0 1,-30-2-52,-47 2 0,21 1 11,-294 4 124,-200-3-48,473-8 109,36 1-712,1115 5 989,-1055 0-434,-12 1 11,0-1 1,-1 0-1,1-1 0,0 1 1,-1-1-1,1 0 0,6-3 1,-5-2 38,-15 3 17,-18 0-92,-608 0-274,361 4 200,248-1 88,17-1 4,0 1 0,-1-1-1,1 2 1,0-1 0,0 1-1,-1 0 1,1 1 0,0-1-1,-9 5 1,16-6 9,0 0 0,0 0 0,-1 0 0,1 0 0,0 0 0,0 0 0,0 0 0,0 0 0,0 1 0,-1-1 0,1 0-1,0 0 1,0 0 0,0 0 0,0 0 0,0 1 0,0-1 0,0 0 0,0 0 0,0 0 0,-1 1 0,1-1 0,0 0 0,0 0 0,0 0 0,0 0 0,0 1 0,0-1 0,0 0 0,0 0 0,0 0 0,0 1 0,0-1 0,1 0-1,-1 0 1,0 0 0,0 1 0,0-1 0,0 0 0,0 0 0,0 0 0,0 0 0,0 0 0,1 1 0,-1-1 0,0 0 0,0 0 0,0 0 0,0 0 0,0 0 0,1 0 0,-1 1 0,0-1 0,0 0 0,0 0 0,0 0 0,1 0 0,-1 0-1,0 0 1,0 0 0,0 0 0,1 0 0,-1 0 0,9 3-63,1 0-1,-1-1 0,1-1 0,18 2 1,-12-1 60,541 13 268,-417-16-249,-122 1 1,17 1 31,0-2 1,0-1-1,49-10 0,-82 11-43,17-5 52,-18 5-33,-1 1 0,1 0 0,0-1 0,-1 1 0,1-1 0,-1 1 0,0-1-1,1 1 1,-1-1 0,1 0 0,-1 1 0,0-1 0,0 0 0,1 1 0,-1-1 0,0 1-1,0-1 1,0 0 0,0 0 0,1 1 0,-1-1 0,0 0 0,0 0 0,-4-1-30,1 1 0,-1-1 0,0 1 0,1 0 1,-1 0-1,-4 0 0,-33-3-2155,21 2-5567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5907,'0'0'12718,"2"-15"-12006,8-45-371,-6 49-290,-1 16-51,10 44 134,10 84 0,-17-94 164,5 52 510,0 134 0,18-224-3129,-15-1 332,0-2 0,0 0 1,17-5-1,14-3-6124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15 4482,'0'0'10616,"-16"0"-9301,-24 2-794,21-2 4,16 1 128,4-1 385,243 1 931,-134-2-2757,-24 2-4211,-105-2 881,-31-7 1,13-1-2084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5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68 5619,'0'0'12605,"-4"-12"-11479,-14-36-405,13 40-466,5 17-270,0-6 39,14 158 103,-1 7 2,-13-71-1302,0-33-2918,0-24-1872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64 3650,'0'0'14206,"25"-13"-13912,-2 1-253,1 0 1,35-11 0,-55 22-39,0 0 1,0 1-1,0-1 1,-1 1-1,1 0 0,0 0 1,0 0-1,0 1 1,0-1-1,0 1 0,-1 0 1,1 0-1,0 0 1,4 3-1,-1-1 1,0 2-1,0-1 1,0 1-1,8 8 1,-6-5-4,-3-3 0,0 0-1,-1 0 0,1 1 1,-1 0-1,0 0 1,0 0-1,-1 1 0,0 0 1,0 0-1,0 0 0,-1 0 1,0 0-1,-1 1 1,0-1-1,0 1 0,0 0 1,-1-1-1,0 1 0,-1 0 1,0 14-1,0-18 1,-1 0 0,0-1 0,0 1 0,0-1 0,0 1 0,0-1 0,-1 1 0,0-1 0,1 0 0,-1 0 0,0 1 0,-4 3 0,0-1 13,0 0 0,0 0 1,0-1-1,-1 0 1,-9 5-1,-3 1 55,-1-1 0,0-2 0,-30 10 0,29-13 767,-1 0 0,1-2 0,-1 0 0,-40-1 1639,76-2-2224,221-5-437,-76-10-2902,51-18-6782,-93 9-272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5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25 7459,'0'0'7735,"-23"-4"-6143,-69-11-343,76 12 213,16 3-1454,0 0 1,0 0-1,0 0 1,0 0 0,0 0-1,1 0 1,-1 0-1,0 0 1,0 0 0,0 0-1,0 0 1,0 0-1,0 0 1,0 0 0,0 0-1,0 0 1,0-1-1,0 1 1,0 0 0,0 0-1,0 0 1,0 0 0,0 0-1,0 0 1,0 0-1,0 0 1,0 0 0,0 0-1,0 0 1,0 0-1,0 0 1,0 0 0,0 0-1,0 0 1,0 0-1,0 0 1,0 0 0,0 0-1,0 0 1,0-1-1,0 1 1,0 0 0,0 0-1,0 0 1,0 0-1,0 0 1,0 0 0,19 0-54,-18 0 184,270 0 1266,-90 0-3349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18 8660,'0'0'10106,"-5"-5"-9783,-10-7-267,14 12-55,1 0 0,0 0 0,0 0 0,-1 0 1,1 0-1,0 0 0,0 0 0,-1 0 0,1 0 0,0 0 0,-1 0 0,1 0 0,0 0 1,0 0-1,-1 0 0,1 1 0,0-1 0,0 0 0,0 0 0,-1 0 0,1 0 0,0 0 0,0 1 1,0-1-1,-1 0 0,1 0 0,0 0 0,0 1 0,0-1 0,0 0 0,0 0 0,-1 1 1,1-1-1,0 0 0,0 0 0,0 1 0,-1 5 23,0 1 1,1-1-1,-1 0 1,2 12-1,0 8 80,-2 88 645,2 137-490,-1-239-695,1-1 1,0 1-1,1 0 0,4 15 0,-4-20-659,1-1-1,0 0 0,0 0 0,0 0 0,6 8 1,16 18-8523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6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5491,'0'0'9017,"26"-14"-7243,85-40-539,-108 52-1178,0 1-1,0-1 1,0 1-1,1 0 0,-1 0 1,0 0-1,1 0 1,-1 1-1,0 0 0,1-1 1,-1 1-1,1 0 1,-1 1-1,5 0 0,-6-1-34,-1 1 0,1 0-1,0 0 1,-1 0-1,1 1 1,-1-1-1,1 0 1,-1 1 0,1-1-1,-1 1 1,0-1-1,0 1 1,0-1-1,1 3 1,3 3 22,0-1 2,-1 1 0,0 1 0,0-1 1,-1 1-1,0-1 0,0 1 0,3 16 0,-3-7 25,-1 0 0,0 30 0,-2-44-67,0-1 1,-1 1 0,1-1-1,-1 0 1,1 1 0,-1-1-1,0 1 1,0-1-1,0 0 1,0 0 0,0 0-1,0 1 1,-1-1-1,1 0 1,-1 0 0,0-1-1,1 1 1,-1 0 0,0-1-1,0 1 1,0-1-1,0 1 1,0-1 0,0 0-1,-1 0 1,1 0 0,0 0-1,-1 0 1,1 0-1,0-1 1,-4 1 0,-9 2 39,0-1 1,0-1 0,-1 0 0,-14-2 0,11 0 23,-66 1 324,85 0-242,4 0 116,15 0-135,42 0 163,81 10-1,-124-7-297,0 0 0,0 1 0,0 1 0,0 0 0,-1 2 0,0 0 0,0 1 0,0 0 0,15 12 0,-27-16 3,-1 0-1,1 0 1,-1 1 0,1-1 0,-1 1-1,0 0 1,-1 1 0,1-1-1,-1 0 1,0 1 0,3 10 0,-5-13 2,0 0 0,0 1 0,0-1 0,0 0 1,-1 1-1,0-1 0,1 1 0,-1-1 0,-1 0 1,1 1-1,0-1 0,-1 1 0,1-1 0,-1 0 1,0 0-1,0 1 0,-1-1 0,1 0 0,-1 0 1,1 0-1,-1 0 0,0 0 0,-4 4 0,-3 1 68,0 0 1,-1-1-1,0-1 0,0 1 0,0-1 0,-1-1 0,0 0 0,0-1 0,0 0 0,-1 0 0,-18 2 0,2-1-771,-28 2 0,-24-4-7697,65-3-1014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46 1681,'0'0'4706,"-25"-5"-2967,-126-23 1479,147 27-2620,-12-2 743,15 3-1170,1 0-1,-1 0 0,1 0 0,-1-1 1,1 1-1,0 0 0,-1 0 0,1 0 1,-1-1-1,1 1 0,-1 0 0,1 0 1,0-1-1,-1 1 0,1 0 0,0-1 1,-1 1-1,1 0 0,0-1 0,-1 1 1,1-1-1,0 1 0,0-1 0,0 1 1,-1 0-1,1-1 0,7 0 281,293 5 2035,-162-2-3704,-17-1-5909,-163-1 2589,-9-2-2083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1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87 5731,'0'0'11696,"-1"-19"-10400,-5-49-896,5 246-53,-1-109-185,0-38-292,1 0 1,5 45-1,-3-71-237,1 0 0,-1 0 0,0 0-1,1 0 1,0 0 0,1 0 0,-1 0-1,1-1 1,-1 1 0,2-1-1,-1 0 1,0 0 0,1 0 0,-1 0-1,1-1 1,0 1 0,9 4-1,40 21-6069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20 7395,'0'0'2967,"-26"-5"-1281,10 2-1434,2-1-38,0 1 0,0 1 1,-28-1-1,35 4-120,-1-1 1,1 1-1,0 0 0,0 1 0,0 0 0,0 0 0,0 0 0,0 1 0,0 0 0,1 0 0,0 1 0,-12 8 0,-1 4 83,1 0 1,1 1-1,1 1 0,0 1 1,1 0-1,1 1 1,1 1-1,1 0 0,0 1 1,2 0-1,-12 36 0,12-23 49,1 1-1,1 1 0,2 0 1,2 0-1,1 0 0,5 72 1,0-90-198,0 0 0,2 0 1,0 0-1,1-1 0,0 0 1,2 0-1,0 0 0,1 0 1,1-1-1,1-1 0,0 0 1,1 0-1,1-1 0,0 0 1,20 17-1,2 0-48,2-2 1,2-1-1,1-2 0,0-2 0,82 38 1,-32-26-2970,174 49 0,-91-43-4284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1 496,'0'0'865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6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15 1393,'0'0'8550,"-1"-15"2047,-2 16-10596,0 0 0,0-1 0,0 1 0,0 1 0,0-1 0,0 0 0,1 0 0,-1 1 0,1 0 1,-1 0-1,1-1 0,-1 1 0,1 0 0,0 1 0,0-1 0,0 0 0,0 1 0,-1 2 0,-5 6 31,1 1 1,-11 23-1,-9 35 80,4 0-1,3 2 1,-16 101-1,27-115 18,2 1 0,2 104 0,5-149-124,1-1 0,1 0 0,0 0 0,1 0 0,0 0 0,1 0 0,0-1 0,1 0 0,1 0 0,0 0 0,0 0 0,1-1 0,0 0 0,1-1 0,1 1 0,17 16 0,-6-9 1,1-1 0,1-1 0,1-1 0,0-1 0,1-1 0,0-2 0,1 0 0,41 12 0,5-3 16,139 19 1,134-7 124,-328-32 416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27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545 125 8292,'0'0'9217,"-20"-17"-8187,-63-52-32,55 48 221,27 19-92,2-4-90,-1 5-940,-1 0 0,0 0 0,0 0-1,0 1 1,0-1 0,0 0 0,-1 1 0,1-1 0,0 1 0,0-1 0,0 1 0,-1-1-1,1 1 1,-2 0 0,2-1 197,12 2-294,0 0 0,1 1 0,-1 0 0,0 1 0,0 0 0,-1 1 0,1 0-1,-1 0 1,1 1 0,-1 1 0,-1 0 0,1 0 0,-1 1 0,15 14 0,-8-5 6,-1 0 0,0 1 0,-1 0-1,-1 1 1,-1 1 0,18 35 0,-10-15-43,-12-25 27,0 1 0,-2 1 0,1-1-1,3 17 1,-9-31 26,-1 1 0,0-1 0,0 1 0,0-1 0,1 0-1,-1 1 1,0-1 0,-1 0 0,1 1 0,0-1 0,0 1 0,-1-1-1,1 0 1,0 0 0,-1 1 0,0-1 0,1 0 0,-2 2 0,-20 16-76,19-17 74,-302 178 49,144-92-19,43-12-860,105-66-70,0 1 1,0 1-1,2 0 0,-1 0 0,1 1 0,-10 17 1,-12 34-7108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56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26 8260,'0'0'2588,"-29"-4"-942,-95-15-414,114 17-1129,0 1 1,0 1-1,-1 0 0,1 0 0,0 1 0,0 1 0,0-1 0,-14 6 0,15-4 28,1 1-1,0 0 1,0 0-1,1 1 1,-1 0-1,1 1 0,-9 8 1,13-12-86,1 1 1,-1-1-1,0 1 1,1 0-1,0 0 1,0 0-1,0 0 1,0 1-1,0-1 1,1 0-1,-1 1 1,1-1 0,0 1-1,0 0 1,0-1-1,1 1 1,-1 0-1,1 4 1,0-5-32,0 0 1,1 0-1,0 1 1,-1-1 0,1 0-1,1 0 1,-1 0-1,0 0 1,1 0 0,-1 0-1,1 0 1,0-1-1,0 1 1,0 0-1,0-1 1,1 0 0,-1 1-1,1-1 1,-1 0-1,6 3 1,23 12 177,0-2 1,58 20-1,30 14 153,-105-42-320,0 1 1,-1 0 0,0 1 0,-1 0-1,0 1 1,12 12 0,-20-18-10,0 0-1,-1 0 1,0 0 0,0 0-1,0 0 1,0 1 0,-1-1-1,0 1 1,0 0 0,0 0 0,0 0-1,-1 0 1,0 0 0,0 0-1,0 0 1,0 9 0,-1-12 11,-1-1 1,1 0 0,0 0-1,-1 0 1,1 0 0,0 0-1,-1 0 1,1 0 0,-1 0 0,0 0-1,1 0 1,-1 0 0,0 0-1,0 0 1,1-1 0,-1 1-1,0 0 1,0 0 0,0-1-1,0 1 1,0-1 0,0 1-1,0-1 1,0 1 0,0-1-1,0 0 1,-3 1 0,-37 6 523,30-5-434,-298 8-226,279-11-2591,79 1-2044,14-2-1829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57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8660,'0'0'10007,"0"9"-9676,-3 28 128,0 2-85,2 0-1,5 53 0,-3-86-364,0-1 0,0 1-1,1-1 1,0 1-1,0-1 1,0 0-1,1 1 1,0-1-1,0 0 1,0-1-1,0 1 1,1-1-1,0 1 1,0-1 0,0 0-1,0 0 1,1-1-1,0 1 1,-1-1-1,1 0 1,1 0-1,-1-1 1,10 4-1,-2-2 4,-1 0 0,1-1 0,1-1 0,-1 0-1,0-1 1,0 0 0,1-1 0,-1-1-1,19-2 1,-23 0 5,-1 1 0,1-1 0,0-1-1,-1 1 1,1-2 0,-1 1 0,0-1 0,0 0-1,-1-1 1,0 1 0,0-1 0,0-1 0,-1 0-1,1 0 1,-2 0 0,8-11 0,-3 3 12,-1 0 1,0-1 0,-1 0-1,-1-1 1,-1 0 0,0 0-1,5-26 1,-7 0 684,-5 33-230,-3 28-279,-2 9-329,1 0 0,2 0 0,1 0 0,1 0 0,4 41 0,-2-64-412,0 1-1,0-1 1,0 1-1,1-1 1,-1 0-1,1 1 1,5 6-1,-6-9-1,0 0-1,1 0 1,0 0-1,-1 0 1,1-1-1,0 1 1,0-1-1,0 1 1,0-1-1,2 2 1,19 3-5214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5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16 2849,'0'0'15757,"-2"3"-15053,-3 4-505,1 0-1,0 0 1,0 1 0,1 0-1,0 0 1,1 0 0,-1 0-1,2 0 1,-3 15 0,1 10 235,1 37 0,2-69-362,3-1-26,0-1 0,0 0 0,-1 0 0,1-1 0,0 1 0,0 0 0,-1-1 0,1 0 0,-1 1 0,0-1 0,1 0 0,-1 0 1,0-1-1,0 1 0,0 0 0,2-5 0,5-3 134,15-18 70,48-49 142,-62 67-359,1 1 0,0 0 0,1 0 0,0 1 0,14-7 0,-24 14-34,0 0-1,0 0 0,0 0 0,0 0 0,0 1 0,0-1 1,0 1-1,0-1 0,0 1 0,1 0 0,-1 0 0,0 0 1,0 0-1,0 0 0,0 0 0,1 1 0,-1-1 1,0 1-1,0-1 0,0 1 0,0 0 0,0 0 0,0 0 1,0 0-1,-1 0 0,1 0 0,0 0 0,0 1 1,2 2-1,2 3-14,-1 1 0,0 0 1,0 0-1,0 0 0,5 15 0,8 14-8,-16-34 29,0 0-1,0 1 1,1-1 0,-1 0 0,1 0-1,0 0 1,0-1 0,0 1 0,1-1-1,-1 1 1,0-1 0,1 0 0,0 0-1,-1-1 1,6 2 0,-1-1 14,1-1 0,-1 0 0,0 0-1,0-1 1,0 0 0,13-2 0,-13 1 42,0 0 0,-1-1 0,1 0 0,-1 0 0,1-1 0,-1 0 1,0-1-1,0 1 0,7-6 0,7-7 407,28-25 1,8-6 955,-57 47-1417,0 0 0,1 0-1,-1-1 1,0 1 0,1 0 0,-1 0 0,1 0 0,-1 0-1,0 0 1,1 0 0,-1 0 0,0 0 0,1 0-1,-1 1 1,0-1 0,1 0 0,-1 0 0,0 0-1,1 0 1,-1 0 0,0 1 0,1-1 0,-1 0-1,0 0 1,1 1 0,-1-1 0,0 0 0,0 0 0,1 1-1,-1-1 1,0 0 0,0 1 0,0-1 0,1 0-1,-1 1 1,0-1 0,0 0 0,0 1 0,0-1-1,0 0 1,0 1 0,0-1 0,0 0 0,0 1 0,0-1-1,0 1 1,0 0 0,5 26-138,-4-21 135,0 4-310,1 0 0,1 0 0,0 0 0,0 0 0,1 0 0,0-1 0,1 0 0,0 0 1,1 0-1,-1 0 0,9 8 0,-3-5-494,1 0 1,0-1 0,0-1 0,1 0 0,1-1 0,21 12 0,-5-7-2035,41 15 1,51 11-5448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58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412 517 10149,'0'0'2163,"-16"-20"1196,-2-3-2189,-37-39 0,50 58-1019,-1 0-1,1 0 1,-1 1-1,0 0 1,0 0 0,0 0-1,0 0 1,0 1-1,-1 0 1,1 1 0,0-1-1,-1 1 1,0 1-1,1-1 1,-1 1 0,0 0-1,-8 1 1,-3 0 91,6-1-57,1 0 0,-1 1 0,1 0 0,-1 1 0,1 1-1,-1 0 1,-17 7 0,25-8-161,-1 0 0,0 1 0,1-1-1,0 1 1,0 0 0,-1 1 0,2-1 0,-1 1 0,0 0-1,1 0 1,0 0 0,0 0 0,0 0 0,0 1 0,1-1-1,-1 1 1,1 0 0,0 0 0,-1 6 0,2-6-15,0-1 0,0 1 1,0 0-1,0 0 0,1 0 1,0 0-1,0 0 0,0 0 1,1 0-1,2 9 0,-2-11-10,0-1 1,0 1-1,1 0 0,-1-1 0,1 1 1,-1-1-1,1 1 0,0-1 0,0 0 1,0 1-1,0-1 0,1 0 0,-1 0 1,1-1-1,-1 1 0,1-1 0,-1 1 1,5 1-1,4 1-2,0-1 0,1 0 0,-1 0 0,1-1 0,0 0 0,14-1-1,-2 0-22,49-6-1,-64 3 26,-1 0-1,1 0 0,-1 0 1,0-1-1,0 0 0,0-1 1,0 0-1,-1 0 0,1-1 1,-1 0-1,0 0 0,-1 0 1,1-1-1,-1 0 0,0-1 1,0 1-1,-1-1 0,0 0 1,0 0-1,5-12 0,-9 17-3,0 1-1,0 0 0,0 0 1,0 0-1,0 0 0,0 0 0,1 0 1,-1 0-1,0 0 0,0 1 0,1-1 1,-1 0-1,0 1 0,1-1 0,-1 1 1,1-1-1,-1 1 0,1 0 0,-1 0 1,1-1-1,1 1 0,43 1-223,-26 0 243,1-1-35,0-1 0,1-1 0,-1-1-1,-1-1 1,39-12 0,-52 14 33,0-1-1,0 0 1,0 0-1,0 0 1,-1-1-1,1 0 1,-1-1 0,0 1-1,0-1 1,-1 0-1,1-1 1,-1 1-1,0-1 1,-1 0-1,1 0 1,-1-1-1,0 1 1,-1-1-1,5-13 1,5-31 142,6-68 1,-14 87 11,0-58 759,-4 52 181,-2 31 1033,-6 65-2227,-17 192 477,16 378-30,8-532-350,0-87-278,2 24 414,-2-32-303,0-1-1,0 1 0,0 0 1,0 0-1,0 0 0,1-1 0,-1 1 1,0 0-1,1-1 0,-1 1 1,0 0-1,1 0 0,-1-1 1,1 1-1,-1-1 0,1 1 1,-1-1-1,1 1 0,0 0 0,-1-1 1,1 0-1,0 1 0,-1-1 1,1 1-1,0-1 0,-1 0 1,1 0-1,0 1 0,0-1 0,0 0 1,1 0-1,-2 0 36,1 0 0,-1 0 1,0 0-1,1 0 0,-1-1 0,0 1 0,1 0 0,-1 0 1,0 0-1,0-1 0,1 1 0,-1 0 0,0 0 0,0-1 1,1 1-1,-1 0 0,0-1 0,0 1 0,0 0 1,1-1-1,-1 1 0,0 0 0,0-1 0,0 1 0,0-1 1,0 1-1,0 0 0,0-1 0,0 1 0,0 0 0,0-1 1,0 1-1,0-1 0,0 1 0,0 0 0,0-1 0,0 1 1,0 0-1,-1-1 0,1-4-1012,0-23-4049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58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8836,'0'0'11253,"145"-41"-10869,-68 34-304,9-5-80,7 0-1008,14-5-2145,14-4-5123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2:5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69 298 5378,'0'0'9954,"-13"-23"-9180,-34-72-115,45 92-628,1 0 1,0 0-1,0 0 1,0-1-1,0 1 1,0 0-1,1 0 1,-1 0-1,1-1 1,0 1-1,0 0 1,0 0-1,1-1 1,0-3-1,0 5-5,0-1 0,0 1 0,1-1-1,-1 1 1,1 0 0,0 0 0,-1 0 0,1 0 0,0 0-1,3-2 1,0-1 37,1-2 5,1 1 1,0 1-1,0-1 0,1 1 1,-1 0-1,1 1 0,0 0 1,0 0-1,0 1 1,1 0-1,-1 0 0,1 1 1,0 0-1,0 1 0,-1-1 1,1 2-1,0-1 0,0 1 1,0 1-1,15 2 0,-20-1-64,0-1 0,1 1 0,-1 1 0,0-1 0,-1 0-1,1 1 1,0 0 0,-1 0 0,1 0 0,-1 0 0,0 1-1,0-1 1,0 1 0,-1 0 0,1 0 0,-1 0 0,0 0-1,0 0 1,0 0 0,1 6 0,4 11 59,-1 1 0,6 39 1,-11-57-52,8 125 158,-6-70 18,-3-58-167,-1 0 0,1 0 0,1 0 0,-1 0 0,0 0 0,0 0 0,0 0 0,0 0 0,1 0 0,-1 0 0,1-1 1,-1 1-1,0 0 0,1 0 0,-1 0 0,1 0 0,0-1 0,-1 1 0,1 0 0,0 0 0,-1-1 0,1 1 0,0 0 0,0-1 1,0 1-1,0-1 0,-1 1 0,1-1 0,0 0 0,0 1 0,1-1 0,2 1 46,-1-1 1,1 0-1,0 0 0,-1-1 1,1 1-1,-1-1 1,1 0-1,3-1 0,10-3 207,0-1-1,-1-1 0,0-1 0,24-14 1,56-46 280,-46 27-195,-1-3 0,-2-2 0,-2-3 1,58-81-1,-102 140-165,-1 34-556,-1 8 539,2 1 1,11 69-1,-8-103-482,1 0-1,0 0 0,14 31 1,-12-36-448,0-1 0,1-1 0,0 1 0,0-1 0,20 20 0,27 17-5370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6 327 9428,'0'0'1649,"-2"-20"787,-1-66-102,3 84-2252,0 0 1,0-1-1,0 1 0,1 0 0,-1 0 0,1 0 1,0-1-1,-1 1 0,1 0 0,0 0 0,0 0 1,0 0-1,1 0 0,-1 0 0,0 1 0,1-1 1,-1 0-1,1 1 0,0-1 0,-1 1 0,1-1 1,0 1-1,0 0 0,0 0 0,0 0 0,0 0 1,3-1-1,1 0 20,0 1 1,0 0-1,0 1 1,0-1-1,0 1 1,0 0-1,7 1 1,-9 0-85,0 0-1,1 0 1,-1 1 0,0-1 0,0 1 0,0 0 0,0 0-1,0 0 1,0 0 0,0 1 0,-1 0 0,1 0 0,-1 0-1,0 0 1,0 0 0,0 1 0,0-1 0,-1 1 0,1-1 0,-1 1-1,0 0 1,2 6 0,3 6 12,-1 1 0,-1 0 0,0 0 0,3 25 0,-3 4 255,-1 81-1,-4-104-223,0-23-53,1 0 0,-1 1 0,0-1 0,0 0 0,1 1 0,-1-1 0,0 0 0,1 0 0,-1 1 0,1-1 0,-1 0 0,0 0 0,1 1 0,-1-1 0,1 0 0,-1 0 0,0 0 0,1 0 0,-1 0 0,1 0 1,-1 0-1,1 0 0,-1 0 0,1 0 0,-1 0 0,0 0 0,1 0 0,-1 0 0,1 0 0,-1 0 0,1 0 0,-1 0 0,0-1 0,1 1 0,-1 0 0,1-1 0,1 1 44,12-4 131,-1-1-1,-1-1 1,1 0 0,-1 0 0,0-1-1,0-1 1,-1 0 0,13-12-1,10-5 12,4-2 104,-2-1 1,-1-1-1,59-65 0,-78 72 289,-15 20-163,-3 7-135,-5 11-309,-2 6 17,1 0-1,1 1 0,1 0 1,-5 34-1,10-48-29,0 1 0,1-1 1,-1 1-1,2 0 0,0-1 0,0 1 1,0-1-1,1 1 0,1-1 1,0 0-1,0 0 0,0 0 0,1 0 1,7 11-1,-2-8-423,1-1 1,0-1-1,0 1 1,1-2 0,0 1-1,1-1 1,0-1-1,0 0 1,1-1-1,0-1 1,0 1-1,24 6 1,-6-4-1513,0-1 1,0-1-1,1-2 0,58 2 1,-74-7 1120,0 0 1,0-1 0,0-1 0,0-1-1,0 0 1,26-9 0,-26 6 715,-1-1 0,0-1 0,0 0 0,-1-1 0,0 0 0,16-15 0,-14 10 879,0-1 1,-1-1-1,-1 0 0,20-28 0,-29 36-219,0 0 0,0-1 0,0 0 0,-1 0-1,-1 0 1,0-1 0,0 1 0,-1-1-1,0 1 1,0-1 0,-1 0 0,0-10 0,-2 18-375,1-1 1,0 1 0,0-1 0,-1 1-1,0 0 1,1-1 0,-1 1 0,0 0 0,0-1-1,0 1 1,0 0 0,-1 0 0,1 0-1,0 0 1,-1 0 0,0 0 0,1 1-1,-1-1 1,0 0 0,0 1 0,0-1 0,0 1-1,0 0 1,0 0 0,0 0 0,-1 0-1,-2-1 1,-7-1 122,0 0-1,0 1 1,0 0-1,-17 0 1,26 2-223,-25-2 234,0 2-1,0 0 0,-1 3 0,1 0 0,-28 7 1,45-7-188,0 0 1,0 0 0,1 1 0,-1 0-1,1 1 1,0 0 0,0 1-1,1 0 1,0 1 0,0 0 0,0 0-1,1 1 1,0-1 0,1 2-1,-11 14 1,14-17-57,1 0-1,0 0 1,1 1-1,-1-1 1,1 1 0,1-1-1,-1 1 1,0 8-1,2-11-35,-1 0-1,1 0 0,0 0 1,0 0-1,1 0 1,-1 0-1,1-1 0,0 1 1,0 0-1,0 0 0,0-1 1,1 1-1,0-1 1,-1 1-1,1-1 0,3 4 1,1-2-2,-1 0 0,1 0 0,0-1 0,0 0 0,1 0 0,-1 0 0,1-1 0,0 0 0,0 0 0,0-1 0,14 3 0,5 0 29,0-1-1,31 0 1,-42-3-34,0-1 1,0 0-1,0-2 1,-1 1-1,1-2 0,0 0 1,24-9-1,-34 10 3,1 0 0,-1-1 0,0 0 0,0 0 0,0 0 0,0-1 0,0 0 0,-1 1 1,1-2-1,-1 1 0,0 0 0,-1-1 0,1 0 0,-1 0 0,0 0 0,0 0 0,0 0 0,-1-1 0,1 0 0,-1 1 0,-1-1 0,2-7 0,-2 8 6,0 0 1,0-1-1,-1 0 1,0 1 0,0-1-1,0 1 1,-1-1-1,-1-8 1,1 13-7,0-1 1,1 0 0,-1 0-1,0 0 1,0 1 0,0-1 0,0 0-1,0 1 1,0-1 0,-1 1-1,1-1 1,-1 1 0,1 0-1,-1 0 1,1 0 0,-1-1-1,0 1 1,1 1 0,-1-1-1,0 0 1,0 0 0,1 1 0,-1-1-1,0 1 1,0-1 0,-2 1-1,1-1 5,1 1 1,-1-1-1,1 1 0,-1 0 0,1 0 0,-1 0 0,1 0 1,-1 0-1,0 1 0,1-1 0,-1 1 0,1 0 0,-4 1 0,5-1-13,-1 0 0,1 0 0,0 1 0,0-1 0,0 0 0,0 1 0,1-1 0,-1 1 0,0-1 0,0 1 0,1 0 0,-1-1 0,1 1 0,0-1 0,-1 1 0,1 0 0,0-1 0,0 1 0,0 0 0,0 0 0,1 1 0,-2 1 4,1 0 0,0 0 0,1 0 0,-1 0 0,0-1 0,1 1 0,0 0 0,0 0 0,0 0 0,1-1 0,-1 1 0,1-1 0,0 1 0,0-1 0,0 0 0,0 1 0,1-1 0,-1 0 0,1 0 0,0-1 0,0 1 0,0-1 0,0 1 0,7 3 0,3 1-18,0 0-1,0-1 1,1 0 0,0-1-1,17 4 1,-21-6-139,0-1 0,0-1 0,-1 1 0,1-2 0,0 1 0,0-2 0,0 1 0,19-5 0,-26 5 139,-1-1 0,1 0 0,-1 0 0,0-1 0,1 1 0,-1 0 0,0-1-1,0 1 1,0-1 0,0 0 0,0 0 0,-1 0 0,1 0 0,0 0 0,-1 0 0,1 0 0,-1-1 0,0 1 0,2-5 0,1-4 26,-1 0 1,0 0-1,2-15 1,-3 16-18,13-135 75,-8 59-44,-2 38 126,11-158 2318,-16 204-1836,-3 7-302,-8 23-246,1 0 0,1 1-1,1-1 1,2 2 0,-5 49 0,4 156 339,7-189-391,0-45-49,0 14 1,0-1 0,1 0 0,1 1 1,4 17-1,-5-29-199,-1 0 0,1 0 0,0 0 0,0 0 1,1 0-1,-1-1 0,1 1 0,-1 0 0,1-1 0,0 1 1,0-1-1,0 0 0,0 1 0,0-1 0,0 0 0,1-1 1,-1 1-1,1 0 0,0 0 0,-1-1 0,1 0 0,0 0 1,0 1-1,0-2 0,0 1 0,5 1 0,23-1-4460,3-1-2761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9220,'0'0'10296,"33"-10"-10030,106-29-20,-121 33-190,0 1 0,0 1 0,0 1 0,1 0 0,30 1 0,-48 2 125,-1 1-155,0 1 0,-1 0 0,1-1 0,-1 1 0,1-1 0,-1 1 0,0-1-1,1 1 1,-1-1 0,0 0 0,-1 2 0,-4 7 40,-5 12 125,1 1 1,-13 44 0,20-57-162,1 1 0,0-1 0,1 0 1,0 0-1,1 1 0,0-1 0,1 1 1,0-1-1,4 19 0,-4-25-24,0-1-1,1 1 0,0-1 1,0 1-1,0-1 0,0 0 1,0 0-1,0 0 0,1 0 1,0 0-1,-1 0 0,1-1 1,0 1-1,1-1 0,-1 0 1,0 0-1,1 0 0,-1 0 1,1-1-1,-1 1 0,6 0 1,3 2 6,1-1 0,0-1 0,0 0 0,0-1 0,14-1 0,-21 1-1,0-1 0,0-1 0,-1 1 1,1-1-1,0 0 0,-1 0 0,1-1 1,0 1-1,-1-1 0,0-1 0,1 1 1,-1-1-1,0 0 0,0 0 1,-1 0-1,1-1 0,-1 1 0,1-1 1,-1 0-1,0-1 0,-1 1 0,7-9 1,-2-2 175,1-1 1,-2 0-1,0 0 1,0-1 0,-2 1-1,0-2 1,-1 1 0,-1 0-1,-1-1 1,0 1 0,-1-34-1,-1 87-159,11 69-1,6-35-3260,-12-55-635,1-1 0,10 21-1,-7-21-5847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3201,'0'0'13345,"25"-13"-12134,-6 3-1038,1 0-1,0 2 0,28-8 0,-46 15-151,1 1-1,-1 0 1,1-1 0,0 1 0,-1 1-1,1-1 1,-1 0 0,1 1 0,0-1 0,-1 1-1,1 0 1,-1-1 0,0 1 0,1 0-1,-1 1 1,0-1 0,1 0 0,-1 1 0,0-1-1,3 4 1,1 1 33,-1 0 0,0 1 0,0-1 0,6 13 0,-3-5 32,8 10 93,-2 0-1,14 33 1,-23-44-167,0-1-1,-1 1 1,0 0 0,-2-1 0,1 2-1,-2-1 1,1 14 0,-2-27-1,0 0 0,0 1 0,0-1 0,1 0 0,-1 0 0,0 0-1,0 1 1,0-1 0,0 0 0,0 0 0,-1 1 0,1-1 0,0 0 0,0 0 0,0 0 0,0 1 0,0-1 0,0 0 0,0 0 0,0 0 0,0 1 0,0-1 0,-1 0 0,1 0 0,0 0 0,0 0 0,0 1 0,0-1 0,-1 0 0,1 0-1,0 0 1,0 0 0,0 0 0,-1 0 0,1 1 0,0-1 0,0 0 0,0 0 0,-1 0 0,1 0 0,0 0 0,0 0 0,-1 0 0,1 0 0,0 0 0,0 0 0,0 0 0,-1 0 0,1 0 0,0 0 0,0 0 0,-1-1 0,1 1 0,0 0-1,0 0 1,0 0 0,-1 0 0,1 0 0,0 0 0,0-1 0,0 1 0,-1 0 91,-2-2 15,0 0 1,1 0-1,-1 0 0,1 0 0,0 0 0,-1-1 0,1 1 0,0-1 0,0 0 0,1 1 0,-1-1 0,0 0 0,1 0 0,0 0 0,0 0 0,0 0 0,0 0 0,0-1 0,0 1 0,1 0 0,0 0 0,-1-5 0,1 1-22,0 0 0,0 0 0,0 0 0,0 1 0,1-1-1,1 0 1,-1 0 0,1 1 0,0-1 0,4-8 0,0 6-69,1 0 0,-1 0 1,2 1-1,-1 0 0,1 1 1,0 0-1,0 0 1,1 0-1,0 1 0,10-5 1,-8 5-67,0 0 0,1 1 0,0 0 0,-1 1 0,1 1 0,1-1 0,-1 2 0,20-2 0,-28 3-381,1 1 0,0 0 0,0 0 0,-1 0-1,1 1 1,0-1 0,-1 1 0,1 1 0,-1-1 0,1 0 0,-1 1 0,1 0-1,-1 0 1,0 0 0,0 1 0,0 0 0,0-1 0,-1 1 0,7 6 0,24 22-5403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2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361 411 8820,'0'0'6214,"-24"-10"-3611,-81-32-687,97 39-1766,0 1 0,0 0 1,0 0-1,0 1 0,0 0 0,0 0 0,0 1 1,0 0-1,-1 0 0,1 1 0,0 0 1,0 0-1,0 1 0,0 0 0,0 1 0,1 0 1,-1 0-1,1 0 0,-1 1 0,-7 5 1,10-4-105,0-1 1,0 1-1,1 0 1,-1 0-1,1 0 1,0 1 0,1 0-1,-1-1 1,1 1-1,0 1 1,1-1 0,-1 0-1,1 1 1,1-1-1,-1 1 1,1-1-1,0 1 1,0 0 0,1-1-1,0 1 1,0 0-1,2 6 1,-2-10-47,1 0 0,-1 0 0,1 0 0,0 0 0,0-1 0,0 1 0,0 0 0,0-1 0,1 1 1,-1-1-1,1 1 0,-1-1 0,1 0 0,0 1 0,0-1 0,3 2 0,-1-1 2,1 0 0,-1 0 0,1-1 0,0 1 0,0-1 0,0 0 0,0 0 0,6 1 1,9 1 9,1-2 0,0 0 0,31-1 1,-44-1-10,-2 0 0,0 0-1,-1-1 1,1 0 0,0 0-1,-1-1 1,1 1 0,-1-1-1,0 0 1,0-1 0,0 1-1,0-1 1,0 0 0,0 0-1,0-1 1,-1 1 0,0-1-1,0 0 1,5-6 0,-5 4 11,1 0 1,-1 0 0,0 0-1,-1-1 1,1 0 0,-1 0-1,-1 0 1,1 0 0,-1 0-1,-1 0 1,1-1 0,-1 1-1,0-14 1,0 27-56,1 1 0,-1-1 0,1 1 0,0-1 0,1 0 1,-1 0-1,1 0 0,4 6 0,-3-5 22,1-1 0,-1 0 0,1 0 0,0 0 0,1 0 0,0-1 0,-1 0 0,1 0 0,1-1 0,-1 1 0,1-1 0,0-1 0,0 1 0,0-1 0,10 3 0,-4-2-93,0-1 1,1-1-1,-1 0 0,1 0 0,-1-1 1,1-1-1,25-3 0,-36 3 100,0-1 1,0 0-1,0 1 0,0-1 0,0-1 1,-1 1-1,1 0 0,0-1 1,0 1-1,-1-1 0,1 0 0,-1 0 1,0 0-1,3-2 0,-1-1 7,0 0 1,0-1-1,-1 1 0,0 0 1,0-1-1,4-8 0,0-8 34,-1 1 0,7-43-1,-12 58-25,31-373 1027,-31 343 232,-2 36-1233,0 0 1,1 0-1,-1-1 0,0 1 1,0 0-1,1 0 1,-1 0-1,0 0 1,1 1-1,-1-1 1,0 0-1,1 0 1,-1 0-1,0 0 1,1 1-1,-1-1 1,0 0-1,1 1 0,-1-1 1,1 0-1,-1 1 1,0 0-1,-5 5-23,0-1-1,1 1 0,-1 1 1,1-1-1,0 1 0,1 0 1,-7 14-1,2-1-30,-12 40-1,14-35 32,2 0-1,1 0 0,-1 46 0,9 78-509,-4-137-114,2 1-1,-1 0 0,2-1 1,-1 0-1,2 0 0,0 0 1,0 0-1,1 0 0,11 18 1,30 32-6218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3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9428,'0'0'6870,"0"27"-5608,0 141 3,-1-164-1221,1-1 1,0 0-1,1 0 1,-1 0 0,0 0-1,1 0 1,0 0-1,1 4 1,-2-6-30,1 0 0,0 0 0,0 0 1,0 0-1,0 0 0,0 0 0,0 0 0,0-1 1,0 1-1,0 0 0,0-1 0,0 1 0,0-1 0,0 1 1,1-1-1,-1 0 0,0 1 0,0-1 0,0 0 1,1 0-1,-1 0 0,0 0 0,2 0 0,5 0 59,-1 0 0,0-1 0,1 1 0,-1-2 0,0 1 0,0-1 0,0 0 0,0 0 0,0-1 0,0 0 0,-1 0 0,10-6 0,1-4 170,0-1 1,28-27-1,13-12 302,-58 52-533,1 1-1,-1-1 0,1 1 1,-1 0-1,1-1 0,0 1 1,-1 0-1,1 0 0,-1-1 1,1 1-1,0 0 1,-1 0-1,1 0 0,0 0 1,-1 0-1,1 0 0,0 0 1,-1 0-1,1 0 0,0 0 1,-1 0-1,1 0 0,0 0 1,-1 0-1,1 1 0,0-1 1,-1 0-1,2 1 0,13 15 215,7 21-444,-1 0 0,-2 2 0,26 76-1,-1-2-1056,-31-85-2210,-2-11-1828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9877,'0'0'9054,"-7"27"-7893,-24 90-409,30-111-725,-1 1 0,1 0 0,0 0 0,1 0 0,0 0 0,0 0 0,0-1 0,1 1 0,0 0 0,0 0 0,1 0 0,0-1 0,0 1 0,0-1 0,1 1 0,0-1 0,0 0 0,1 0 0,0 0 0,0-1 0,0 1 0,0-1 0,1 0 0,0 0 0,0 0 0,9 5 0,-5-4-18,-1-2 1,1 1 0,-1-1-1,1-1 1,0 1-1,1-1 1,-1-1-1,0 0 1,1 0-1,-1-1 1,1 0 0,0-1-1,-1 0 1,1 0-1,0-1 1,16-4-1,-20 3-2,0-1 0,0 1-1,0-2 1,-1 1 0,1 0 0,-1-1-1,0 0 1,0 0 0,0-1 0,0 0-1,-1 1 1,0-1 0,0-1-1,0 1 1,-1-1 0,5-9 0,-1 0-4,0 0 0,-1 0 0,-1 0 0,0-1 1,4-25-1,-6-4-7,-3 37 119,0 11 198,-1 38-397,0-15 145,1-1 0,5 32 0,-4-49-55,0 0 1,1 0 0,0 0-1,1-1 1,0 1 0,0-1-1,0 0 1,1 0 0,0 0-1,1 0 1,8 9 0,-6-8-131,0 0 1,1-1 0,1 0-1,11 7 1,10 0-2706,2-8-4813,-15-6-1933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4594,'0'0'14802,"2"9"-14261,3 52 1202,-3 84-1,-3-84-1278,5-68-355,14-21-55,1 0 0,1 1 1,1 1-1,2 1 0,34-29 0,-56 52-50,1 1 0,-1 1-1,1-1 1,-1 0-1,0 0 1,1 0-1,-1 1 1,1-1-1,0 1 1,-1-1-1,1 1 1,-1 0-1,1 0 1,0-1-1,-1 1 1,1 0 0,0 1-1,-1-1 1,1 0-1,0 0 1,-1 1-1,1-1 1,-1 1-1,1-1 1,-1 1-1,1 0 1,-1-1-1,1 1 1,-1 0 0,1 0-1,1 2 1,4 4-10,-1-1 1,1 1-1,-1 1 1,8 12 0,1 1 25,-7-11 16,0 0-1,1-1 1,19 15-1,-25-21-10,1-1 0,0 1 0,0-1 0,0 0 0,0 0 0,1 0 0,-1-1 1,1 0-1,-1 0 0,1 0 0,-1 0 0,1-1 0,-1 1 0,6-1 0,-7-1 0,-1 1 0,0-1 0,1 0 0,-1 1 1,0-1-1,1 0 0,-1-1 0,0 1 0,0 0 0,0-1 1,0 1-1,0-1 0,-1 1 0,1-1 0,0 0 0,-1 0 1,2-2-1,25-40 203,-18 26-69,93-152 663,-97 160-697,-2 10 19,-2 18-160,-3 19-332,3 0-1,1-1 0,1 1 1,2-1-1,20 63 1,-26-99 325,8-43-20769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4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9716,'0'0'11779,"-2"13"-11312,1-7-332,-22 183 2403,23-49-1969,0-139-564,0 1 0,0-1 0,0 0 0,0 1 1,0-1-1,1 0 0,-1 0 0,1 0 1,-1 1-1,1-1 0,-1 0 0,1 0 0,-1 0 1,1 0-1,0 0 0,0 0 0,0 0 1,0 0-1,-1 0 0,1-1 0,2 2 0,-1-1 4,0 0 0,0 0 0,1 0 0,-1 0 0,0-1 0,1 1-1,-1-1 1,0 1 0,1-1 0,3 0 0,7-1 17,-1-1 0,1 0 0,18-5-1,-17 3-26,-4 2-12,0 0 1,0 0-1,0 1 0,0 1 0,0 0 0,0 0 0,19 3 0,-26-2 5,1 0-1,-1 0 0,0 0 1,1 0-1,-1 0 0,0 1 1,0-1-1,0 1 0,0 0 1,0 0-1,-1 0 0,1 1 1,-1-1-1,1 1 1,-1-1-1,0 1 0,0 0 1,0 0-1,0 0 0,0 0 1,-1 0-1,1 0 0,-1 0 1,0 0-1,1 6 0,-1-4 4,0-1-1,0 1 1,0-1 0,-1 1-1,0-1 1,0 1-1,0 0 1,0-1-1,-1 1 1,-1 5 0,1-8 3,0 0 0,0 0 0,0 0 0,0 0 1,0 0-1,0 0 0,-1-1 0,1 1 1,-1 0-1,1 0 0,-1-1 0,0 1 0,1-1 1,-1 0-1,0 1 0,0-1 0,0 0 1,0 0-1,0 0 0,-1-1 0,-2 2 0,-16 2 30,0 0 0,0-2 0,-1 0 0,-35-2 0,26-1 43,16 1-42,1-1 0,-1 0 0,1-1 0,-23-6 0,29 5-202,1 1 0,0-1 1,-1 0-1,1-1 0,0 0 1,1 0-1,-1 0 0,1-1 1,-11-10-1,16 14-11,0 0-1,0 0 1,0 1-1,1-1 1,-1 0-1,0 0 1,1 0 0,-1 0-1,1-1 1,-1 1-1,1 0 1,-1 0-1,1 0 1,0 0-1,-1 0 1,1-1-1,0 1 1,0 0 0,0 0-1,0-2 1,0 2-157,1 0 1,-1 0 0,1 0-1,0 0 1,-1 0 0,1 0 0,0 0-1,-1 0 1,1 0 0,0 0-1,0 1 1,0-1 0,0 0 0,0 0-1,0 1 1,0-1 0,0 1-1,0-1 1,0 1 0,0-1 0,2 1-1,38-10-9794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25 243 7395,'0'0'12166,"20"-10"-11926,106-46-5,-122 54-218,-1 0 0,0 0 1,0 0-1,0 0 0,-1-1 0,1 1 1,0-1-1,-1 0 0,0 0 0,0 1 0,1-2 1,-2 1-1,1 0 0,0 0 0,-1-1 1,1 1-1,-1 0 0,0-1 0,0 0 1,-1 1-1,1-1 0,-1 1 0,1-1 1,-1-4-1,0 4 11,0 0-1,-1 0 1,1 1 0,-1-1 0,0 0-1,0 0 1,0 0 0,0 0 0,-1 1 0,1-1-1,-1 0 1,0 1 0,0 0 0,0-1-1,-1 1 1,1 0 0,-1 0 0,0 0 0,0 1-1,0-1 1,0 0 0,-4-1 0,2 1 11,-1 0 1,0 1 0,0 0 0,0 0 0,0 1 0,0-1-1,0 1 1,-8 0 0,11 1-27,-1 0 1,1 0-1,-1 0 1,1 0-1,-1 1 1,1 0-1,0-1 1,-1 1-1,1 1 0,0-1 1,-1 0-1,1 1 1,0-1-1,0 1 1,0 0-1,-4 4 1,1 1-2,1 0 0,0 0 1,0 0-1,1 1 0,0 0 1,0 0-1,1 0 0,0 0 1,0 1-1,1-1 1,0 1-1,1-1 0,-1 12 1,-1 18 24,5 63 0,-2-100-36,0 9-44,2-1 0,-1 1 1,1 0-1,1 0 0,0-1 1,0 0-1,1 1 0,0-1 1,7 11-1,-6-14-353,-1 1 1,1-1-1,0 0 0,0-1 1,8 8-1,-8-10-286,-1 1 0,1-1 0,-1-1-1,1 1 1,0-1 0,0 1 0,0-1 0,6 1 0,24 2-5804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95 7940,'0'0'11015,"13"6"-10697,-4-3-219,0 1 0,-1 0 0,0 0 0,0 1 1,0 0-1,0 0 0,-1 1 0,0 0 0,0 1 0,-1-1 1,10 13-1,-4-1 104,0 1 1,-1-1-1,-1 2 1,-1 0-1,-1 0 1,7 26-1,-14-31-115,0-15-83,-1 1-1,0-1 1,0 0 0,0 0-1,0 1 1,0-1-1,0 0 1,0 0-1,0 1 1,0-1-1,0 0 1,0 1-1,-1-1 1,1 0-1,0 0 1,0 0-1,0 1 1,0-1-1,0 0 1,0 0-1,0 1 1,-1-1 0,1 0-1,0 0 1,0 0-1,0 0 1,-1 1-1,1-1 1,0 0-1,0 0 1,0 0-1,-1 0 1,-1 1 20,-1 0 1,1-1-1,-1 1 1,1-1-1,-1 0 1,1 1 0,-1-1-1,1 0 1,-1-1-1,1 1 1,0 0-1,-1-1 1,1 0-1,-1 1 1,1-1-1,0 0 1,-1 0 0,1 0-1,0 0 1,0-1-1,0 1 1,0-1-1,0 1 1,0-1-1,0 0 1,1 1-1,-1-1 1,1 0-1,-1 0 1,1 0 0,-2-3-1,0-1-33,-1-1-1,1 1 1,1-1 0,-1 0-1,1 0 1,0 1 0,1-1-1,0-1 1,0 1 0,0-7-1,1 12-39,0 0-1,1 1 1,-1-1-1,0 0 1,1 1-1,-1-1 1,1 0 0,-1 1-1,1-1 1,0 1-1,0-1 1,-1 1-1,1-1 1,0 1-1,1-1 1,-1 1-1,0 0 1,0 0-1,0-1 1,1 1-1,-1 0 1,1 0-1,-1 1 1,1-1-1,2-1 1,4-1-255,0 0-1,0 1 1,0 0 0,10-1 0,-7 1-69,17-3-745,143-31-2505,-147 30 3720,1-2 1,-1-1-1,-1-1 1,39-22-1,-56 28 314,1-1 0,-1 0 1,0 0-1,7-7 0,-12 11-239,1-1 0,-1 1 0,0-1-1,1 0 1,-1 1 0,0-1 0,0 0 0,0 0 0,-1 0-1,1 0 1,0 0 0,-1 0 0,1 0 0,-1 0 0,0 0 0,1 0-1,-1 0 1,0 0 0,0 0 0,-1-3 0,1 4-123,-1 0 1,0 0 0,0 0-1,1 0 1,-1 0-1,0 0 1,0 0 0,0 0-1,0 0 1,0 0-1,0 0 1,0 1 0,-1-1-1,1 0 1,0 1-1,0-1 1,-1 1 0,1 0-1,0-1 1,0 1-1,-1 0 1,1 0 0,0-1-1,-1 1 1,1 0-1,0 0 1,-1 1 0,1-1-1,-2 1 1,-4-1 58,4-1-94,-1 1 0,1 0 0,-1 0-1,0 1 1,1-1 0,-1 1 0,1-1 0,-1 1-1,1 0 1,-1 1 0,1-1 0,0 1 0,0-1-1,-1 1 1,1 0 0,0 0 0,1 0 0,-1 1-1,0-1 1,1 1 0,-1-1 0,1 1 0,0 0-1,0 0 1,0 0 0,0 0 0,0 0 0,1 0-1,-1 1 1,0 4 0,-2 1 11,2 1 0,-1 0-1,1-1 1,1 1 0,0 0 0,0 0 0,1 0 0,0 0-1,1-1 1,0 1 0,0 0 0,1 0 0,1-1 0,-1 1-1,2-1 1,-1 0 0,1 0 0,0 0 0,1 0 0,0-1-1,12 15 1,-3-5 53,16 21 288,-28-36-283,0 0-1,0 0 0,-1 0 1,1 0-1,-1 1 1,0-1-1,0 0 0,0 1 1,0-1-1,0 6 1,-1-9-79,0 1 1,0-1 0,0 0-1,0 0 1,0 1 0,0-1-1,0 0 1,0 0 0,-1 1 0,1-1-1,0 0 1,0 0 0,0 0-1,0 1 1,0-1 0,0 0-1,-1 0 1,1 1 0,0-1 0,0 0-1,0 0 1,0 0 0,-1 0-1,1 0 1,0 1 0,0-1-1,0 0 1,-1 0 0,1 0-1,0 0 1,0 0 0,-1 0 0,1 0-1,0 0 1,0 0 0,-1 0-1,1 0 1,0 0 0,0 0-1,-1 0 1,1 0 0,0 0 0,-1 0-1,-29 3 48,-37-1-1,39-2-53,-260 0-5177,86 0-4053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1 406 3714,'0'0'11936,"0"-27"-10773,2-92-112,-2 106-912,2 1 0,-1-1 1,2 1-1,-1 0 0,2 0 0,-1 0 0,2 0 0,0 1 0,0 0 0,1 0 0,0 0 1,1 0-1,9-11 0,-10 15-90,1 0 0,-1 0 0,1 1 0,0 0 0,0 0 0,1 0 0,0 1 0,0 0 1,0 1-1,1 0 0,-1 0 0,1 1 0,0 0 0,13-2 0,-14 3-45,0 0 0,0 1 0,0 0 0,0 1 0,0 0 1,1 0-1,-1 1 0,0 0 0,0 0 0,0 1 0,0 0 0,0 0 0,-1 1 0,1 0 0,-1 0 0,14 9 0,-12-4-6,1 0 0,-1 1 0,0 0 0,-1 0-1,0 1 1,-1 0 0,0 0 0,0 1 0,-1 0 0,-1 0-1,0 1 1,0 0 0,-1-1 0,5 26 0,-3 1 5,-1 0 1,-2 0-1,-2 63 1,-1-93 35,-1 0 0,1 0 0,-1 0-1,-1 0 1,0 0 0,0-1 0,-1 1 0,1-1 0,-2 1 0,1-1 0,-1 0 0,0 0 0,0 0 0,-1-1 0,0 1-1,-10 9 1,14-15 263,2-11-75,1-1 0,0 1 1,1 0-1,0 0 0,0 0 0,1 0 0,1 1 1,-1-1-1,2 1 0,7-10 0,1-6-141,16-27 4,1 1-1,3 2 1,2 1 0,46-47-1,-80 93-76,0 0 1,1-1-1,-1 1 0,0 0 0,1 1 0,-1-1 1,1 0-1,0 1 0,-1-1 0,4 0 0,-5 2-8,0 0-1,-1 0 0,1 0 0,-1 0 0,1 0 0,-1 0 0,1 0 0,0 0 0,-1 0 0,1 0 0,-1 0 0,1 0 0,-1 1 0,1-1 0,0 0 0,-1 1 0,1-1 0,-1 0 0,0 1 0,1-1 0,0 1 0,9 19-54,5 47 43,-3 2-1,5 91 0,-13-125-14,1 37-299,5 48-2691,-6-97-342,8 30-1,8-3-7815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6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77 4674,'0'0'11005,"-23"-17"-9650,10 6-1152,6 5-118,0 0 1,-1 0 0,0 1 0,1 0-1,-2 0 1,1 1 0,-10-4-1,15 7-50,0 0 0,-1 1-1,1-1 1,0 1 0,-1 0 0,1 0-1,-1 0 1,1 0 0,0 1-1,-1-1 1,1 1 0,0 0-1,-1 0 1,1 0 0,0 0 0,0 1-1,0-1 1,0 1 0,0 0-1,0-1 1,0 2 0,1-1-1,-1 0 1,1 0 0,-1 1 0,1-1-1,-3 5 1,-17 22 230,2 0 0,1 1 0,1 0 0,2 2 0,1 0 0,-19 59 0,22-50-67,2 1 1,1 1 0,3 0-1,1 0 1,2 52 0,3-77-169,1-1 1,1 1 0,0-1 0,7 24-1,-6-30-22,2 0 0,-1 0 0,1 0 0,1-1-1,0 0 1,0 0 0,11 12 0,1-2-24,1 0-1,1-1 1,1-2 0,0 0-1,1-1 1,1-1 0,1 0 0,0-3-1,30 13 1,-19-12-752,-1-1-1,47 10 1,-47-16-1535,1-1-1,46 1 1,-20-6-3241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7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8772,'0'0'9033,"0"24"-8414,0 173 1121,0 69 61,0-266-1789,0 1 1,0-1 0,1 0-1,-1 0 1,0 0 0,0 0-1,0 0 1,1 0 0,-1 0-1,0 0 1,0 0 0,0 0-1,0 0 1,1 0 0,-1 0-1,0 0 1,0 0 0,0 0-1,0 0 1,1 0 0,-1 0-1,0 0 1,0-1 0,0 1 0,0 0-1,1 0 1,-1 0 0,0 0-1,0 0 1,0 0 0,0 0-1,0-1 1,0 1 0,1 0-1,-1 0 1,0 0 0,0 0-1,0 0 1,0-1 0,0 1-1,0 0 1,0 0 0,0 0-1,0 0 1,0-1 0,0 1-1,0 0 1,29-66 1289,-4 6-1086,-14 37-137,2 1 0,0 1 0,2-1 1,27-30-1,-35 45-70,-1 0 1,2 0 0,-1 1 0,1-1-1,0 2 1,0-1 0,1 1-1,0 0 1,-1 1 0,2 0 0,-1 1-1,0 0 1,1 0 0,18-3 0,-25 6-15,0 0 1,0 0-1,-1 0 1,1 1 0,0-1-1,0 1 1,0-1-1,-1 1 1,1 0 0,0 0-1,-1 0 1,1 0-1,-1 1 1,1-1 0,-1 1-1,0-1 1,1 1 0,-1 0-1,0 0 1,0 0-1,0 0 1,-1 0 0,1 0-1,0 1 1,-1-1-1,1 0 1,-1 1 0,1 3-1,3 7 6,0 0 0,-2 1-1,1 0 1,1 20 0,-2-14-5,6 45-81,6 35-230,-12-88-694,1 1-1,0-1 1,0 1-1,1-1 1,10 17-1,12 4-6121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46 5186,'0'0'10301,"-11"1"-8996,-35 1 181,155-2 2353,-26 2-3436,188-2-105,-268 0-553,0 0-1,0 0 1,0-1-1,0 1 1,0-1-1,0 1 1,0-1-1,0 0 1,0 0-1,5-3 1,-8 4 143,0 0 1,0 0 0,1 0-1,-1-1 1,0 1 0,0 0-1,0 0 1,0-1 0,1 1-1,-1 0 1,0 0-1,0-1 1,0 1 0,0 0-1,0 0 1,0-1 0,0 1-1,0 0 1,0 0-1,0-1 1,0 1 0,0 0-1,0-1 1,0 1 0,0 0-1,0 0 1,0-1 0,0 1-1,0 0 1,-1 0-1,1-1 1,0 1 0,0 0-1,0 0 1,0-1 0,0 1-1,-1 0 1,-19-14-4423,-24-4-4915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60 7155,'0'0'12956,"0"-13"-12308,-1 3-565,0-24 110,1 32-152,0 4-3,0 22 34,0 381 1365,0-231-10048,0-159 138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0 457 9060,'0'0'10917,"0"96"-9908,0-14-161,0 0-496,6-3 192,4-9-319,1-7-177,-3-13 96,-3-14-144,-2-7-689,-3-7-1488,0-8-2721</inkml:trace>
  <inkml:trace contextRef="#ctx0" brushRef="#br0" timeOffset="1">498 41 10181,'0'0'4914,"197"-41"-2081,-116 87-1072,-4 33-272,-15 25-769,-20 13 48,-20 11-47,-22 4-449,0-2 112,-27-5-384,-26-7 0,-17-7-80,-15-10-256,-25-7-2177,-26-20-2498,-30-23-5361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37 3089,'0'0'11147,"-12"2"-10035,-38 6-197,46-7-756,1 0 0,0 0 0,0 0 0,0 0 0,0 1 0,0-1-1,0 1 1,0 0 0,1 0 0,-1 0 0,0 0 0,1 1 0,-4 3-1,0 0 289,6-5-415,-1-1-1,1 1 1,-1-1 0,1 0-1,-1 1 1,1-1 0,0 1-1,-1-1 1,1 1 0,-1-1-1,1 1 1,0 0 0,0-1-1,-1 1 1,1-1 0,0 1-1,0 0 1,0-1 0,0 1-1,-1 0 1,1-1 0,0 1-1,0-1 1,0 1 0,1 0-1,-1-1 1,0 1 0,0 0-1,0-1 1,1 2 0,0-1-5,0 0 1,1 0-1,-1 1 1,1-1 0,0 0-1,-1 0 1,1 0 0,0 0-1,0-1 1,0 1 0,0 0-1,-1-1 1,5 1 0,51 10 538,95 5 0,-133-14-484,194 12 614,74-3-349,84-3-129,81-3 193,1546-3 1502,-1610-9-1419,-85-10-33,-99-7-181,-177 20-186,0-1-1,31-11 1,-54 15-77,-1 0 0,1-1 0,-1 1 1,1-1-1,-1 0 0,1-1 0,-1 1 1,5-5-1,-8 7-2,1-1 1,0 0-1,0 0 0,-1 0 1,1 0-1,-1 0 0,1 0 1,-1 0-1,1 0 0,-1 0 0,0 0 1,1 0-1,-1 0 0,0 0 1,0 0-1,0 0 0,0 0 1,0-1-1,0 1 0,0-1 1,-1-1 3,0 1 1,-1-1 0,1 1-1,-1-1 1,1 1 0,-1 0-1,0 0 1,0 0 0,0 0-1,0 0 1,0 0 0,0 0-1,-1 1 1,1-1 0,-1 1 0,1-1-1,-1 1 1,-4-1 0,-13-5-24,0 2 1,-1 0-1,1 1 1,-1 2-1,0 0 1,-33 1 0,47 1-85,0 1 0,0-1 0,0 1 0,0 1-1,0-1 1,0 1 0,0 1 0,0-1 0,-6 4 0,-3 3-702,1 1-1,-17 14 1,4-4-563,-50 35-3052,-15 6-2425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0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478 311 9396,'0'0'7799,"-31"-2"-5908,-105-8-1056,125 9-780,0-1-1,0-1 0,0 0 1,0 0-1,1-1 0,-1-1 1,1 0-1,0 0 1,1-1-1,-1 0 0,1 0 1,-12-12-1,15 13-16,1-1 0,0 0 0,0 1 0,0-2 0,1 1 1,-1-1-1,2 1 0,-1-1 0,1 0 0,0 0 0,-3-13 0,4 16-16,1 0 0,1 0 0,-1-1 0,1 1 1,-1 0-1,1 0 0,0-1 0,1 1 0,-1 0 0,1 0 0,0-1 0,0 1 1,0 0-1,0 0 0,1 0 0,0 0 0,-1 0 0,2 1 0,-1-1 0,0 0 1,1 1-1,4-6 0,0 4 4,-1 0 1,1 1-1,1 0 1,-1 0-1,0 0 1,1 1-1,0 0 1,0 0-1,0 1 1,0 0-1,16-1 1,-15 1 11,0 2-1,-1-1 1,1 1 0,0 0 0,0 1-1,-1 0 1,1 1 0,-1 0 0,1 0-1,-1 1 1,14 5 0,-14-3-16,-1 1 1,0-1-1,0 1 1,-1 0-1,0 1 1,0 0-1,0-1 1,-1 2-1,0-1 1,0 1-1,5 13 1,-2-4-9,0 2 0,-2-1 1,0 1-1,4 28 0,-5-2 48,-1 86 0,-4-102-52,0-5 25,-2 1 0,0-1-1,-1 0 1,-2 1 0,-1-2 0,0 1 0,-2-1 0,-1 0 0,0 0-1,-2-1 1,0 0 0,-2-1 0,0-1 0,-19 22 0,25-33 42,-2 0 0,1 0 0,-2-1 0,1 0 0,-1 0 0,0-1 0,0-1 0,-1 1 0,0-2 0,0 1 0,0-2 0,-1 1 0,0-2 0,0 1 0,0-2 0,0 0-1,0 0 1,0-1 0,-1 0 0,-14-2 0,23 1-58,-1-1-1,1 1 0,0-1 0,-1 0 0,1 0 0,0 0 0,0-1 0,-1 0 0,1 1 0,0-1 0,1-1 0,-1 1 0,0-1 1,1 1-1,-1-1 0,1 0 0,-5-5 0,4 2-10,0 0-1,1 0 1,0 0 0,0-1 0,0 1-1,0-1 1,1 1 0,0-1 0,1 0 0,-2-10-1,1 5 4,1 0-1,0 0 1,0 0-1,2-1 1,-1 1 0,1 0-1,6-22 1,-6 29-6,1 1 0,0-1 1,0 1-1,0 0 0,0 0 1,1 0-1,-1 0 1,1 0-1,0 0 0,1 1 1,-1-1-1,1 1 1,-1 0-1,1 0 0,0 0 1,0 1-1,0-1 0,0 1 1,0 0-1,1 0 1,-1 1-1,9-3 0,-4 2 4,0 1 0,-1-1 0,1 1 0,0 1-1,0 0 1,0 0 0,0 1 0,0 0 0,0 0-1,0 1 1,-1 0 0,1 1 0,-1 0 0,1 0-1,-1 1 1,0 0 0,0 0 0,-1 1 0,8 5-1,11 11-23,-1 2 0,-1 0 0,38 49 0,-13-15 9,8 3-1610,2-1 0,69 50 0,-20-30-3973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1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23 5074,'0'0'13409,"-22"0"-12283,-69-1 368,236-8-138,82-3-3238,-225 12 934,3 0-667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8708,'0'0'11253,"53"0"-10340,14 3 127,10 1-384,9-1-287,-1-1-17,-2-2-336,3 0-32,-1 0-1313,4 0-3217,10-5-5635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2961,'0'0'6323,"-6"4"-5965,-19 11-225,24-15-122,1 0-1,-1 1 0,0-1 1,1 0-1,-1 1 1,1-1-1,-1 0 1,1 1-1,0-1 0,-1 1 1,1-1-1,-1 1 1,1-1-1,0 1 1,-1-1-1,1 1 0,0-1 1,-1 1-1,1-1 1,0 1-1,0 0 1,0-1-1,-1 1 1,1-1-1,0 1 0,0 0 1,0-1-1,0 1 1,0 0-1,0-1 1,0 1-1,1 0 0,-1 4 3397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6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59 5090,'0'0'9530,"-7"-3"-8932,4 2-558,0 0 0,0 0 0,1 0 0,-1 1 0,0-1 0,0 1 0,0 0 1,0 0-1,0 0 0,0 0 0,0 0 0,0 1 0,0-1 0,0 1 0,0 0 1,1 0-1,-1 0 0,0 0 0,1 0 0,-1 1 0,0-1 0,1 1 0,0 0 1,-1-1-1,-2 5 0,-12 8 214,2 2 1,0-1 0,1 2-1,1 0 1,0 1 0,2 0-1,0 1 1,1 0 0,0 1-1,-10 34 1,10-23-80,2 1 0,2 0 0,1 0 0,1 0 0,2 1 0,2 47 0,1-67-146,1 1 0,0-1 0,1 0 1,0 0-1,1 0 0,1 0 0,0 0 1,1-1-1,7 14 0,-2-9-6,1-1-1,1 1 0,0-2 0,0 0 1,26 21-1,-13-15-1,0-2-1,1-2 1,1 0 0,0-2 0,1-1-1,1-1 1,48 14 0,-48-21 23,0 0 1,1-2-1,-1-2 1,48-1 0,-73-1-36,4 0 43,0-1-1,1 1 1,-1-2-1,0 1 1,0-2-1,0 1 1,0-1-1,0 0 1,0-1-1,-1 0 1,0 0-1,0-1 1,0 0 0,0-1-1,-1 1 1,0-1-1,0-1 1,0 0-1,-1 0 1,0 0-1,9-15 1,-4 5 94,-1-1 1,-1 0 0,-1-1-1,-1 0 1,0 0-1,-1 0 1,5-33-1,-7 20-46,-1 0-1,-1 0 1,-2 0-1,-4-35 1,1 49-54,0 1 0,-2-1 0,0 1 1,-1 0-1,0 1 0,-1-1 0,-1 1 0,-1 1 0,0-1 0,-14-16 0,1 5 2,-1 0-1,-1 2 1,-2 0-1,-34-26 0,34 33-19,0 1-1,-1 1 1,-1 1-1,0 1 1,-1 2-1,0 1 1,-40-10-1,20 10-80,-1 2 0,0 3 0,-89-1 0,131 6-85,0 1-1,0 1 0,0 0 1,0 0-1,-1 0 1,2 1-1,-17 5 0,21-5-47,1-1-1,-1 1 0,0 0 1,1 0-1,-1 0 0,1 0 1,-1 1-1,1-1 0,0 1 1,0-1-1,0 1 0,1 0 1,-1 0-1,1 0 0,-1 0 1,1 0-1,0 0 0,0 0 1,0 0-1,1 0 0,-1 1 0,0 3 1,1-2-303,-1-1-1,1 1 1,0 0 0,0-1-1,1 1 1,-1-1 0,1 1-1,0 0 1,3 7 0,1-1-1467,1 0-1,0-1 1,15 18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77 4466,'0'0'10650,"-9"-14"-9604,5 7-896,1 1-66,0 0-1,-1 0 0,0 1 0,0-1 1,-9-8-1,12 12-54,0 1 0,-1 0 0,1 0 1,-1 0-1,0 0 0,1 0 0,-1 0 0,0 0 1,0 1-1,1-1 0,-1 1 0,0-1 1,0 1-1,0-1 0,0 1 0,1 0 0,-1 0 1,0 0-1,0 0 0,0 0 0,0 1 0,0-1 1,1 1-1,-1-1 0,0 1 0,0-1 1,0 1-1,1 0 0,-1 0 0,-1 1 0,-8 5 65,2 1-1,-1 0 1,1 0-1,1 1 0,-1 0 1,1 0-1,1 1 0,-7 11 1,-3 8 203,-24 54 1,27-49-92,2 1 1,2 0 0,1 0-1,-6 47 1,7-10 166,2 85 0,7-122-325,1 0 0,2-1 0,1 1 0,2-1 0,1 0 0,2-1 0,1 0 0,1-1 0,2 0 0,2-1 0,27 43 1,-27-49-13,2-1 0,1 0 0,0-1 0,2-2 1,35 31-1,-42-41-301,1-1 0,0 0-1,0-1 1,1-1 0,0 0 0,0-1-1,1 0 1,0-2 0,0 0 0,29 4 0,-30-7-993,0 0 0,0-1 0,1-1 0,-1-1 0,31-5 0,-38 3-155,0 0-1,-1-1 1,1 0-1,8-6 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29 128 4370,'0'0'7067,"-5"-21"-4346,-15-62-477,16 62-797,5 18-507,7 21-345,-7-15-704,10 23 237,-2 0-1,0 1 0,-1 0 0,-2 1 0,5 46 0,-3 146 762,-8-209-852,0-5 22,-1 16 24,1-21-63,0-1-1,0 1 0,0-1 0,0 1 1,0-1-1,0 1 0,0-1 1,-1 1-1,1-1 0,0 1 1,0-1-1,0 1 0,-1-1 0,1 1 1,0-1-1,-1 1 0,1-1 1,0 0-1,-1 1 0,1-1 1,-1 0-1,1 1 0,-1-1 1,1 0-1,0 0 0,-1 1 0,1-1 1,-1 0-1,1 0 0,-1 0 1,1 0-1,-2 1 0,2-2 35,-1 1 0,1-1 0,-1 1 0,1 0 0,-1-1-1,1 1 1,-1-1 0,1 1 0,0-1 0,-1 1 0,1-1 0,0 1 0,-1-1-1,1 0 1,0 1 0,-1-1 0,1 1 0,0-1 0,0 0 0,0 1-1,0-1 1,0 0 0,0 1 0,0-1 0,0 0 0,0-1 0,0-25 313,0 20-273,0-4-50,0-1-1,1 0 1,0 0 0,1 0-1,0 1 1,1-1 0,1 1 0,0 0-1,0 0 1,1 0 0,0 0-1,13-18 1,3-2 75,1 1 1,27-28-1,-39 47-43,0 1 1,1 1-1,0-1 1,0 2-1,1 0 1,0 0-1,1 1 0,19-8 1,-29 13-65,0 1 1,0 0-1,0 1 1,0-1-1,0 0 0,1 1 1,-1 0-1,0 0 1,0 0-1,1 0 0,-1 0 1,0 0-1,0 1 1,0 0-1,1 0 1,-1 0-1,0 0 0,0 0 1,0 0-1,-1 1 1,1-1-1,0 1 0,0 0 1,-1 0-1,1 0 1,-1 0-1,0 1 0,4 3 1,2 5-32,-1 1-1,0 0 1,0 0 0,-1 1-1,5 16 1,-5-15 50,5 16-32,-1 2 0,-1-1 0,-1 1 0,6 61-1,-10 5-3954,-4-69 106,0-6-1977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5 112 9893,'0'0'5898,"23"-19"-4142,74-56-510,-95 73-1208,1 0 1,-1 0-1,1 0 1,0 1-1,0 0 1,0-1-1,0 1 1,0 0 0,0 0-1,0 0 1,0 1-1,0-1 1,1 1-1,-1 0 1,0 0-1,4 0 1,-4 1-4,0 0-1,-1 0 1,1 1-1,0-1 1,-1 1-1,1-1 1,-1 1-1,1 0 1,-1 0-1,0 0 1,2 3-1,-2-3-2,6 6 27,-1 0-1,0 1 1,-1 1-1,0-1 0,-1 1 1,1 0-1,-2 0 0,0 0 1,0 1-1,-1-1 1,3 16-1,-2-8-28,-2 0 1,0 0-1,-1 0 0,-1 0 0,-1 0 1,-4 25-1,4-37-17,0 0 1,-1 0-1,0 0 0,0-1 1,0 1-1,-1-1 0,0 1 1,0-1-1,-1 0 1,1 0-1,-8 7 0,4-5 13,-1 0-1,0-1 0,0 0 0,0 0 1,-1-1-1,-14 7 0,3-4 278,0-1 0,0-1 0,-1 0 0,0-2 0,-41 4 1,52-7 1842,30-3-1294,145-19-464,-12 0-101,58-3-175,-205 23-2845,-21-5-6697,-10-7-1073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7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10517,'0'0'9767,"34"4"-9135,0 0-441,-1 2-1,55 16 0,-77-18-101,0 1 0,0 1 0,-1 0 1,1 1-1,-1 0 0,-1 0 0,1 1 0,-1 0 0,8 11 0,11 11 171,-1 2-1,-1 1 0,-3 1 0,0 2 1,-2 0-1,-2 1 0,21 57 1,-23-44-142,-2 1 1,-2 0-1,-3 1 1,-2 1-1,2 77 1,-9-125-118,-2 172 132,-1-153-122,-1 1 0,-1-1 1,-1 0-1,-1 0 1,-10 26-1,3-21-272,-1 0 0,-1 0 0,-2-2-1,0 0 1,-2-1 0,-39 43 0,25-37-1378,-1-1 0,-2-2 0,-1-1 0,-44 25 0,-37 12-6865,84-47 5763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8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197 268 2593,'0'0'11403,"-21"-11"-9544,-63-34-293,78 41-776,-1 1 0,1 1 1,-1-1-1,-7-1 0,-5 4 161,-1 0-186,8-4 353,33 4-550,6 1-587,451 11 437,-153-2-297,40-3 15,1331 0 835,-1352-14-597,-70-13 149,-79-8-240,-180 25-262,84-19 147,-89 19-121,0 0 1,0-1-1,0 0 0,0-1 0,-1 0 1,14-10-1,-20 12-13,-1 1 0,1-1 0,-1 0 0,0 0 0,0 0 0,0 0-1,0 0 1,0 0 0,-1 0 0,1-1 0,-1 1 0,0-1 0,0 1 0,0-1 0,0 1 0,-1-1 0,0 1 0,1-1 0,-1 0 0,-1 1 0,1-1 0,0 1 0,-1-1 0,0 0 0,0 1-1,0-1 1,0 1 0,-2-4 0,2 6-42,1 1-1,-1-1 1,0 0-1,1 0 1,-1 1-1,0-1 1,0 1-1,0-1 1,0 1-1,1-1 1,-1 1-1,0-1 1,0 1-1,0 0 1,0 0-1,0-1 1,0 1-1,0 0 1,0 0-1,0 0 1,0 0-1,0 0 1,0 0-1,0 0 1,0 0-1,0 1 1,0-1-1,0 0 0,0 1 1,0-1-1,0 0 1,0 1-1,-1 0 1,-4 3-311,1-1 0,-1 1-1,-9 9 1,8-7-313,-8 5-428,-1 0 0,0-1-1,0-1 1,-1-1 0,0 0 0,-1-2-1,0 0 1,0 0 0,-29 4 0,-68 8-6501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8:23:1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214 199 1425,'0'0'7339,"-10"-6"-5354,-12-5-804,0 0 0,-1 2-1,1 0 1,-28-5 0,34 10-567,7 2 349,0 0 0,0 0 0,-12 0 659,30 2-1080,173 9 66,11 3 184,76 1-256,71-2 155,73-1-173,1913 19 1064,-2042-34-1382,-94-13 27,-170 15-196,-1-1 1,0-1-1,28-11 0,-44 16 5,0-1 0,-1 0 0,1 0 0,-1-1 0,0 1 0,1 0-1,-1-1 1,0 0 0,0 1 0,0-1 0,0 0 0,0 0 0,-1 0 0,1 0 0,0 0-1,-1 0 1,0-1 0,1 1 0,-1-1 0,0 1 0,0-1 0,0 1 0,0-5-1,-1 4 10,0 0-1,-1 0 0,1 0 0,-1 0 0,0 0 0,1 0 0,-2 1 0,1-1 0,0 0 0,0 1 0,-1-1 0,1 1 0,-1-1 0,0 1 0,0 0 0,0 0 0,0 0 0,0 0 0,-3-2 0,-6-4 2,0 1 0,0 0 0,-1 0 0,0 2 0,0-1 0,-1 2 0,1 0 0,-1 0-1,-22-3 1,28 8-44,8 1-20,0-1 13,0 3-16,1-1 0,0 0-1,1 0 1,-1 0 0,1 0 0,-1 0 0,1 0-1,0-1 1,0 1 0,0-1 0,0 0 0,0 0-1,1 0 1,-1 0 0,0-1 0,1 1 0,0-1-1,4 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700fc2582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700fc2582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700fc2582_0_10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700fc2582_0_10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700fc258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700fc258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700fc2582_0_1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700fc2582_0_1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700fc2582_0_1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700fc2582_0_1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700fc2582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700fc2582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png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3.png"/><Relationship Id="rId16" Type="http://schemas.openxmlformats.org/officeDocument/2006/relationships/image" Target="../media/image7.png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66" Type="http://schemas.openxmlformats.org/officeDocument/2006/relationships/image" Target="../media/image32.png"/><Relationship Id="rId74" Type="http://schemas.openxmlformats.org/officeDocument/2006/relationships/customXml" Target="../ink/ink37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64" Type="http://schemas.openxmlformats.org/officeDocument/2006/relationships/image" Target="../media/image31.png"/><Relationship Id="rId69" Type="http://schemas.openxmlformats.org/officeDocument/2006/relationships/customXml" Target="../ink/ink34.xml"/><Relationship Id="rId77" Type="http://schemas.openxmlformats.org/officeDocument/2006/relationships/image" Target="../media/image37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customXml" Target="../ink/ink36.xml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70" Type="http://schemas.openxmlformats.org/officeDocument/2006/relationships/image" Target="../media/image34.png"/><Relationship Id="rId75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73" Type="http://schemas.openxmlformats.org/officeDocument/2006/relationships/image" Target="../media/image35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customXml" Target="../ink/ink38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6.xml"/><Relationship Id="rId21" Type="http://schemas.openxmlformats.org/officeDocument/2006/relationships/customXml" Target="../ink/ink48.xml"/><Relationship Id="rId324" Type="http://schemas.openxmlformats.org/officeDocument/2006/relationships/customXml" Target="../ink/ink200.xml"/><Relationship Id="rId531" Type="http://schemas.openxmlformats.org/officeDocument/2006/relationships/customXml" Target="../ink/ink304.xml"/><Relationship Id="rId629" Type="http://schemas.openxmlformats.org/officeDocument/2006/relationships/customXml" Target="../ink/ink354.xml"/><Relationship Id="rId170" Type="http://schemas.openxmlformats.org/officeDocument/2006/relationships/image" Target="../media/image120.png"/><Relationship Id="rId268" Type="http://schemas.openxmlformats.org/officeDocument/2006/relationships/image" Target="../media/image169.png"/><Relationship Id="rId475" Type="http://schemas.openxmlformats.org/officeDocument/2006/relationships/customXml" Target="../ink/ink276.xml"/><Relationship Id="rId32" Type="http://schemas.openxmlformats.org/officeDocument/2006/relationships/image" Target="../media/image52.png"/><Relationship Id="rId128" Type="http://schemas.openxmlformats.org/officeDocument/2006/relationships/image" Target="../media/image99.png"/><Relationship Id="rId335" Type="http://schemas.openxmlformats.org/officeDocument/2006/relationships/customXml" Target="../ink/ink206.xml"/><Relationship Id="rId542" Type="http://schemas.openxmlformats.org/officeDocument/2006/relationships/customXml" Target="../ink/ink310.xml"/><Relationship Id="rId181" Type="http://schemas.openxmlformats.org/officeDocument/2006/relationships/customXml" Target="../ink/ink128.xml"/><Relationship Id="rId402" Type="http://schemas.openxmlformats.org/officeDocument/2006/relationships/image" Target="../media/image235.png"/><Relationship Id="rId279" Type="http://schemas.openxmlformats.org/officeDocument/2006/relationships/customXml" Target="../ink/ink177.xml"/><Relationship Id="rId486" Type="http://schemas.openxmlformats.org/officeDocument/2006/relationships/image" Target="../media/image277.png"/><Relationship Id="rId43" Type="http://schemas.openxmlformats.org/officeDocument/2006/relationships/customXml" Target="../ink/ink59.xml"/><Relationship Id="rId139" Type="http://schemas.openxmlformats.org/officeDocument/2006/relationships/customXml" Target="../ink/ink107.xml"/><Relationship Id="rId346" Type="http://schemas.openxmlformats.org/officeDocument/2006/relationships/image" Target="../media/image207.png"/><Relationship Id="rId553" Type="http://schemas.openxmlformats.org/officeDocument/2006/relationships/image" Target="../media/image310.png"/><Relationship Id="rId192" Type="http://schemas.openxmlformats.org/officeDocument/2006/relationships/image" Target="../media/image131.png"/><Relationship Id="rId206" Type="http://schemas.openxmlformats.org/officeDocument/2006/relationships/image" Target="../media/image138.png"/><Relationship Id="rId413" Type="http://schemas.openxmlformats.org/officeDocument/2006/relationships/customXml" Target="../ink/ink245.xml"/><Relationship Id="rId497" Type="http://schemas.openxmlformats.org/officeDocument/2006/relationships/customXml" Target="../ink/ink287.xml"/><Relationship Id="rId620" Type="http://schemas.openxmlformats.org/officeDocument/2006/relationships/image" Target="../media/image343.png"/><Relationship Id="rId357" Type="http://schemas.openxmlformats.org/officeDocument/2006/relationships/customXml" Target="../ink/ink217.xml"/><Relationship Id="rId54" Type="http://schemas.openxmlformats.org/officeDocument/2006/relationships/image" Target="../media/image63.png"/><Relationship Id="rId217" Type="http://schemas.openxmlformats.org/officeDocument/2006/relationships/customXml" Target="../ink/ink146.xml"/><Relationship Id="rId564" Type="http://schemas.openxmlformats.org/officeDocument/2006/relationships/customXml" Target="../ink/ink321.xml"/><Relationship Id="rId424" Type="http://schemas.openxmlformats.org/officeDocument/2006/relationships/image" Target="../media/image246.png"/><Relationship Id="rId631" Type="http://schemas.openxmlformats.org/officeDocument/2006/relationships/customXml" Target="../ink/ink355.xml"/><Relationship Id="rId270" Type="http://schemas.openxmlformats.org/officeDocument/2006/relationships/image" Target="../media/image170.png"/><Relationship Id="rId65" Type="http://schemas.openxmlformats.org/officeDocument/2006/relationships/customXml" Target="../ink/ink70.xml"/><Relationship Id="rId130" Type="http://schemas.openxmlformats.org/officeDocument/2006/relationships/image" Target="../media/image100.png"/><Relationship Id="rId368" Type="http://schemas.openxmlformats.org/officeDocument/2006/relationships/image" Target="../media/image218.png"/><Relationship Id="rId575" Type="http://schemas.openxmlformats.org/officeDocument/2006/relationships/image" Target="../media/image321.png"/><Relationship Id="rId228" Type="http://schemas.openxmlformats.org/officeDocument/2006/relationships/image" Target="../media/image149.png"/><Relationship Id="rId435" Type="http://schemas.openxmlformats.org/officeDocument/2006/relationships/customXml" Target="../ink/ink256.xml"/><Relationship Id="rId642" Type="http://schemas.openxmlformats.org/officeDocument/2006/relationships/image" Target="../media/image354.png"/><Relationship Id="rId281" Type="http://schemas.openxmlformats.org/officeDocument/2006/relationships/image" Target="../media/image175.png"/><Relationship Id="rId502" Type="http://schemas.openxmlformats.org/officeDocument/2006/relationships/image" Target="../media/image285.png"/><Relationship Id="rId76" Type="http://schemas.openxmlformats.org/officeDocument/2006/relationships/image" Target="../media/image74.png"/><Relationship Id="rId141" Type="http://schemas.openxmlformats.org/officeDocument/2006/relationships/customXml" Target="../ink/ink108.xml"/><Relationship Id="rId379" Type="http://schemas.openxmlformats.org/officeDocument/2006/relationships/customXml" Target="../ink/ink228.xml"/><Relationship Id="rId586" Type="http://schemas.openxmlformats.org/officeDocument/2006/relationships/image" Target="../media/image326.png"/><Relationship Id="rId7" Type="http://schemas.openxmlformats.org/officeDocument/2006/relationships/customXml" Target="../ink/ink41.xml"/><Relationship Id="rId239" Type="http://schemas.openxmlformats.org/officeDocument/2006/relationships/customXml" Target="../ink/ink157.xml"/><Relationship Id="rId446" Type="http://schemas.openxmlformats.org/officeDocument/2006/relationships/image" Target="../media/image257.png"/><Relationship Id="rId653" Type="http://schemas.openxmlformats.org/officeDocument/2006/relationships/customXml" Target="../ink/ink366.xml"/><Relationship Id="rId292" Type="http://schemas.openxmlformats.org/officeDocument/2006/relationships/customXml" Target="../ink/ink184.xml"/><Relationship Id="rId306" Type="http://schemas.openxmlformats.org/officeDocument/2006/relationships/customXml" Target="../ink/ink191.xml"/><Relationship Id="rId87" Type="http://schemas.openxmlformats.org/officeDocument/2006/relationships/customXml" Target="../ink/ink81.xml"/><Relationship Id="rId513" Type="http://schemas.openxmlformats.org/officeDocument/2006/relationships/customXml" Target="../ink/ink295.xml"/><Relationship Id="rId597" Type="http://schemas.openxmlformats.org/officeDocument/2006/relationships/customXml" Target="../ink/ink338.xml"/><Relationship Id="rId152" Type="http://schemas.openxmlformats.org/officeDocument/2006/relationships/image" Target="../media/image111.png"/><Relationship Id="rId457" Type="http://schemas.openxmlformats.org/officeDocument/2006/relationships/customXml" Target="../ink/ink267.xml"/><Relationship Id="rId664" Type="http://schemas.openxmlformats.org/officeDocument/2006/relationships/image" Target="../media/image365.png"/><Relationship Id="rId14" Type="http://schemas.openxmlformats.org/officeDocument/2006/relationships/image" Target="../media/image43.png"/><Relationship Id="rId317" Type="http://schemas.openxmlformats.org/officeDocument/2006/relationships/image" Target="../media/image193.png"/><Relationship Id="rId524" Type="http://schemas.openxmlformats.org/officeDocument/2006/relationships/image" Target="../media/image296.png"/><Relationship Id="rId98" Type="http://schemas.openxmlformats.org/officeDocument/2006/relationships/image" Target="../media/image84.png"/><Relationship Id="rId163" Type="http://schemas.openxmlformats.org/officeDocument/2006/relationships/customXml" Target="../ink/ink119.xml"/><Relationship Id="rId370" Type="http://schemas.openxmlformats.org/officeDocument/2006/relationships/image" Target="../media/image219.png"/><Relationship Id="rId230" Type="http://schemas.openxmlformats.org/officeDocument/2006/relationships/image" Target="../media/image150.png"/><Relationship Id="rId468" Type="http://schemas.openxmlformats.org/officeDocument/2006/relationships/image" Target="../media/image268.png"/><Relationship Id="rId25" Type="http://schemas.openxmlformats.org/officeDocument/2006/relationships/customXml" Target="../ink/ink50.xml"/><Relationship Id="rId328" Type="http://schemas.openxmlformats.org/officeDocument/2006/relationships/customXml" Target="../ink/ink202.xml"/><Relationship Id="rId535" Type="http://schemas.openxmlformats.org/officeDocument/2006/relationships/image" Target="../media/image301.png"/><Relationship Id="rId174" Type="http://schemas.openxmlformats.org/officeDocument/2006/relationships/image" Target="../media/image122.png"/><Relationship Id="rId381" Type="http://schemas.openxmlformats.org/officeDocument/2006/relationships/customXml" Target="../ink/ink229.xml"/><Relationship Id="rId602" Type="http://schemas.openxmlformats.org/officeDocument/2006/relationships/image" Target="../media/image334.png"/><Relationship Id="rId241" Type="http://schemas.openxmlformats.org/officeDocument/2006/relationships/customXml" Target="../ink/ink158.xml"/><Relationship Id="rId479" Type="http://schemas.openxmlformats.org/officeDocument/2006/relationships/customXml" Target="../ink/ink278.xml"/><Relationship Id="rId36" Type="http://schemas.openxmlformats.org/officeDocument/2006/relationships/image" Target="../media/image54.png"/><Relationship Id="rId339" Type="http://schemas.openxmlformats.org/officeDocument/2006/relationships/customXml" Target="../ink/ink208.xml"/><Relationship Id="rId546" Type="http://schemas.openxmlformats.org/officeDocument/2006/relationships/customXml" Target="../ink/ink312.xml"/><Relationship Id="rId101" Type="http://schemas.openxmlformats.org/officeDocument/2006/relationships/customXml" Target="../ink/ink88.xml"/><Relationship Id="rId185" Type="http://schemas.openxmlformats.org/officeDocument/2006/relationships/customXml" Target="../ink/ink130.xml"/><Relationship Id="rId406" Type="http://schemas.openxmlformats.org/officeDocument/2006/relationships/image" Target="../media/image237.png"/><Relationship Id="rId392" Type="http://schemas.openxmlformats.org/officeDocument/2006/relationships/image" Target="../media/image230.png"/><Relationship Id="rId613" Type="http://schemas.openxmlformats.org/officeDocument/2006/relationships/customXml" Target="../ink/ink346.xml"/><Relationship Id="rId252" Type="http://schemas.openxmlformats.org/officeDocument/2006/relationships/image" Target="../media/image161.png"/><Relationship Id="rId47" Type="http://schemas.openxmlformats.org/officeDocument/2006/relationships/customXml" Target="../ink/ink61.xml"/><Relationship Id="rId112" Type="http://schemas.openxmlformats.org/officeDocument/2006/relationships/image" Target="../media/image91.png"/><Relationship Id="rId557" Type="http://schemas.openxmlformats.org/officeDocument/2006/relationships/image" Target="../media/image312.png"/><Relationship Id="rId196" Type="http://schemas.openxmlformats.org/officeDocument/2006/relationships/image" Target="../media/image133.png"/><Relationship Id="rId417" Type="http://schemas.openxmlformats.org/officeDocument/2006/relationships/customXml" Target="../ink/ink247.xml"/><Relationship Id="rId624" Type="http://schemas.openxmlformats.org/officeDocument/2006/relationships/image" Target="../media/image345.png"/><Relationship Id="rId263" Type="http://schemas.openxmlformats.org/officeDocument/2006/relationships/customXml" Target="../ink/ink169.xml"/><Relationship Id="rId470" Type="http://schemas.openxmlformats.org/officeDocument/2006/relationships/image" Target="../media/image269.png"/><Relationship Id="rId58" Type="http://schemas.openxmlformats.org/officeDocument/2006/relationships/image" Target="../media/image65.png"/><Relationship Id="rId123" Type="http://schemas.openxmlformats.org/officeDocument/2006/relationships/customXml" Target="../ink/ink99.xml"/><Relationship Id="rId330" Type="http://schemas.openxmlformats.org/officeDocument/2006/relationships/customXml" Target="../ink/ink203.xml"/><Relationship Id="rId568" Type="http://schemas.openxmlformats.org/officeDocument/2006/relationships/customXml" Target="../ink/ink323.xml"/><Relationship Id="rId428" Type="http://schemas.openxmlformats.org/officeDocument/2006/relationships/image" Target="../media/image248.png"/><Relationship Id="rId635" Type="http://schemas.openxmlformats.org/officeDocument/2006/relationships/customXml" Target="../ink/ink357.xml"/><Relationship Id="rId274" Type="http://schemas.openxmlformats.org/officeDocument/2006/relationships/image" Target="../media/image172.png"/><Relationship Id="rId481" Type="http://schemas.openxmlformats.org/officeDocument/2006/relationships/customXml" Target="../ink/ink279.xml"/><Relationship Id="rId27" Type="http://schemas.openxmlformats.org/officeDocument/2006/relationships/customXml" Target="../ink/ink51.xml"/><Relationship Id="rId69" Type="http://schemas.openxmlformats.org/officeDocument/2006/relationships/customXml" Target="../ink/ink72.xml"/><Relationship Id="rId134" Type="http://schemas.openxmlformats.org/officeDocument/2006/relationships/image" Target="../media/image102.png"/><Relationship Id="rId537" Type="http://schemas.openxmlformats.org/officeDocument/2006/relationships/image" Target="../media/image302.png"/><Relationship Id="rId579" Type="http://schemas.openxmlformats.org/officeDocument/2006/relationships/image" Target="../media/image323.png"/><Relationship Id="rId80" Type="http://schemas.openxmlformats.org/officeDocument/2006/relationships/image" Target="../media/image76.png"/><Relationship Id="rId176" Type="http://schemas.openxmlformats.org/officeDocument/2006/relationships/image" Target="../media/image123.png"/><Relationship Id="rId341" Type="http://schemas.openxmlformats.org/officeDocument/2006/relationships/customXml" Target="../ink/ink209.xml"/><Relationship Id="rId383" Type="http://schemas.openxmlformats.org/officeDocument/2006/relationships/customXml" Target="../ink/ink230.xml"/><Relationship Id="rId439" Type="http://schemas.openxmlformats.org/officeDocument/2006/relationships/customXml" Target="../ink/ink258.xml"/><Relationship Id="rId590" Type="http://schemas.openxmlformats.org/officeDocument/2006/relationships/image" Target="../media/image328.png"/><Relationship Id="rId604" Type="http://schemas.openxmlformats.org/officeDocument/2006/relationships/image" Target="../media/image335.png"/><Relationship Id="rId646" Type="http://schemas.openxmlformats.org/officeDocument/2006/relationships/image" Target="../media/image356.png"/><Relationship Id="rId201" Type="http://schemas.openxmlformats.org/officeDocument/2006/relationships/customXml" Target="../ink/ink138.xml"/><Relationship Id="rId243" Type="http://schemas.openxmlformats.org/officeDocument/2006/relationships/customXml" Target="../ink/ink159.xml"/><Relationship Id="rId285" Type="http://schemas.openxmlformats.org/officeDocument/2006/relationships/image" Target="../media/image177.png"/><Relationship Id="rId450" Type="http://schemas.openxmlformats.org/officeDocument/2006/relationships/image" Target="../media/image259.png"/><Relationship Id="rId506" Type="http://schemas.openxmlformats.org/officeDocument/2006/relationships/image" Target="../media/image287.png"/><Relationship Id="rId38" Type="http://schemas.openxmlformats.org/officeDocument/2006/relationships/image" Target="../media/image55.png"/><Relationship Id="rId103" Type="http://schemas.openxmlformats.org/officeDocument/2006/relationships/customXml" Target="../ink/ink89.xml"/><Relationship Id="rId310" Type="http://schemas.openxmlformats.org/officeDocument/2006/relationships/customXml" Target="../ink/ink193.xml"/><Relationship Id="rId492" Type="http://schemas.openxmlformats.org/officeDocument/2006/relationships/image" Target="../media/image280.png"/><Relationship Id="rId548" Type="http://schemas.openxmlformats.org/officeDocument/2006/relationships/customXml" Target="../ink/ink313.xml"/><Relationship Id="rId91" Type="http://schemas.openxmlformats.org/officeDocument/2006/relationships/customXml" Target="../ink/ink83.xml"/><Relationship Id="rId145" Type="http://schemas.openxmlformats.org/officeDocument/2006/relationships/customXml" Target="../ink/ink110.xml"/><Relationship Id="rId187" Type="http://schemas.openxmlformats.org/officeDocument/2006/relationships/customXml" Target="../ink/ink131.xml"/><Relationship Id="rId352" Type="http://schemas.openxmlformats.org/officeDocument/2006/relationships/image" Target="../media/image210.png"/><Relationship Id="rId394" Type="http://schemas.openxmlformats.org/officeDocument/2006/relationships/image" Target="../media/image231.png"/><Relationship Id="rId408" Type="http://schemas.openxmlformats.org/officeDocument/2006/relationships/image" Target="../media/image238.png"/><Relationship Id="rId615" Type="http://schemas.openxmlformats.org/officeDocument/2006/relationships/customXml" Target="../ink/ink347.xml"/><Relationship Id="rId212" Type="http://schemas.openxmlformats.org/officeDocument/2006/relationships/image" Target="../media/image141.png"/><Relationship Id="rId254" Type="http://schemas.openxmlformats.org/officeDocument/2006/relationships/image" Target="../media/image162.png"/><Relationship Id="rId657" Type="http://schemas.openxmlformats.org/officeDocument/2006/relationships/customXml" Target="../ink/ink368.xml"/><Relationship Id="rId49" Type="http://schemas.openxmlformats.org/officeDocument/2006/relationships/customXml" Target="../ink/ink62.xml"/><Relationship Id="rId114" Type="http://schemas.openxmlformats.org/officeDocument/2006/relationships/image" Target="../media/image92.png"/><Relationship Id="rId296" Type="http://schemas.openxmlformats.org/officeDocument/2006/relationships/customXml" Target="../ink/ink186.xml"/><Relationship Id="rId461" Type="http://schemas.openxmlformats.org/officeDocument/2006/relationships/customXml" Target="../ink/ink269.xml"/><Relationship Id="rId517" Type="http://schemas.openxmlformats.org/officeDocument/2006/relationships/customXml" Target="../ink/ink297.xml"/><Relationship Id="rId559" Type="http://schemas.openxmlformats.org/officeDocument/2006/relationships/image" Target="../media/image313.png"/><Relationship Id="rId60" Type="http://schemas.openxmlformats.org/officeDocument/2006/relationships/image" Target="../media/image66.png"/><Relationship Id="rId156" Type="http://schemas.openxmlformats.org/officeDocument/2006/relationships/image" Target="../media/image113.png"/><Relationship Id="rId198" Type="http://schemas.openxmlformats.org/officeDocument/2006/relationships/image" Target="../media/image134.png"/><Relationship Id="rId321" Type="http://schemas.openxmlformats.org/officeDocument/2006/relationships/image" Target="../media/image195.png"/><Relationship Id="rId363" Type="http://schemas.openxmlformats.org/officeDocument/2006/relationships/customXml" Target="../ink/ink220.xml"/><Relationship Id="rId419" Type="http://schemas.openxmlformats.org/officeDocument/2006/relationships/customXml" Target="../ink/ink248.xml"/><Relationship Id="rId570" Type="http://schemas.openxmlformats.org/officeDocument/2006/relationships/customXml" Target="../ink/ink324.xml"/><Relationship Id="rId626" Type="http://schemas.openxmlformats.org/officeDocument/2006/relationships/image" Target="../media/image346.png"/><Relationship Id="rId223" Type="http://schemas.openxmlformats.org/officeDocument/2006/relationships/customXml" Target="../ink/ink149.xml"/><Relationship Id="rId430" Type="http://schemas.openxmlformats.org/officeDocument/2006/relationships/image" Target="../media/image249.png"/><Relationship Id="rId18" Type="http://schemas.openxmlformats.org/officeDocument/2006/relationships/image" Target="../media/image45.png"/><Relationship Id="rId265" Type="http://schemas.openxmlformats.org/officeDocument/2006/relationships/customXml" Target="../ink/ink170.xml"/><Relationship Id="rId472" Type="http://schemas.openxmlformats.org/officeDocument/2006/relationships/image" Target="../media/image270.png"/><Relationship Id="rId528" Type="http://schemas.openxmlformats.org/officeDocument/2006/relationships/image" Target="../media/image298.png"/><Relationship Id="rId125" Type="http://schemas.openxmlformats.org/officeDocument/2006/relationships/customXml" Target="../ink/ink100.xml"/><Relationship Id="rId167" Type="http://schemas.openxmlformats.org/officeDocument/2006/relationships/customXml" Target="../ink/ink121.xml"/><Relationship Id="rId332" Type="http://schemas.openxmlformats.org/officeDocument/2006/relationships/image" Target="../media/image200.png"/><Relationship Id="rId374" Type="http://schemas.openxmlformats.org/officeDocument/2006/relationships/image" Target="../media/image221.png"/><Relationship Id="rId581" Type="http://schemas.openxmlformats.org/officeDocument/2006/relationships/image" Target="../media/image324.png"/><Relationship Id="rId71" Type="http://schemas.openxmlformats.org/officeDocument/2006/relationships/customXml" Target="../ink/ink73.xml"/><Relationship Id="rId234" Type="http://schemas.openxmlformats.org/officeDocument/2006/relationships/image" Target="../media/image152.png"/><Relationship Id="rId637" Type="http://schemas.openxmlformats.org/officeDocument/2006/relationships/customXml" Target="../ink/ink358.xml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52.xml"/><Relationship Id="rId276" Type="http://schemas.openxmlformats.org/officeDocument/2006/relationships/image" Target="../media/image173.png"/><Relationship Id="rId441" Type="http://schemas.openxmlformats.org/officeDocument/2006/relationships/customXml" Target="../ink/ink259.xml"/><Relationship Id="rId483" Type="http://schemas.openxmlformats.org/officeDocument/2006/relationships/customXml" Target="../ink/ink280.xml"/><Relationship Id="rId539" Type="http://schemas.openxmlformats.org/officeDocument/2006/relationships/image" Target="../media/image303.png"/><Relationship Id="rId40" Type="http://schemas.openxmlformats.org/officeDocument/2006/relationships/image" Target="../media/image56.png"/><Relationship Id="rId136" Type="http://schemas.openxmlformats.org/officeDocument/2006/relationships/image" Target="../media/image103.png"/><Relationship Id="rId178" Type="http://schemas.openxmlformats.org/officeDocument/2006/relationships/image" Target="../media/image124.png"/><Relationship Id="rId301" Type="http://schemas.openxmlformats.org/officeDocument/2006/relationships/image" Target="../media/image185.png"/><Relationship Id="rId343" Type="http://schemas.openxmlformats.org/officeDocument/2006/relationships/customXml" Target="../ink/ink210.xml"/><Relationship Id="rId550" Type="http://schemas.openxmlformats.org/officeDocument/2006/relationships/customXml" Target="../ink/ink314.xml"/><Relationship Id="rId82" Type="http://schemas.openxmlformats.org/officeDocument/2006/relationships/image" Target="../media/image77.png"/><Relationship Id="rId203" Type="http://schemas.openxmlformats.org/officeDocument/2006/relationships/customXml" Target="../ink/ink139.xml"/><Relationship Id="rId385" Type="http://schemas.openxmlformats.org/officeDocument/2006/relationships/customXml" Target="../ink/ink231.xml"/><Relationship Id="rId592" Type="http://schemas.openxmlformats.org/officeDocument/2006/relationships/image" Target="../media/image329.png"/><Relationship Id="rId606" Type="http://schemas.openxmlformats.org/officeDocument/2006/relationships/image" Target="../media/image336.png"/><Relationship Id="rId648" Type="http://schemas.openxmlformats.org/officeDocument/2006/relationships/image" Target="../media/image357.png"/><Relationship Id="rId245" Type="http://schemas.openxmlformats.org/officeDocument/2006/relationships/customXml" Target="../ink/ink160.xml"/><Relationship Id="rId287" Type="http://schemas.openxmlformats.org/officeDocument/2006/relationships/image" Target="../media/image178.png"/><Relationship Id="rId410" Type="http://schemas.openxmlformats.org/officeDocument/2006/relationships/image" Target="../media/image239.png"/><Relationship Id="rId452" Type="http://schemas.openxmlformats.org/officeDocument/2006/relationships/image" Target="../media/image260.png"/><Relationship Id="rId494" Type="http://schemas.openxmlformats.org/officeDocument/2006/relationships/image" Target="../media/image281.png"/><Relationship Id="rId508" Type="http://schemas.openxmlformats.org/officeDocument/2006/relationships/image" Target="../media/image288.png"/><Relationship Id="rId105" Type="http://schemas.openxmlformats.org/officeDocument/2006/relationships/customXml" Target="../ink/ink90.xml"/><Relationship Id="rId147" Type="http://schemas.openxmlformats.org/officeDocument/2006/relationships/customXml" Target="../ink/ink111.xml"/><Relationship Id="rId312" Type="http://schemas.openxmlformats.org/officeDocument/2006/relationships/customXml" Target="../ink/ink194.xml"/><Relationship Id="rId354" Type="http://schemas.openxmlformats.org/officeDocument/2006/relationships/image" Target="../media/image211.png"/><Relationship Id="rId51" Type="http://schemas.openxmlformats.org/officeDocument/2006/relationships/customXml" Target="../ink/ink63.xml"/><Relationship Id="rId93" Type="http://schemas.openxmlformats.org/officeDocument/2006/relationships/customXml" Target="../ink/ink84.xml"/><Relationship Id="rId189" Type="http://schemas.openxmlformats.org/officeDocument/2006/relationships/customXml" Target="../ink/ink132.xml"/><Relationship Id="rId396" Type="http://schemas.openxmlformats.org/officeDocument/2006/relationships/image" Target="../media/image232.png"/><Relationship Id="rId561" Type="http://schemas.openxmlformats.org/officeDocument/2006/relationships/image" Target="../media/image314.png"/><Relationship Id="rId617" Type="http://schemas.openxmlformats.org/officeDocument/2006/relationships/customXml" Target="../ink/ink348.xml"/><Relationship Id="rId659" Type="http://schemas.openxmlformats.org/officeDocument/2006/relationships/customXml" Target="../ink/ink369.xml"/><Relationship Id="rId214" Type="http://schemas.openxmlformats.org/officeDocument/2006/relationships/image" Target="../media/image142.png"/><Relationship Id="rId256" Type="http://schemas.openxmlformats.org/officeDocument/2006/relationships/image" Target="../media/image163.png"/><Relationship Id="rId298" Type="http://schemas.openxmlformats.org/officeDocument/2006/relationships/customXml" Target="../ink/ink187.xml"/><Relationship Id="rId421" Type="http://schemas.openxmlformats.org/officeDocument/2006/relationships/customXml" Target="../ink/ink249.xml"/><Relationship Id="rId463" Type="http://schemas.openxmlformats.org/officeDocument/2006/relationships/customXml" Target="../ink/ink270.xml"/><Relationship Id="rId519" Type="http://schemas.openxmlformats.org/officeDocument/2006/relationships/customXml" Target="../ink/ink298.xml"/><Relationship Id="rId116" Type="http://schemas.openxmlformats.org/officeDocument/2006/relationships/image" Target="../media/image93.png"/><Relationship Id="rId158" Type="http://schemas.openxmlformats.org/officeDocument/2006/relationships/image" Target="../media/image114.png"/><Relationship Id="rId323" Type="http://schemas.openxmlformats.org/officeDocument/2006/relationships/image" Target="../media/image196.png"/><Relationship Id="rId530" Type="http://schemas.openxmlformats.org/officeDocument/2006/relationships/image" Target="../media/image299.png"/><Relationship Id="rId20" Type="http://schemas.openxmlformats.org/officeDocument/2006/relationships/image" Target="../media/image46.png"/><Relationship Id="rId62" Type="http://schemas.openxmlformats.org/officeDocument/2006/relationships/image" Target="../media/image67.png"/><Relationship Id="rId365" Type="http://schemas.openxmlformats.org/officeDocument/2006/relationships/customXml" Target="../ink/ink221.xml"/><Relationship Id="rId572" Type="http://schemas.openxmlformats.org/officeDocument/2006/relationships/customXml" Target="../ink/ink325.xml"/><Relationship Id="rId628" Type="http://schemas.openxmlformats.org/officeDocument/2006/relationships/image" Target="../media/image347.png"/><Relationship Id="rId225" Type="http://schemas.openxmlformats.org/officeDocument/2006/relationships/customXml" Target="../ink/ink150.xml"/><Relationship Id="rId267" Type="http://schemas.openxmlformats.org/officeDocument/2006/relationships/customXml" Target="../ink/ink171.xml"/><Relationship Id="rId432" Type="http://schemas.openxmlformats.org/officeDocument/2006/relationships/image" Target="../media/image250.png"/><Relationship Id="rId474" Type="http://schemas.openxmlformats.org/officeDocument/2006/relationships/image" Target="../media/image271.png"/><Relationship Id="rId127" Type="http://schemas.openxmlformats.org/officeDocument/2006/relationships/customXml" Target="../ink/ink101.xml"/><Relationship Id="rId31" Type="http://schemas.openxmlformats.org/officeDocument/2006/relationships/customXml" Target="../ink/ink53.xml"/><Relationship Id="rId73" Type="http://schemas.openxmlformats.org/officeDocument/2006/relationships/customXml" Target="../ink/ink74.xml"/><Relationship Id="rId169" Type="http://schemas.openxmlformats.org/officeDocument/2006/relationships/customXml" Target="../ink/ink122.xml"/><Relationship Id="rId334" Type="http://schemas.openxmlformats.org/officeDocument/2006/relationships/image" Target="../media/image201.png"/><Relationship Id="rId376" Type="http://schemas.openxmlformats.org/officeDocument/2006/relationships/image" Target="../media/image222.png"/><Relationship Id="rId541" Type="http://schemas.openxmlformats.org/officeDocument/2006/relationships/image" Target="../media/image304.png"/><Relationship Id="rId583" Type="http://schemas.openxmlformats.org/officeDocument/2006/relationships/customXml" Target="../ink/ink331.xml"/><Relationship Id="rId639" Type="http://schemas.openxmlformats.org/officeDocument/2006/relationships/customXml" Target="../ink/ink359.xml"/><Relationship Id="rId4" Type="http://schemas.openxmlformats.org/officeDocument/2006/relationships/image" Target="../media/image38.png"/><Relationship Id="rId180" Type="http://schemas.openxmlformats.org/officeDocument/2006/relationships/image" Target="../media/image125.png"/><Relationship Id="rId236" Type="http://schemas.openxmlformats.org/officeDocument/2006/relationships/image" Target="../media/image153.png"/><Relationship Id="rId278" Type="http://schemas.openxmlformats.org/officeDocument/2006/relationships/image" Target="../media/image174.png"/><Relationship Id="rId401" Type="http://schemas.openxmlformats.org/officeDocument/2006/relationships/customXml" Target="../ink/ink239.xml"/><Relationship Id="rId443" Type="http://schemas.openxmlformats.org/officeDocument/2006/relationships/customXml" Target="../ink/ink260.xml"/><Relationship Id="rId650" Type="http://schemas.openxmlformats.org/officeDocument/2006/relationships/image" Target="../media/image358.png"/><Relationship Id="rId303" Type="http://schemas.openxmlformats.org/officeDocument/2006/relationships/image" Target="../media/image186.png"/><Relationship Id="rId485" Type="http://schemas.openxmlformats.org/officeDocument/2006/relationships/customXml" Target="../ink/ink281.xml"/><Relationship Id="rId42" Type="http://schemas.openxmlformats.org/officeDocument/2006/relationships/image" Target="../media/image57.png"/><Relationship Id="rId84" Type="http://schemas.openxmlformats.org/officeDocument/2006/relationships/image" Target="../media/image78.png"/><Relationship Id="rId138" Type="http://schemas.openxmlformats.org/officeDocument/2006/relationships/image" Target="../media/image104.png"/><Relationship Id="rId345" Type="http://schemas.openxmlformats.org/officeDocument/2006/relationships/customXml" Target="../ink/ink211.xml"/><Relationship Id="rId387" Type="http://schemas.openxmlformats.org/officeDocument/2006/relationships/customXml" Target="../ink/ink232.xml"/><Relationship Id="rId510" Type="http://schemas.openxmlformats.org/officeDocument/2006/relationships/image" Target="../media/image289.png"/><Relationship Id="rId552" Type="http://schemas.openxmlformats.org/officeDocument/2006/relationships/customXml" Target="../ink/ink315.xml"/><Relationship Id="rId594" Type="http://schemas.openxmlformats.org/officeDocument/2006/relationships/image" Target="../media/image330.png"/><Relationship Id="rId608" Type="http://schemas.openxmlformats.org/officeDocument/2006/relationships/image" Target="../media/image337.png"/><Relationship Id="rId191" Type="http://schemas.openxmlformats.org/officeDocument/2006/relationships/customXml" Target="../ink/ink133.xml"/><Relationship Id="rId205" Type="http://schemas.openxmlformats.org/officeDocument/2006/relationships/customXml" Target="../ink/ink140.xml"/><Relationship Id="rId247" Type="http://schemas.openxmlformats.org/officeDocument/2006/relationships/customXml" Target="../ink/ink161.xml"/><Relationship Id="rId412" Type="http://schemas.openxmlformats.org/officeDocument/2006/relationships/image" Target="../media/image240.png"/><Relationship Id="rId107" Type="http://schemas.openxmlformats.org/officeDocument/2006/relationships/customXml" Target="../ink/ink91.xml"/><Relationship Id="rId289" Type="http://schemas.openxmlformats.org/officeDocument/2006/relationships/image" Target="../media/image179.png"/><Relationship Id="rId454" Type="http://schemas.openxmlformats.org/officeDocument/2006/relationships/image" Target="../media/image261.png"/><Relationship Id="rId496" Type="http://schemas.openxmlformats.org/officeDocument/2006/relationships/image" Target="../media/image282.png"/><Relationship Id="rId661" Type="http://schemas.openxmlformats.org/officeDocument/2006/relationships/customXml" Target="../ink/ink370.xml"/><Relationship Id="rId11" Type="http://schemas.openxmlformats.org/officeDocument/2006/relationships/customXml" Target="../ink/ink43.xml"/><Relationship Id="rId53" Type="http://schemas.openxmlformats.org/officeDocument/2006/relationships/customXml" Target="../ink/ink64.xml"/><Relationship Id="rId149" Type="http://schemas.openxmlformats.org/officeDocument/2006/relationships/customXml" Target="../ink/ink112.xml"/><Relationship Id="rId314" Type="http://schemas.openxmlformats.org/officeDocument/2006/relationships/customXml" Target="../ink/ink195.xml"/><Relationship Id="rId356" Type="http://schemas.openxmlformats.org/officeDocument/2006/relationships/image" Target="../media/image212.png"/><Relationship Id="rId398" Type="http://schemas.openxmlformats.org/officeDocument/2006/relationships/image" Target="../media/image233.png"/><Relationship Id="rId521" Type="http://schemas.openxmlformats.org/officeDocument/2006/relationships/customXml" Target="../ink/ink299.xml"/><Relationship Id="rId563" Type="http://schemas.openxmlformats.org/officeDocument/2006/relationships/image" Target="../media/image315.png"/><Relationship Id="rId619" Type="http://schemas.openxmlformats.org/officeDocument/2006/relationships/customXml" Target="../ink/ink349.xml"/><Relationship Id="rId95" Type="http://schemas.openxmlformats.org/officeDocument/2006/relationships/customXml" Target="../ink/ink85.xml"/><Relationship Id="rId160" Type="http://schemas.openxmlformats.org/officeDocument/2006/relationships/image" Target="../media/image115.png"/><Relationship Id="rId216" Type="http://schemas.openxmlformats.org/officeDocument/2006/relationships/image" Target="../media/image143.png"/><Relationship Id="rId423" Type="http://schemas.openxmlformats.org/officeDocument/2006/relationships/customXml" Target="../ink/ink250.xml"/><Relationship Id="rId258" Type="http://schemas.openxmlformats.org/officeDocument/2006/relationships/image" Target="../media/image164.png"/><Relationship Id="rId465" Type="http://schemas.openxmlformats.org/officeDocument/2006/relationships/customXml" Target="../ink/ink271.xml"/><Relationship Id="rId630" Type="http://schemas.openxmlformats.org/officeDocument/2006/relationships/image" Target="../media/image348.png"/><Relationship Id="rId22" Type="http://schemas.openxmlformats.org/officeDocument/2006/relationships/image" Target="../media/image47.png"/><Relationship Id="rId64" Type="http://schemas.openxmlformats.org/officeDocument/2006/relationships/image" Target="../media/image68.png"/><Relationship Id="rId118" Type="http://schemas.openxmlformats.org/officeDocument/2006/relationships/image" Target="../media/image94.png"/><Relationship Id="rId325" Type="http://schemas.openxmlformats.org/officeDocument/2006/relationships/image" Target="../media/image197.png"/><Relationship Id="rId367" Type="http://schemas.openxmlformats.org/officeDocument/2006/relationships/customXml" Target="../ink/ink222.xml"/><Relationship Id="rId532" Type="http://schemas.openxmlformats.org/officeDocument/2006/relationships/customXml" Target="../ink/ink305.xml"/><Relationship Id="rId574" Type="http://schemas.openxmlformats.org/officeDocument/2006/relationships/customXml" Target="../ink/ink326.xml"/><Relationship Id="rId171" Type="http://schemas.openxmlformats.org/officeDocument/2006/relationships/customXml" Target="../ink/ink123.xml"/><Relationship Id="rId227" Type="http://schemas.openxmlformats.org/officeDocument/2006/relationships/customXml" Target="../ink/ink151.xml"/><Relationship Id="rId269" Type="http://schemas.openxmlformats.org/officeDocument/2006/relationships/customXml" Target="../ink/ink172.xml"/><Relationship Id="rId434" Type="http://schemas.openxmlformats.org/officeDocument/2006/relationships/image" Target="../media/image251.png"/><Relationship Id="rId476" Type="http://schemas.openxmlformats.org/officeDocument/2006/relationships/image" Target="../media/image272.png"/><Relationship Id="rId641" Type="http://schemas.openxmlformats.org/officeDocument/2006/relationships/customXml" Target="../ink/ink360.xml"/><Relationship Id="rId33" Type="http://schemas.openxmlformats.org/officeDocument/2006/relationships/customXml" Target="../ink/ink54.xml"/><Relationship Id="rId129" Type="http://schemas.openxmlformats.org/officeDocument/2006/relationships/customXml" Target="../ink/ink102.xml"/><Relationship Id="rId280" Type="http://schemas.openxmlformats.org/officeDocument/2006/relationships/customXml" Target="../ink/ink178.xml"/><Relationship Id="rId336" Type="http://schemas.openxmlformats.org/officeDocument/2006/relationships/image" Target="../media/image202.png"/><Relationship Id="rId501" Type="http://schemas.openxmlformats.org/officeDocument/2006/relationships/customXml" Target="../ink/ink289.xml"/><Relationship Id="rId543" Type="http://schemas.openxmlformats.org/officeDocument/2006/relationships/image" Target="../media/image305.png"/><Relationship Id="rId75" Type="http://schemas.openxmlformats.org/officeDocument/2006/relationships/customXml" Target="../ink/ink75.xml"/><Relationship Id="rId140" Type="http://schemas.openxmlformats.org/officeDocument/2006/relationships/image" Target="../media/image105.png"/><Relationship Id="rId182" Type="http://schemas.openxmlformats.org/officeDocument/2006/relationships/image" Target="../media/image126.png"/><Relationship Id="rId378" Type="http://schemas.openxmlformats.org/officeDocument/2006/relationships/image" Target="../media/image223.png"/><Relationship Id="rId403" Type="http://schemas.openxmlformats.org/officeDocument/2006/relationships/customXml" Target="../ink/ink240.xml"/><Relationship Id="rId585" Type="http://schemas.openxmlformats.org/officeDocument/2006/relationships/customXml" Target="../ink/ink332.xml"/><Relationship Id="rId6" Type="http://schemas.openxmlformats.org/officeDocument/2006/relationships/image" Target="../media/image39.png"/><Relationship Id="rId238" Type="http://schemas.openxmlformats.org/officeDocument/2006/relationships/image" Target="../media/image154.png"/><Relationship Id="rId445" Type="http://schemas.openxmlformats.org/officeDocument/2006/relationships/customXml" Target="../ink/ink261.xml"/><Relationship Id="rId487" Type="http://schemas.openxmlformats.org/officeDocument/2006/relationships/customXml" Target="../ink/ink282.xml"/><Relationship Id="rId610" Type="http://schemas.openxmlformats.org/officeDocument/2006/relationships/image" Target="../media/image338.png"/><Relationship Id="rId652" Type="http://schemas.openxmlformats.org/officeDocument/2006/relationships/image" Target="../media/image359.png"/><Relationship Id="rId291" Type="http://schemas.openxmlformats.org/officeDocument/2006/relationships/image" Target="../media/image180.png"/><Relationship Id="rId305" Type="http://schemas.openxmlformats.org/officeDocument/2006/relationships/image" Target="../media/image187.png"/><Relationship Id="rId347" Type="http://schemas.openxmlformats.org/officeDocument/2006/relationships/customXml" Target="../ink/ink212.xml"/><Relationship Id="rId512" Type="http://schemas.openxmlformats.org/officeDocument/2006/relationships/image" Target="../media/image290.png"/><Relationship Id="rId44" Type="http://schemas.openxmlformats.org/officeDocument/2006/relationships/image" Target="../media/image58.png"/><Relationship Id="rId86" Type="http://schemas.openxmlformats.org/officeDocument/2006/relationships/image" Target="../media/image79.png"/><Relationship Id="rId151" Type="http://schemas.openxmlformats.org/officeDocument/2006/relationships/customXml" Target="../ink/ink113.xml"/><Relationship Id="rId389" Type="http://schemas.openxmlformats.org/officeDocument/2006/relationships/customXml" Target="../ink/ink233.xml"/><Relationship Id="rId554" Type="http://schemas.openxmlformats.org/officeDocument/2006/relationships/customXml" Target="../ink/ink316.xml"/><Relationship Id="rId596" Type="http://schemas.openxmlformats.org/officeDocument/2006/relationships/image" Target="../media/image331.png"/><Relationship Id="rId193" Type="http://schemas.openxmlformats.org/officeDocument/2006/relationships/customXml" Target="../ink/ink134.xml"/><Relationship Id="rId207" Type="http://schemas.openxmlformats.org/officeDocument/2006/relationships/customXml" Target="../ink/ink141.xml"/><Relationship Id="rId249" Type="http://schemas.openxmlformats.org/officeDocument/2006/relationships/customXml" Target="../ink/ink162.xml"/><Relationship Id="rId414" Type="http://schemas.openxmlformats.org/officeDocument/2006/relationships/image" Target="../media/image241.png"/><Relationship Id="rId456" Type="http://schemas.openxmlformats.org/officeDocument/2006/relationships/image" Target="../media/image262.png"/><Relationship Id="rId498" Type="http://schemas.openxmlformats.org/officeDocument/2006/relationships/image" Target="../media/image283.png"/><Relationship Id="rId621" Type="http://schemas.openxmlformats.org/officeDocument/2006/relationships/customXml" Target="../ink/ink350.xml"/><Relationship Id="rId663" Type="http://schemas.openxmlformats.org/officeDocument/2006/relationships/customXml" Target="../ink/ink371.xml"/><Relationship Id="rId13" Type="http://schemas.openxmlformats.org/officeDocument/2006/relationships/customXml" Target="../ink/ink44.xml"/><Relationship Id="rId109" Type="http://schemas.openxmlformats.org/officeDocument/2006/relationships/customXml" Target="../ink/ink92.xml"/><Relationship Id="rId260" Type="http://schemas.openxmlformats.org/officeDocument/2006/relationships/image" Target="../media/image165.png"/><Relationship Id="rId316" Type="http://schemas.openxmlformats.org/officeDocument/2006/relationships/customXml" Target="../ink/ink196.xml"/><Relationship Id="rId523" Type="http://schemas.openxmlformats.org/officeDocument/2006/relationships/customXml" Target="../ink/ink300.xml"/><Relationship Id="rId55" Type="http://schemas.openxmlformats.org/officeDocument/2006/relationships/customXml" Target="../ink/ink65.xml"/><Relationship Id="rId97" Type="http://schemas.openxmlformats.org/officeDocument/2006/relationships/customXml" Target="../ink/ink86.xml"/><Relationship Id="rId120" Type="http://schemas.openxmlformats.org/officeDocument/2006/relationships/image" Target="../media/image95.png"/><Relationship Id="rId358" Type="http://schemas.openxmlformats.org/officeDocument/2006/relationships/image" Target="../media/image213.png"/><Relationship Id="rId565" Type="http://schemas.openxmlformats.org/officeDocument/2006/relationships/image" Target="../media/image316.png"/><Relationship Id="rId162" Type="http://schemas.openxmlformats.org/officeDocument/2006/relationships/image" Target="../media/image116.png"/><Relationship Id="rId218" Type="http://schemas.openxmlformats.org/officeDocument/2006/relationships/image" Target="../media/image144.png"/><Relationship Id="rId425" Type="http://schemas.openxmlformats.org/officeDocument/2006/relationships/customXml" Target="../ink/ink251.xml"/><Relationship Id="rId467" Type="http://schemas.openxmlformats.org/officeDocument/2006/relationships/customXml" Target="../ink/ink272.xml"/><Relationship Id="rId632" Type="http://schemas.openxmlformats.org/officeDocument/2006/relationships/image" Target="../media/image349.png"/><Relationship Id="rId271" Type="http://schemas.openxmlformats.org/officeDocument/2006/relationships/customXml" Target="../ink/ink173.xml"/><Relationship Id="rId24" Type="http://schemas.openxmlformats.org/officeDocument/2006/relationships/image" Target="../media/image48.png"/><Relationship Id="rId66" Type="http://schemas.openxmlformats.org/officeDocument/2006/relationships/image" Target="../media/image69.png"/><Relationship Id="rId131" Type="http://schemas.openxmlformats.org/officeDocument/2006/relationships/customXml" Target="../ink/ink103.xml"/><Relationship Id="rId327" Type="http://schemas.openxmlformats.org/officeDocument/2006/relationships/image" Target="../media/image198.png"/><Relationship Id="rId369" Type="http://schemas.openxmlformats.org/officeDocument/2006/relationships/customXml" Target="../ink/ink223.xml"/><Relationship Id="rId534" Type="http://schemas.openxmlformats.org/officeDocument/2006/relationships/customXml" Target="../ink/ink306.xml"/><Relationship Id="rId576" Type="http://schemas.openxmlformats.org/officeDocument/2006/relationships/customXml" Target="../ink/ink327.xml"/><Relationship Id="rId173" Type="http://schemas.openxmlformats.org/officeDocument/2006/relationships/customXml" Target="../ink/ink124.xml"/><Relationship Id="rId229" Type="http://schemas.openxmlformats.org/officeDocument/2006/relationships/customXml" Target="../ink/ink152.xml"/><Relationship Id="rId380" Type="http://schemas.openxmlformats.org/officeDocument/2006/relationships/image" Target="../media/image224.png"/><Relationship Id="rId436" Type="http://schemas.openxmlformats.org/officeDocument/2006/relationships/image" Target="../media/image252.png"/><Relationship Id="rId601" Type="http://schemas.openxmlformats.org/officeDocument/2006/relationships/customXml" Target="../ink/ink340.xml"/><Relationship Id="rId643" Type="http://schemas.openxmlformats.org/officeDocument/2006/relationships/customXml" Target="../ink/ink361.xml"/><Relationship Id="rId240" Type="http://schemas.openxmlformats.org/officeDocument/2006/relationships/image" Target="../media/image155.png"/><Relationship Id="rId478" Type="http://schemas.openxmlformats.org/officeDocument/2006/relationships/image" Target="../media/image273.png"/><Relationship Id="rId35" Type="http://schemas.openxmlformats.org/officeDocument/2006/relationships/customXml" Target="../ink/ink55.xml"/><Relationship Id="rId77" Type="http://schemas.openxmlformats.org/officeDocument/2006/relationships/customXml" Target="../ink/ink76.xml"/><Relationship Id="rId100" Type="http://schemas.openxmlformats.org/officeDocument/2006/relationships/image" Target="../media/image85.png"/><Relationship Id="rId282" Type="http://schemas.openxmlformats.org/officeDocument/2006/relationships/customXml" Target="../ink/ink179.xml"/><Relationship Id="rId338" Type="http://schemas.openxmlformats.org/officeDocument/2006/relationships/image" Target="../media/image203.png"/><Relationship Id="rId503" Type="http://schemas.openxmlformats.org/officeDocument/2006/relationships/customXml" Target="../ink/ink290.xml"/><Relationship Id="rId545" Type="http://schemas.openxmlformats.org/officeDocument/2006/relationships/image" Target="../media/image306.png"/><Relationship Id="rId587" Type="http://schemas.openxmlformats.org/officeDocument/2006/relationships/customXml" Target="../ink/ink333.xml"/><Relationship Id="rId8" Type="http://schemas.openxmlformats.org/officeDocument/2006/relationships/image" Target="../media/image40.png"/><Relationship Id="rId142" Type="http://schemas.openxmlformats.org/officeDocument/2006/relationships/image" Target="../media/image106.png"/><Relationship Id="rId184" Type="http://schemas.openxmlformats.org/officeDocument/2006/relationships/image" Target="../media/image127.png"/><Relationship Id="rId391" Type="http://schemas.openxmlformats.org/officeDocument/2006/relationships/customXml" Target="../ink/ink234.xml"/><Relationship Id="rId405" Type="http://schemas.openxmlformats.org/officeDocument/2006/relationships/customXml" Target="../ink/ink241.xml"/><Relationship Id="rId447" Type="http://schemas.openxmlformats.org/officeDocument/2006/relationships/customXml" Target="../ink/ink262.xml"/><Relationship Id="rId612" Type="http://schemas.openxmlformats.org/officeDocument/2006/relationships/image" Target="../media/image339.png"/><Relationship Id="rId251" Type="http://schemas.openxmlformats.org/officeDocument/2006/relationships/customXml" Target="../ink/ink163.xml"/><Relationship Id="rId489" Type="http://schemas.openxmlformats.org/officeDocument/2006/relationships/customXml" Target="../ink/ink283.xml"/><Relationship Id="rId654" Type="http://schemas.openxmlformats.org/officeDocument/2006/relationships/image" Target="../media/image360.png"/><Relationship Id="rId46" Type="http://schemas.openxmlformats.org/officeDocument/2006/relationships/image" Target="../media/image59.png"/><Relationship Id="rId293" Type="http://schemas.openxmlformats.org/officeDocument/2006/relationships/image" Target="../media/image181.png"/><Relationship Id="rId307" Type="http://schemas.openxmlformats.org/officeDocument/2006/relationships/image" Target="../media/image188.png"/><Relationship Id="rId349" Type="http://schemas.openxmlformats.org/officeDocument/2006/relationships/customXml" Target="../ink/ink213.xml"/><Relationship Id="rId514" Type="http://schemas.openxmlformats.org/officeDocument/2006/relationships/image" Target="../media/image291.png"/><Relationship Id="rId556" Type="http://schemas.openxmlformats.org/officeDocument/2006/relationships/customXml" Target="../ink/ink317.xml"/><Relationship Id="rId88" Type="http://schemas.openxmlformats.org/officeDocument/2006/relationships/image" Target="../media/image80.png"/><Relationship Id="rId111" Type="http://schemas.openxmlformats.org/officeDocument/2006/relationships/customXml" Target="../ink/ink93.xml"/><Relationship Id="rId153" Type="http://schemas.openxmlformats.org/officeDocument/2006/relationships/customXml" Target="../ink/ink114.xml"/><Relationship Id="rId195" Type="http://schemas.openxmlformats.org/officeDocument/2006/relationships/customXml" Target="../ink/ink135.xml"/><Relationship Id="rId209" Type="http://schemas.openxmlformats.org/officeDocument/2006/relationships/customXml" Target="../ink/ink142.xml"/><Relationship Id="rId360" Type="http://schemas.openxmlformats.org/officeDocument/2006/relationships/image" Target="../media/image214.png"/><Relationship Id="rId416" Type="http://schemas.openxmlformats.org/officeDocument/2006/relationships/image" Target="../media/image242.png"/><Relationship Id="rId598" Type="http://schemas.openxmlformats.org/officeDocument/2006/relationships/image" Target="../media/image332.png"/><Relationship Id="rId220" Type="http://schemas.openxmlformats.org/officeDocument/2006/relationships/image" Target="../media/image145.png"/><Relationship Id="rId458" Type="http://schemas.openxmlformats.org/officeDocument/2006/relationships/image" Target="../media/image263.png"/><Relationship Id="rId623" Type="http://schemas.openxmlformats.org/officeDocument/2006/relationships/customXml" Target="../ink/ink351.xml"/><Relationship Id="rId665" Type="http://schemas.openxmlformats.org/officeDocument/2006/relationships/customXml" Target="../ink/ink372.xml"/><Relationship Id="rId15" Type="http://schemas.openxmlformats.org/officeDocument/2006/relationships/customXml" Target="../ink/ink45.xml"/><Relationship Id="rId57" Type="http://schemas.openxmlformats.org/officeDocument/2006/relationships/customXml" Target="../ink/ink66.xml"/><Relationship Id="rId262" Type="http://schemas.openxmlformats.org/officeDocument/2006/relationships/image" Target="../media/image166.png"/><Relationship Id="rId318" Type="http://schemas.openxmlformats.org/officeDocument/2006/relationships/customXml" Target="../ink/ink197.xml"/><Relationship Id="rId525" Type="http://schemas.openxmlformats.org/officeDocument/2006/relationships/customXml" Target="../ink/ink301.xml"/><Relationship Id="rId567" Type="http://schemas.openxmlformats.org/officeDocument/2006/relationships/image" Target="../media/image317.png"/><Relationship Id="rId99" Type="http://schemas.openxmlformats.org/officeDocument/2006/relationships/customXml" Target="../ink/ink87.xml"/><Relationship Id="rId122" Type="http://schemas.openxmlformats.org/officeDocument/2006/relationships/image" Target="../media/image96.png"/><Relationship Id="rId164" Type="http://schemas.openxmlformats.org/officeDocument/2006/relationships/image" Target="../media/image117.png"/><Relationship Id="rId371" Type="http://schemas.openxmlformats.org/officeDocument/2006/relationships/customXml" Target="../ink/ink224.xml"/><Relationship Id="rId427" Type="http://schemas.openxmlformats.org/officeDocument/2006/relationships/customXml" Target="../ink/ink252.xml"/><Relationship Id="rId469" Type="http://schemas.openxmlformats.org/officeDocument/2006/relationships/customXml" Target="../ink/ink273.xml"/><Relationship Id="rId634" Type="http://schemas.openxmlformats.org/officeDocument/2006/relationships/image" Target="../media/image350.png"/><Relationship Id="rId26" Type="http://schemas.openxmlformats.org/officeDocument/2006/relationships/image" Target="../media/image49.png"/><Relationship Id="rId231" Type="http://schemas.openxmlformats.org/officeDocument/2006/relationships/customXml" Target="../ink/ink153.xml"/><Relationship Id="rId273" Type="http://schemas.openxmlformats.org/officeDocument/2006/relationships/customXml" Target="../ink/ink174.xml"/><Relationship Id="rId329" Type="http://schemas.openxmlformats.org/officeDocument/2006/relationships/image" Target="../media/image199.png"/><Relationship Id="rId480" Type="http://schemas.openxmlformats.org/officeDocument/2006/relationships/image" Target="../media/image274.png"/><Relationship Id="rId536" Type="http://schemas.openxmlformats.org/officeDocument/2006/relationships/customXml" Target="../ink/ink307.xml"/><Relationship Id="rId68" Type="http://schemas.openxmlformats.org/officeDocument/2006/relationships/image" Target="../media/image70.png"/><Relationship Id="rId133" Type="http://schemas.openxmlformats.org/officeDocument/2006/relationships/customXml" Target="../ink/ink104.xml"/><Relationship Id="rId175" Type="http://schemas.openxmlformats.org/officeDocument/2006/relationships/customXml" Target="../ink/ink125.xml"/><Relationship Id="rId340" Type="http://schemas.openxmlformats.org/officeDocument/2006/relationships/image" Target="../media/image204.png"/><Relationship Id="rId578" Type="http://schemas.openxmlformats.org/officeDocument/2006/relationships/customXml" Target="../ink/ink328.xml"/><Relationship Id="rId200" Type="http://schemas.openxmlformats.org/officeDocument/2006/relationships/image" Target="../media/image135.png"/><Relationship Id="rId382" Type="http://schemas.openxmlformats.org/officeDocument/2006/relationships/image" Target="../media/image225.png"/><Relationship Id="rId438" Type="http://schemas.openxmlformats.org/officeDocument/2006/relationships/image" Target="../media/image253.png"/><Relationship Id="rId603" Type="http://schemas.openxmlformats.org/officeDocument/2006/relationships/customXml" Target="../ink/ink341.xml"/><Relationship Id="rId645" Type="http://schemas.openxmlformats.org/officeDocument/2006/relationships/customXml" Target="../ink/ink362.xml"/><Relationship Id="rId242" Type="http://schemas.openxmlformats.org/officeDocument/2006/relationships/image" Target="../media/image156.png"/><Relationship Id="rId284" Type="http://schemas.openxmlformats.org/officeDocument/2006/relationships/customXml" Target="../ink/ink180.xml"/><Relationship Id="rId491" Type="http://schemas.openxmlformats.org/officeDocument/2006/relationships/customXml" Target="../ink/ink284.xml"/><Relationship Id="rId505" Type="http://schemas.openxmlformats.org/officeDocument/2006/relationships/customXml" Target="../ink/ink291.xml"/><Relationship Id="rId37" Type="http://schemas.openxmlformats.org/officeDocument/2006/relationships/customXml" Target="../ink/ink56.xml"/><Relationship Id="rId79" Type="http://schemas.openxmlformats.org/officeDocument/2006/relationships/customXml" Target="../ink/ink77.xml"/><Relationship Id="rId102" Type="http://schemas.openxmlformats.org/officeDocument/2006/relationships/image" Target="../media/image86.png"/><Relationship Id="rId144" Type="http://schemas.openxmlformats.org/officeDocument/2006/relationships/image" Target="../media/image107.png"/><Relationship Id="rId547" Type="http://schemas.openxmlformats.org/officeDocument/2006/relationships/image" Target="../media/image307.png"/><Relationship Id="rId589" Type="http://schemas.openxmlformats.org/officeDocument/2006/relationships/customXml" Target="../ink/ink334.xml"/><Relationship Id="rId90" Type="http://schemas.openxmlformats.org/officeDocument/2006/relationships/image" Target="../media/image9.png"/><Relationship Id="rId186" Type="http://schemas.openxmlformats.org/officeDocument/2006/relationships/image" Target="../media/image128.png"/><Relationship Id="rId351" Type="http://schemas.openxmlformats.org/officeDocument/2006/relationships/customXml" Target="../ink/ink214.xml"/><Relationship Id="rId393" Type="http://schemas.openxmlformats.org/officeDocument/2006/relationships/customXml" Target="../ink/ink235.xml"/><Relationship Id="rId407" Type="http://schemas.openxmlformats.org/officeDocument/2006/relationships/customXml" Target="../ink/ink242.xml"/><Relationship Id="rId449" Type="http://schemas.openxmlformats.org/officeDocument/2006/relationships/customXml" Target="../ink/ink263.xml"/><Relationship Id="rId614" Type="http://schemas.openxmlformats.org/officeDocument/2006/relationships/image" Target="../media/image340.png"/><Relationship Id="rId656" Type="http://schemas.openxmlformats.org/officeDocument/2006/relationships/image" Target="../media/image361.png"/><Relationship Id="rId211" Type="http://schemas.openxmlformats.org/officeDocument/2006/relationships/customXml" Target="../ink/ink143.xml"/><Relationship Id="rId253" Type="http://schemas.openxmlformats.org/officeDocument/2006/relationships/customXml" Target="../ink/ink164.xml"/><Relationship Id="rId295" Type="http://schemas.openxmlformats.org/officeDocument/2006/relationships/image" Target="../media/image182.png"/><Relationship Id="rId309" Type="http://schemas.openxmlformats.org/officeDocument/2006/relationships/image" Target="../media/image189.png"/><Relationship Id="rId460" Type="http://schemas.openxmlformats.org/officeDocument/2006/relationships/image" Target="../media/image264.png"/><Relationship Id="rId516" Type="http://schemas.openxmlformats.org/officeDocument/2006/relationships/image" Target="../media/image292.png"/><Relationship Id="rId48" Type="http://schemas.openxmlformats.org/officeDocument/2006/relationships/image" Target="../media/image60.png"/><Relationship Id="rId113" Type="http://schemas.openxmlformats.org/officeDocument/2006/relationships/customXml" Target="../ink/ink94.xml"/><Relationship Id="rId320" Type="http://schemas.openxmlformats.org/officeDocument/2006/relationships/customXml" Target="../ink/ink198.xml"/><Relationship Id="rId558" Type="http://schemas.openxmlformats.org/officeDocument/2006/relationships/customXml" Target="../ink/ink318.xml"/><Relationship Id="rId155" Type="http://schemas.openxmlformats.org/officeDocument/2006/relationships/customXml" Target="../ink/ink115.xml"/><Relationship Id="rId197" Type="http://schemas.openxmlformats.org/officeDocument/2006/relationships/customXml" Target="../ink/ink136.xml"/><Relationship Id="rId362" Type="http://schemas.openxmlformats.org/officeDocument/2006/relationships/image" Target="../media/image215.png"/><Relationship Id="rId418" Type="http://schemas.openxmlformats.org/officeDocument/2006/relationships/image" Target="../media/image243.png"/><Relationship Id="rId625" Type="http://schemas.openxmlformats.org/officeDocument/2006/relationships/customXml" Target="../ink/ink352.xml"/><Relationship Id="rId222" Type="http://schemas.openxmlformats.org/officeDocument/2006/relationships/image" Target="../media/image146.png"/><Relationship Id="rId264" Type="http://schemas.openxmlformats.org/officeDocument/2006/relationships/image" Target="../media/image167.png"/><Relationship Id="rId471" Type="http://schemas.openxmlformats.org/officeDocument/2006/relationships/customXml" Target="../ink/ink274.xml"/><Relationship Id="rId667" Type="http://schemas.openxmlformats.org/officeDocument/2006/relationships/image" Target="../media/image366.png"/><Relationship Id="rId17" Type="http://schemas.openxmlformats.org/officeDocument/2006/relationships/customXml" Target="../ink/ink46.xml"/><Relationship Id="rId59" Type="http://schemas.openxmlformats.org/officeDocument/2006/relationships/customXml" Target="../ink/ink67.xml"/><Relationship Id="rId124" Type="http://schemas.openxmlformats.org/officeDocument/2006/relationships/image" Target="../media/image97.png"/><Relationship Id="rId527" Type="http://schemas.openxmlformats.org/officeDocument/2006/relationships/customXml" Target="../ink/ink302.xml"/><Relationship Id="rId569" Type="http://schemas.openxmlformats.org/officeDocument/2006/relationships/image" Target="../media/image318.png"/><Relationship Id="rId70" Type="http://schemas.openxmlformats.org/officeDocument/2006/relationships/image" Target="../media/image71.png"/><Relationship Id="rId166" Type="http://schemas.openxmlformats.org/officeDocument/2006/relationships/image" Target="../media/image118.png"/><Relationship Id="rId331" Type="http://schemas.openxmlformats.org/officeDocument/2006/relationships/customXml" Target="../ink/ink204.xml"/><Relationship Id="rId373" Type="http://schemas.openxmlformats.org/officeDocument/2006/relationships/customXml" Target="../ink/ink225.xml"/><Relationship Id="rId429" Type="http://schemas.openxmlformats.org/officeDocument/2006/relationships/customXml" Target="../ink/ink253.xml"/><Relationship Id="rId580" Type="http://schemas.openxmlformats.org/officeDocument/2006/relationships/customXml" Target="../ink/ink329.xml"/><Relationship Id="rId636" Type="http://schemas.openxmlformats.org/officeDocument/2006/relationships/image" Target="../media/image351.png"/><Relationship Id="rId1" Type="http://schemas.openxmlformats.org/officeDocument/2006/relationships/slideLayout" Target="../slideLayouts/slideLayout11.xml"/><Relationship Id="rId233" Type="http://schemas.openxmlformats.org/officeDocument/2006/relationships/customXml" Target="../ink/ink154.xml"/><Relationship Id="rId440" Type="http://schemas.openxmlformats.org/officeDocument/2006/relationships/image" Target="../media/image254.png"/><Relationship Id="rId28" Type="http://schemas.openxmlformats.org/officeDocument/2006/relationships/image" Target="../media/image50.png"/><Relationship Id="rId275" Type="http://schemas.openxmlformats.org/officeDocument/2006/relationships/customXml" Target="../ink/ink175.xml"/><Relationship Id="rId300" Type="http://schemas.openxmlformats.org/officeDocument/2006/relationships/customXml" Target="../ink/ink188.xml"/><Relationship Id="rId482" Type="http://schemas.openxmlformats.org/officeDocument/2006/relationships/image" Target="../media/image275.png"/><Relationship Id="rId538" Type="http://schemas.openxmlformats.org/officeDocument/2006/relationships/customXml" Target="../ink/ink308.xml"/><Relationship Id="rId81" Type="http://schemas.openxmlformats.org/officeDocument/2006/relationships/customXml" Target="../ink/ink78.xml"/><Relationship Id="rId135" Type="http://schemas.openxmlformats.org/officeDocument/2006/relationships/customXml" Target="../ink/ink105.xml"/><Relationship Id="rId177" Type="http://schemas.openxmlformats.org/officeDocument/2006/relationships/customXml" Target="../ink/ink126.xml"/><Relationship Id="rId342" Type="http://schemas.openxmlformats.org/officeDocument/2006/relationships/image" Target="../media/image205.png"/><Relationship Id="rId384" Type="http://schemas.openxmlformats.org/officeDocument/2006/relationships/image" Target="../media/image226.png"/><Relationship Id="rId591" Type="http://schemas.openxmlformats.org/officeDocument/2006/relationships/customXml" Target="../ink/ink335.xml"/><Relationship Id="rId605" Type="http://schemas.openxmlformats.org/officeDocument/2006/relationships/customXml" Target="../ink/ink342.xml"/><Relationship Id="rId202" Type="http://schemas.openxmlformats.org/officeDocument/2006/relationships/image" Target="../media/image136.png"/><Relationship Id="rId244" Type="http://schemas.openxmlformats.org/officeDocument/2006/relationships/image" Target="../media/image157.png"/><Relationship Id="rId647" Type="http://schemas.openxmlformats.org/officeDocument/2006/relationships/customXml" Target="../ink/ink363.xml"/><Relationship Id="rId39" Type="http://schemas.openxmlformats.org/officeDocument/2006/relationships/customXml" Target="../ink/ink57.xml"/><Relationship Id="rId286" Type="http://schemas.openxmlformats.org/officeDocument/2006/relationships/customXml" Target="../ink/ink181.xml"/><Relationship Id="rId451" Type="http://schemas.openxmlformats.org/officeDocument/2006/relationships/customXml" Target="../ink/ink264.xml"/><Relationship Id="rId493" Type="http://schemas.openxmlformats.org/officeDocument/2006/relationships/customXml" Target="../ink/ink285.xml"/><Relationship Id="rId507" Type="http://schemas.openxmlformats.org/officeDocument/2006/relationships/customXml" Target="../ink/ink292.xml"/><Relationship Id="rId549" Type="http://schemas.openxmlformats.org/officeDocument/2006/relationships/image" Target="../media/image308.png"/><Relationship Id="rId50" Type="http://schemas.openxmlformats.org/officeDocument/2006/relationships/image" Target="../media/image61.png"/><Relationship Id="rId104" Type="http://schemas.openxmlformats.org/officeDocument/2006/relationships/image" Target="../media/image87.png"/><Relationship Id="rId146" Type="http://schemas.openxmlformats.org/officeDocument/2006/relationships/image" Target="../media/image108.png"/><Relationship Id="rId188" Type="http://schemas.openxmlformats.org/officeDocument/2006/relationships/image" Target="../media/image129.png"/><Relationship Id="rId311" Type="http://schemas.openxmlformats.org/officeDocument/2006/relationships/image" Target="../media/image190.png"/><Relationship Id="rId353" Type="http://schemas.openxmlformats.org/officeDocument/2006/relationships/customXml" Target="../ink/ink215.xml"/><Relationship Id="rId395" Type="http://schemas.openxmlformats.org/officeDocument/2006/relationships/customXml" Target="../ink/ink236.xml"/><Relationship Id="rId409" Type="http://schemas.openxmlformats.org/officeDocument/2006/relationships/customXml" Target="../ink/ink243.xml"/><Relationship Id="rId560" Type="http://schemas.openxmlformats.org/officeDocument/2006/relationships/customXml" Target="../ink/ink319.xml"/><Relationship Id="rId92" Type="http://schemas.openxmlformats.org/officeDocument/2006/relationships/image" Target="../media/image81.png"/><Relationship Id="rId213" Type="http://schemas.openxmlformats.org/officeDocument/2006/relationships/customXml" Target="../ink/ink144.xml"/><Relationship Id="rId420" Type="http://schemas.openxmlformats.org/officeDocument/2006/relationships/image" Target="../media/image244.png"/><Relationship Id="rId616" Type="http://schemas.openxmlformats.org/officeDocument/2006/relationships/image" Target="../media/image341.png"/><Relationship Id="rId658" Type="http://schemas.openxmlformats.org/officeDocument/2006/relationships/image" Target="../media/image362.png"/><Relationship Id="rId255" Type="http://schemas.openxmlformats.org/officeDocument/2006/relationships/customXml" Target="../ink/ink165.xml"/><Relationship Id="rId297" Type="http://schemas.openxmlformats.org/officeDocument/2006/relationships/image" Target="../media/image183.png"/><Relationship Id="rId462" Type="http://schemas.openxmlformats.org/officeDocument/2006/relationships/image" Target="../media/image265.png"/><Relationship Id="rId518" Type="http://schemas.openxmlformats.org/officeDocument/2006/relationships/image" Target="../media/image293.png"/><Relationship Id="rId115" Type="http://schemas.openxmlformats.org/officeDocument/2006/relationships/customXml" Target="../ink/ink95.xml"/><Relationship Id="rId157" Type="http://schemas.openxmlformats.org/officeDocument/2006/relationships/customXml" Target="../ink/ink116.xml"/><Relationship Id="rId322" Type="http://schemas.openxmlformats.org/officeDocument/2006/relationships/customXml" Target="../ink/ink199.xml"/><Relationship Id="rId364" Type="http://schemas.openxmlformats.org/officeDocument/2006/relationships/image" Target="../media/image216.png"/><Relationship Id="rId61" Type="http://schemas.openxmlformats.org/officeDocument/2006/relationships/customXml" Target="../ink/ink68.xml"/><Relationship Id="rId199" Type="http://schemas.openxmlformats.org/officeDocument/2006/relationships/customXml" Target="../ink/ink137.xml"/><Relationship Id="rId571" Type="http://schemas.openxmlformats.org/officeDocument/2006/relationships/image" Target="../media/image319.png"/><Relationship Id="rId627" Type="http://schemas.openxmlformats.org/officeDocument/2006/relationships/customXml" Target="../ink/ink353.xml"/><Relationship Id="rId19" Type="http://schemas.openxmlformats.org/officeDocument/2006/relationships/customXml" Target="../ink/ink47.xml"/><Relationship Id="rId224" Type="http://schemas.openxmlformats.org/officeDocument/2006/relationships/image" Target="../media/image147.png"/><Relationship Id="rId266" Type="http://schemas.openxmlformats.org/officeDocument/2006/relationships/image" Target="../media/image168.png"/><Relationship Id="rId431" Type="http://schemas.openxmlformats.org/officeDocument/2006/relationships/customXml" Target="../ink/ink254.xml"/><Relationship Id="rId473" Type="http://schemas.openxmlformats.org/officeDocument/2006/relationships/customXml" Target="../ink/ink275.xml"/><Relationship Id="rId529" Type="http://schemas.openxmlformats.org/officeDocument/2006/relationships/customXml" Target="../ink/ink303.xml"/><Relationship Id="rId30" Type="http://schemas.openxmlformats.org/officeDocument/2006/relationships/image" Target="../media/image51.png"/><Relationship Id="rId126" Type="http://schemas.openxmlformats.org/officeDocument/2006/relationships/image" Target="../media/image98.png"/><Relationship Id="rId168" Type="http://schemas.openxmlformats.org/officeDocument/2006/relationships/image" Target="../media/image119.png"/><Relationship Id="rId333" Type="http://schemas.openxmlformats.org/officeDocument/2006/relationships/customXml" Target="../ink/ink205.xml"/><Relationship Id="rId540" Type="http://schemas.openxmlformats.org/officeDocument/2006/relationships/customXml" Target="../ink/ink309.xml"/><Relationship Id="rId72" Type="http://schemas.openxmlformats.org/officeDocument/2006/relationships/image" Target="../media/image72.png"/><Relationship Id="rId375" Type="http://schemas.openxmlformats.org/officeDocument/2006/relationships/customXml" Target="../ink/ink226.xml"/><Relationship Id="rId582" Type="http://schemas.openxmlformats.org/officeDocument/2006/relationships/customXml" Target="../ink/ink330.xml"/><Relationship Id="rId638" Type="http://schemas.openxmlformats.org/officeDocument/2006/relationships/image" Target="../media/image352.png"/><Relationship Id="rId3" Type="http://schemas.openxmlformats.org/officeDocument/2006/relationships/customXml" Target="../ink/ink39.xml"/><Relationship Id="rId235" Type="http://schemas.openxmlformats.org/officeDocument/2006/relationships/customXml" Target="../ink/ink155.xml"/><Relationship Id="rId277" Type="http://schemas.openxmlformats.org/officeDocument/2006/relationships/customXml" Target="../ink/ink176.xml"/><Relationship Id="rId400" Type="http://schemas.openxmlformats.org/officeDocument/2006/relationships/image" Target="../media/image234.png"/><Relationship Id="rId442" Type="http://schemas.openxmlformats.org/officeDocument/2006/relationships/image" Target="../media/image255.png"/><Relationship Id="rId484" Type="http://schemas.openxmlformats.org/officeDocument/2006/relationships/image" Target="../media/image276.png"/><Relationship Id="rId137" Type="http://schemas.openxmlformats.org/officeDocument/2006/relationships/customXml" Target="../ink/ink106.xml"/><Relationship Id="rId302" Type="http://schemas.openxmlformats.org/officeDocument/2006/relationships/customXml" Target="../ink/ink189.xml"/><Relationship Id="rId344" Type="http://schemas.openxmlformats.org/officeDocument/2006/relationships/image" Target="../media/image206.png"/><Relationship Id="rId41" Type="http://schemas.openxmlformats.org/officeDocument/2006/relationships/customXml" Target="../ink/ink58.xml"/><Relationship Id="rId83" Type="http://schemas.openxmlformats.org/officeDocument/2006/relationships/customXml" Target="../ink/ink79.xml"/><Relationship Id="rId179" Type="http://schemas.openxmlformats.org/officeDocument/2006/relationships/customXml" Target="../ink/ink127.xml"/><Relationship Id="rId386" Type="http://schemas.openxmlformats.org/officeDocument/2006/relationships/image" Target="../media/image227.png"/><Relationship Id="rId551" Type="http://schemas.openxmlformats.org/officeDocument/2006/relationships/image" Target="../media/image309.png"/><Relationship Id="rId593" Type="http://schemas.openxmlformats.org/officeDocument/2006/relationships/customXml" Target="../ink/ink336.xml"/><Relationship Id="rId607" Type="http://schemas.openxmlformats.org/officeDocument/2006/relationships/customXml" Target="../ink/ink343.xml"/><Relationship Id="rId649" Type="http://schemas.openxmlformats.org/officeDocument/2006/relationships/customXml" Target="../ink/ink364.xml"/><Relationship Id="rId190" Type="http://schemas.openxmlformats.org/officeDocument/2006/relationships/image" Target="../media/image130.png"/><Relationship Id="rId204" Type="http://schemas.openxmlformats.org/officeDocument/2006/relationships/image" Target="../media/image137.png"/><Relationship Id="rId246" Type="http://schemas.openxmlformats.org/officeDocument/2006/relationships/image" Target="../media/image158.png"/><Relationship Id="rId288" Type="http://schemas.openxmlformats.org/officeDocument/2006/relationships/customXml" Target="../ink/ink182.xml"/><Relationship Id="rId411" Type="http://schemas.openxmlformats.org/officeDocument/2006/relationships/customXml" Target="../ink/ink244.xml"/><Relationship Id="rId453" Type="http://schemas.openxmlformats.org/officeDocument/2006/relationships/customXml" Target="../ink/ink265.xml"/><Relationship Id="rId509" Type="http://schemas.openxmlformats.org/officeDocument/2006/relationships/customXml" Target="../ink/ink293.xml"/><Relationship Id="rId660" Type="http://schemas.openxmlformats.org/officeDocument/2006/relationships/image" Target="../media/image363.png"/><Relationship Id="rId106" Type="http://schemas.openxmlformats.org/officeDocument/2006/relationships/image" Target="../media/image88.png"/><Relationship Id="rId313" Type="http://schemas.openxmlformats.org/officeDocument/2006/relationships/image" Target="../media/image191.png"/><Relationship Id="rId495" Type="http://schemas.openxmlformats.org/officeDocument/2006/relationships/customXml" Target="../ink/ink286.xml"/><Relationship Id="rId10" Type="http://schemas.openxmlformats.org/officeDocument/2006/relationships/image" Target="../media/image41.png"/><Relationship Id="rId52" Type="http://schemas.openxmlformats.org/officeDocument/2006/relationships/image" Target="../media/image62.png"/><Relationship Id="rId94" Type="http://schemas.openxmlformats.org/officeDocument/2006/relationships/image" Target="../media/image82.png"/><Relationship Id="rId148" Type="http://schemas.openxmlformats.org/officeDocument/2006/relationships/image" Target="../media/image109.png"/><Relationship Id="rId355" Type="http://schemas.openxmlformats.org/officeDocument/2006/relationships/customXml" Target="../ink/ink216.xml"/><Relationship Id="rId397" Type="http://schemas.openxmlformats.org/officeDocument/2006/relationships/customXml" Target="../ink/ink237.xml"/><Relationship Id="rId520" Type="http://schemas.openxmlformats.org/officeDocument/2006/relationships/image" Target="../media/image294.png"/><Relationship Id="rId562" Type="http://schemas.openxmlformats.org/officeDocument/2006/relationships/customXml" Target="../ink/ink320.xml"/><Relationship Id="rId618" Type="http://schemas.openxmlformats.org/officeDocument/2006/relationships/image" Target="../media/image342.png"/><Relationship Id="rId215" Type="http://schemas.openxmlformats.org/officeDocument/2006/relationships/customXml" Target="../ink/ink145.xml"/><Relationship Id="rId257" Type="http://schemas.openxmlformats.org/officeDocument/2006/relationships/customXml" Target="../ink/ink166.xml"/><Relationship Id="rId422" Type="http://schemas.openxmlformats.org/officeDocument/2006/relationships/image" Target="../media/image245.png"/><Relationship Id="rId464" Type="http://schemas.openxmlformats.org/officeDocument/2006/relationships/image" Target="../media/image266.png"/><Relationship Id="rId299" Type="http://schemas.openxmlformats.org/officeDocument/2006/relationships/image" Target="../media/image184.png"/><Relationship Id="rId63" Type="http://schemas.openxmlformats.org/officeDocument/2006/relationships/customXml" Target="../ink/ink69.xml"/><Relationship Id="rId159" Type="http://schemas.openxmlformats.org/officeDocument/2006/relationships/customXml" Target="../ink/ink117.xml"/><Relationship Id="rId366" Type="http://schemas.openxmlformats.org/officeDocument/2006/relationships/image" Target="../media/image217.png"/><Relationship Id="rId573" Type="http://schemas.openxmlformats.org/officeDocument/2006/relationships/image" Target="../media/image320.png"/><Relationship Id="rId226" Type="http://schemas.openxmlformats.org/officeDocument/2006/relationships/image" Target="../media/image148.png"/><Relationship Id="rId433" Type="http://schemas.openxmlformats.org/officeDocument/2006/relationships/customXml" Target="../ink/ink255.xml"/><Relationship Id="rId640" Type="http://schemas.openxmlformats.org/officeDocument/2006/relationships/image" Target="../media/image353.png"/><Relationship Id="rId74" Type="http://schemas.openxmlformats.org/officeDocument/2006/relationships/image" Target="../media/image73.png"/><Relationship Id="rId377" Type="http://schemas.openxmlformats.org/officeDocument/2006/relationships/customXml" Target="../ink/ink227.xml"/><Relationship Id="rId500" Type="http://schemas.openxmlformats.org/officeDocument/2006/relationships/image" Target="../media/image284.png"/><Relationship Id="rId584" Type="http://schemas.openxmlformats.org/officeDocument/2006/relationships/image" Target="../media/image325.png"/><Relationship Id="rId5" Type="http://schemas.openxmlformats.org/officeDocument/2006/relationships/customXml" Target="../ink/ink40.xml"/><Relationship Id="rId237" Type="http://schemas.openxmlformats.org/officeDocument/2006/relationships/customXml" Target="../ink/ink156.xml"/><Relationship Id="rId444" Type="http://schemas.openxmlformats.org/officeDocument/2006/relationships/image" Target="../media/image256.png"/><Relationship Id="rId651" Type="http://schemas.openxmlformats.org/officeDocument/2006/relationships/customXml" Target="../ink/ink365.xml"/><Relationship Id="rId290" Type="http://schemas.openxmlformats.org/officeDocument/2006/relationships/customXml" Target="../ink/ink183.xml"/><Relationship Id="rId304" Type="http://schemas.openxmlformats.org/officeDocument/2006/relationships/customXml" Target="../ink/ink190.xml"/><Relationship Id="rId388" Type="http://schemas.openxmlformats.org/officeDocument/2006/relationships/image" Target="../media/image228.png"/><Relationship Id="rId511" Type="http://schemas.openxmlformats.org/officeDocument/2006/relationships/customXml" Target="../ink/ink294.xml"/><Relationship Id="rId609" Type="http://schemas.openxmlformats.org/officeDocument/2006/relationships/customXml" Target="../ink/ink344.xml"/><Relationship Id="rId85" Type="http://schemas.openxmlformats.org/officeDocument/2006/relationships/customXml" Target="../ink/ink80.xml"/><Relationship Id="rId150" Type="http://schemas.openxmlformats.org/officeDocument/2006/relationships/image" Target="../media/image110.png"/><Relationship Id="rId595" Type="http://schemas.openxmlformats.org/officeDocument/2006/relationships/customXml" Target="../ink/ink337.xml"/><Relationship Id="rId248" Type="http://schemas.openxmlformats.org/officeDocument/2006/relationships/image" Target="../media/image159.png"/><Relationship Id="rId455" Type="http://schemas.openxmlformats.org/officeDocument/2006/relationships/customXml" Target="../ink/ink266.xml"/><Relationship Id="rId662" Type="http://schemas.openxmlformats.org/officeDocument/2006/relationships/image" Target="../media/image364.png"/><Relationship Id="rId12" Type="http://schemas.openxmlformats.org/officeDocument/2006/relationships/image" Target="../media/image42.png"/><Relationship Id="rId108" Type="http://schemas.openxmlformats.org/officeDocument/2006/relationships/image" Target="../media/image89.png"/><Relationship Id="rId315" Type="http://schemas.openxmlformats.org/officeDocument/2006/relationships/image" Target="../media/image192.png"/><Relationship Id="rId522" Type="http://schemas.openxmlformats.org/officeDocument/2006/relationships/image" Target="../media/image295.png"/><Relationship Id="rId96" Type="http://schemas.openxmlformats.org/officeDocument/2006/relationships/image" Target="../media/image83.png"/><Relationship Id="rId161" Type="http://schemas.openxmlformats.org/officeDocument/2006/relationships/customXml" Target="../ink/ink118.xml"/><Relationship Id="rId399" Type="http://schemas.openxmlformats.org/officeDocument/2006/relationships/customXml" Target="../ink/ink238.xml"/><Relationship Id="rId259" Type="http://schemas.openxmlformats.org/officeDocument/2006/relationships/customXml" Target="../ink/ink167.xml"/><Relationship Id="rId466" Type="http://schemas.openxmlformats.org/officeDocument/2006/relationships/image" Target="../media/image267.png"/><Relationship Id="rId23" Type="http://schemas.openxmlformats.org/officeDocument/2006/relationships/customXml" Target="../ink/ink49.xml"/><Relationship Id="rId119" Type="http://schemas.openxmlformats.org/officeDocument/2006/relationships/customXml" Target="../ink/ink97.xml"/><Relationship Id="rId326" Type="http://schemas.openxmlformats.org/officeDocument/2006/relationships/customXml" Target="../ink/ink201.xml"/><Relationship Id="rId533" Type="http://schemas.openxmlformats.org/officeDocument/2006/relationships/image" Target="../media/image300.png"/><Relationship Id="rId172" Type="http://schemas.openxmlformats.org/officeDocument/2006/relationships/image" Target="../media/image121.png"/><Relationship Id="rId477" Type="http://schemas.openxmlformats.org/officeDocument/2006/relationships/customXml" Target="../ink/ink277.xml"/><Relationship Id="rId600" Type="http://schemas.openxmlformats.org/officeDocument/2006/relationships/image" Target="../media/image333.png"/><Relationship Id="rId337" Type="http://schemas.openxmlformats.org/officeDocument/2006/relationships/customXml" Target="../ink/ink207.xml"/><Relationship Id="rId34" Type="http://schemas.openxmlformats.org/officeDocument/2006/relationships/image" Target="../media/image53.png"/><Relationship Id="rId544" Type="http://schemas.openxmlformats.org/officeDocument/2006/relationships/customXml" Target="../ink/ink311.xml"/><Relationship Id="rId183" Type="http://schemas.openxmlformats.org/officeDocument/2006/relationships/customXml" Target="../ink/ink129.xml"/><Relationship Id="rId390" Type="http://schemas.openxmlformats.org/officeDocument/2006/relationships/image" Target="../media/image229.png"/><Relationship Id="rId404" Type="http://schemas.openxmlformats.org/officeDocument/2006/relationships/image" Target="../media/image236.png"/><Relationship Id="rId611" Type="http://schemas.openxmlformats.org/officeDocument/2006/relationships/customXml" Target="../ink/ink345.xml"/><Relationship Id="rId250" Type="http://schemas.openxmlformats.org/officeDocument/2006/relationships/image" Target="../media/image160.png"/><Relationship Id="rId488" Type="http://schemas.openxmlformats.org/officeDocument/2006/relationships/image" Target="../media/image278.png"/><Relationship Id="rId45" Type="http://schemas.openxmlformats.org/officeDocument/2006/relationships/customXml" Target="../ink/ink60.xml"/><Relationship Id="rId110" Type="http://schemas.openxmlformats.org/officeDocument/2006/relationships/image" Target="../media/image90.png"/><Relationship Id="rId348" Type="http://schemas.openxmlformats.org/officeDocument/2006/relationships/image" Target="../media/image208.png"/><Relationship Id="rId555" Type="http://schemas.openxmlformats.org/officeDocument/2006/relationships/image" Target="../media/image311.png"/><Relationship Id="rId194" Type="http://schemas.openxmlformats.org/officeDocument/2006/relationships/image" Target="../media/image132.png"/><Relationship Id="rId208" Type="http://schemas.openxmlformats.org/officeDocument/2006/relationships/image" Target="../media/image139.png"/><Relationship Id="rId415" Type="http://schemas.openxmlformats.org/officeDocument/2006/relationships/customXml" Target="../ink/ink246.xml"/><Relationship Id="rId622" Type="http://schemas.openxmlformats.org/officeDocument/2006/relationships/image" Target="../media/image344.png"/><Relationship Id="rId261" Type="http://schemas.openxmlformats.org/officeDocument/2006/relationships/customXml" Target="../ink/ink168.xml"/><Relationship Id="rId499" Type="http://schemas.openxmlformats.org/officeDocument/2006/relationships/customXml" Target="../ink/ink288.xml"/><Relationship Id="rId56" Type="http://schemas.openxmlformats.org/officeDocument/2006/relationships/image" Target="../media/image64.png"/><Relationship Id="rId359" Type="http://schemas.openxmlformats.org/officeDocument/2006/relationships/customXml" Target="../ink/ink218.xml"/><Relationship Id="rId566" Type="http://schemas.openxmlformats.org/officeDocument/2006/relationships/customXml" Target="../ink/ink322.xml"/><Relationship Id="rId121" Type="http://schemas.openxmlformats.org/officeDocument/2006/relationships/customXml" Target="../ink/ink98.xml"/><Relationship Id="rId219" Type="http://schemas.openxmlformats.org/officeDocument/2006/relationships/customXml" Target="../ink/ink147.xml"/><Relationship Id="rId426" Type="http://schemas.openxmlformats.org/officeDocument/2006/relationships/image" Target="../media/image247.png"/><Relationship Id="rId633" Type="http://schemas.openxmlformats.org/officeDocument/2006/relationships/customXml" Target="../ink/ink356.xml"/><Relationship Id="rId67" Type="http://schemas.openxmlformats.org/officeDocument/2006/relationships/customXml" Target="../ink/ink71.xml"/><Relationship Id="rId272" Type="http://schemas.openxmlformats.org/officeDocument/2006/relationships/image" Target="../media/image171.png"/><Relationship Id="rId577" Type="http://schemas.openxmlformats.org/officeDocument/2006/relationships/image" Target="../media/image322.png"/><Relationship Id="rId132" Type="http://schemas.openxmlformats.org/officeDocument/2006/relationships/image" Target="../media/image101.png"/><Relationship Id="rId437" Type="http://schemas.openxmlformats.org/officeDocument/2006/relationships/customXml" Target="../ink/ink257.xml"/><Relationship Id="rId644" Type="http://schemas.openxmlformats.org/officeDocument/2006/relationships/image" Target="../media/image355.png"/><Relationship Id="rId283" Type="http://schemas.openxmlformats.org/officeDocument/2006/relationships/image" Target="../media/image176.png"/><Relationship Id="rId490" Type="http://schemas.openxmlformats.org/officeDocument/2006/relationships/image" Target="../media/image279.png"/><Relationship Id="rId504" Type="http://schemas.openxmlformats.org/officeDocument/2006/relationships/image" Target="../media/image286.png"/><Relationship Id="rId78" Type="http://schemas.openxmlformats.org/officeDocument/2006/relationships/image" Target="../media/image75.png"/><Relationship Id="rId143" Type="http://schemas.openxmlformats.org/officeDocument/2006/relationships/customXml" Target="../ink/ink109.xml"/><Relationship Id="rId350" Type="http://schemas.openxmlformats.org/officeDocument/2006/relationships/image" Target="../media/image209.png"/><Relationship Id="rId588" Type="http://schemas.openxmlformats.org/officeDocument/2006/relationships/image" Target="../media/image327.png"/><Relationship Id="rId9" Type="http://schemas.openxmlformats.org/officeDocument/2006/relationships/customXml" Target="../ink/ink42.xml"/><Relationship Id="rId210" Type="http://schemas.openxmlformats.org/officeDocument/2006/relationships/image" Target="../media/image140.png"/><Relationship Id="rId448" Type="http://schemas.openxmlformats.org/officeDocument/2006/relationships/image" Target="../media/image258.png"/><Relationship Id="rId655" Type="http://schemas.openxmlformats.org/officeDocument/2006/relationships/customXml" Target="../ink/ink367.xml"/><Relationship Id="rId294" Type="http://schemas.openxmlformats.org/officeDocument/2006/relationships/customXml" Target="../ink/ink185.xml"/><Relationship Id="rId308" Type="http://schemas.openxmlformats.org/officeDocument/2006/relationships/customXml" Target="../ink/ink192.xml"/><Relationship Id="rId515" Type="http://schemas.openxmlformats.org/officeDocument/2006/relationships/customXml" Target="../ink/ink296.xml"/><Relationship Id="rId89" Type="http://schemas.openxmlformats.org/officeDocument/2006/relationships/customXml" Target="../ink/ink82.xml"/><Relationship Id="rId154" Type="http://schemas.openxmlformats.org/officeDocument/2006/relationships/image" Target="../media/image112.png"/><Relationship Id="rId361" Type="http://schemas.openxmlformats.org/officeDocument/2006/relationships/customXml" Target="../ink/ink219.xml"/><Relationship Id="rId599" Type="http://schemas.openxmlformats.org/officeDocument/2006/relationships/customXml" Target="../ink/ink339.xml"/><Relationship Id="rId459" Type="http://schemas.openxmlformats.org/officeDocument/2006/relationships/customXml" Target="../ink/ink268.xml"/><Relationship Id="rId666" Type="http://schemas.openxmlformats.org/officeDocument/2006/relationships/customXml" Target="../ink/ink373.xml"/><Relationship Id="rId16" Type="http://schemas.openxmlformats.org/officeDocument/2006/relationships/image" Target="../media/image44.png"/><Relationship Id="rId221" Type="http://schemas.openxmlformats.org/officeDocument/2006/relationships/customXml" Target="../ink/ink148.xml"/><Relationship Id="rId319" Type="http://schemas.openxmlformats.org/officeDocument/2006/relationships/image" Target="../media/image194.png"/><Relationship Id="rId526" Type="http://schemas.openxmlformats.org/officeDocument/2006/relationships/image" Target="../media/image297.png"/><Relationship Id="rId165" Type="http://schemas.openxmlformats.org/officeDocument/2006/relationships/customXml" Target="../ink/ink120.xml"/><Relationship Id="rId372" Type="http://schemas.openxmlformats.org/officeDocument/2006/relationships/image" Target="../media/image220.png"/><Relationship Id="rId232" Type="http://schemas.openxmlformats.org/officeDocument/2006/relationships/image" Target="../media/image15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23.png"/><Relationship Id="rId21" Type="http://schemas.openxmlformats.org/officeDocument/2006/relationships/image" Target="../media/image376.png"/><Relationship Id="rId42" Type="http://schemas.openxmlformats.org/officeDocument/2006/relationships/customXml" Target="../ink/ink394.xml"/><Relationship Id="rId63" Type="http://schemas.openxmlformats.org/officeDocument/2006/relationships/image" Target="../media/image397.png"/><Relationship Id="rId84" Type="http://schemas.openxmlformats.org/officeDocument/2006/relationships/customXml" Target="../ink/ink415.xml"/><Relationship Id="rId138" Type="http://schemas.openxmlformats.org/officeDocument/2006/relationships/customXml" Target="../ink/ink442.xml"/><Relationship Id="rId159" Type="http://schemas.openxmlformats.org/officeDocument/2006/relationships/image" Target="../media/image444.png"/><Relationship Id="rId170" Type="http://schemas.openxmlformats.org/officeDocument/2006/relationships/customXml" Target="../ink/ink458.xml"/><Relationship Id="rId107" Type="http://schemas.openxmlformats.org/officeDocument/2006/relationships/image" Target="../media/image418.png"/><Relationship Id="rId11" Type="http://schemas.openxmlformats.org/officeDocument/2006/relationships/image" Target="../media/image371.png"/><Relationship Id="rId32" Type="http://schemas.openxmlformats.org/officeDocument/2006/relationships/customXml" Target="../ink/ink389.xml"/><Relationship Id="rId53" Type="http://schemas.openxmlformats.org/officeDocument/2006/relationships/image" Target="../media/image392.png"/><Relationship Id="rId74" Type="http://schemas.openxmlformats.org/officeDocument/2006/relationships/customXml" Target="../ink/ink410.xml"/><Relationship Id="rId128" Type="http://schemas.openxmlformats.org/officeDocument/2006/relationships/customXml" Target="../ink/ink437.xml"/><Relationship Id="rId149" Type="http://schemas.openxmlformats.org/officeDocument/2006/relationships/image" Target="../media/image439.png"/><Relationship Id="rId5" Type="http://schemas.openxmlformats.org/officeDocument/2006/relationships/image" Target="../media/image368.png"/><Relationship Id="rId95" Type="http://schemas.openxmlformats.org/officeDocument/2006/relationships/image" Target="../media/image413.png"/><Relationship Id="rId160" Type="http://schemas.openxmlformats.org/officeDocument/2006/relationships/customXml" Target="../ink/ink453.xml"/><Relationship Id="rId22" Type="http://schemas.openxmlformats.org/officeDocument/2006/relationships/customXml" Target="../ink/ink384.xml"/><Relationship Id="rId43" Type="http://schemas.openxmlformats.org/officeDocument/2006/relationships/image" Target="../media/image387.png"/><Relationship Id="rId64" Type="http://schemas.openxmlformats.org/officeDocument/2006/relationships/customXml" Target="../ink/ink405.xml"/><Relationship Id="rId118" Type="http://schemas.openxmlformats.org/officeDocument/2006/relationships/customXml" Target="../ink/ink432.xml"/><Relationship Id="rId139" Type="http://schemas.openxmlformats.org/officeDocument/2006/relationships/image" Target="../media/image434.png"/><Relationship Id="rId85" Type="http://schemas.openxmlformats.org/officeDocument/2006/relationships/image" Target="../media/image408.png"/><Relationship Id="rId150" Type="http://schemas.openxmlformats.org/officeDocument/2006/relationships/customXml" Target="../ink/ink448.xml"/><Relationship Id="rId171" Type="http://schemas.openxmlformats.org/officeDocument/2006/relationships/image" Target="../media/image450.png"/><Relationship Id="rId12" Type="http://schemas.openxmlformats.org/officeDocument/2006/relationships/customXml" Target="../ink/ink379.xml"/><Relationship Id="rId33" Type="http://schemas.openxmlformats.org/officeDocument/2006/relationships/image" Target="../media/image382.png"/><Relationship Id="rId108" Type="http://schemas.openxmlformats.org/officeDocument/2006/relationships/customXml" Target="../ink/ink427.xml"/><Relationship Id="rId129" Type="http://schemas.openxmlformats.org/officeDocument/2006/relationships/image" Target="../media/image429.png"/><Relationship Id="rId54" Type="http://schemas.openxmlformats.org/officeDocument/2006/relationships/customXml" Target="../ink/ink400.xml"/><Relationship Id="rId75" Type="http://schemas.openxmlformats.org/officeDocument/2006/relationships/image" Target="../media/image403.png"/><Relationship Id="rId96" Type="http://schemas.openxmlformats.org/officeDocument/2006/relationships/customXml" Target="../ink/ink421.xml"/><Relationship Id="rId140" Type="http://schemas.openxmlformats.org/officeDocument/2006/relationships/customXml" Target="../ink/ink443.xml"/><Relationship Id="rId161" Type="http://schemas.openxmlformats.org/officeDocument/2006/relationships/image" Target="../media/image445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376.xml"/><Relationship Id="rId23" Type="http://schemas.openxmlformats.org/officeDocument/2006/relationships/image" Target="../media/image377.png"/><Relationship Id="rId28" Type="http://schemas.openxmlformats.org/officeDocument/2006/relationships/customXml" Target="../ink/ink387.xml"/><Relationship Id="rId49" Type="http://schemas.openxmlformats.org/officeDocument/2006/relationships/image" Target="../media/image390.png"/><Relationship Id="rId114" Type="http://schemas.openxmlformats.org/officeDocument/2006/relationships/customXml" Target="../ink/ink430.xml"/><Relationship Id="rId119" Type="http://schemas.openxmlformats.org/officeDocument/2006/relationships/image" Target="../media/image424.png"/><Relationship Id="rId44" Type="http://schemas.openxmlformats.org/officeDocument/2006/relationships/customXml" Target="../ink/ink395.xml"/><Relationship Id="rId60" Type="http://schemas.openxmlformats.org/officeDocument/2006/relationships/customXml" Target="../ink/ink403.xml"/><Relationship Id="rId65" Type="http://schemas.openxmlformats.org/officeDocument/2006/relationships/image" Target="../media/image398.png"/><Relationship Id="rId81" Type="http://schemas.openxmlformats.org/officeDocument/2006/relationships/image" Target="../media/image406.png"/><Relationship Id="rId86" Type="http://schemas.openxmlformats.org/officeDocument/2006/relationships/customXml" Target="../ink/ink416.xml"/><Relationship Id="rId130" Type="http://schemas.openxmlformats.org/officeDocument/2006/relationships/customXml" Target="../ink/ink438.xml"/><Relationship Id="rId135" Type="http://schemas.openxmlformats.org/officeDocument/2006/relationships/image" Target="../media/image432.png"/><Relationship Id="rId151" Type="http://schemas.openxmlformats.org/officeDocument/2006/relationships/image" Target="../media/image440.png"/><Relationship Id="rId156" Type="http://schemas.openxmlformats.org/officeDocument/2006/relationships/customXml" Target="../ink/ink451.xml"/><Relationship Id="rId172" Type="http://schemas.openxmlformats.org/officeDocument/2006/relationships/customXml" Target="../ink/ink459.xml"/><Relationship Id="rId13" Type="http://schemas.openxmlformats.org/officeDocument/2006/relationships/image" Target="../media/image372.png"/><Relationship Id="rId18" Type="http://schemas.openxmlformats.org/officeDocument/2006/relationships/customXml" Target="../ink/ink382.xml"/><Relationship Id="rId39" Type="http://schemas.openxmlformats.org/officeDocument/2006/relationships/image" Target="../media/image385.png"/><Relationship Id="rId109" Type="http://schemas.openxmlformats.org/officeDocument/2006/relationships/image" Target="../media/image419.png"/><Relationship Id="rId34" Type="http://schemas.openxmlformats.org/officeDocument/2006/relationships/customXml" Target="../ink/ink390.xml"/><Relationship Id="rId50" Type="http://schemas.openxmlformats.org/officeDocument/2006/relationships/customXml" Target="../ink/ink398.xml"/><Relationship Id="rId55" Type="http://schemas.openxmlformats.org/officeDocument/2006/relationships/image" Target="../media/image393.png"/><Relationship Id="rId76" Type="http://schemas.openxmlformats.org/officeDocument/2006/relationships/customXml" Target="../ink/ink411.xml"/><Relationship Id="rId97" Type="http://schemas.openxmlformats.org/officeDocument/2006/relationships/image" Target="../media/image414.png"/><Relationship Id="rId104" Type="http://schemas.openxmlformats.org/officeDocument/2006/relationships/customXml" Target="../ink/ink425.xml"/><Relationship Id="rId120" Type="http://schemas.openxmlformats.org/officeDocument/2006/relationships/customXml" Target="../ink/ink433.xml"/><Relationship Id="rId125" Type="http://schemas.openxmlformats.org/officeDocument/2006/relationships/image" Target="../media/image427.png"/><Relationship Id="rId141" Type="http://schemas.openxmlformats.org/officeDocument/2006/relationships/image" Target="../media/image435.png"/><Relationship Id="rId146" Type="http://schemas.openxmlformats.org/officeDocument/2006/relationships/customXml" Target="../ink/ink446.xml"/><Relationship Id="rId167" Type="http://schemas.openxmlformats.org/officeDocument/2006/relationships/image" Target="../media/image448.png"/><Relationship Id="rId7" Type="http://schemas.openxmlformats.org/officeDocument/2006/relationships/image" Target="../media/image369.png"/><Relationship Id="rId71" Type="http://schemas.openxmlformats.org/officeDocument/2006/relationships/image" Target="../media/image401.png"/><Relationship Id="rId92" Type="http://schemas.openxmlformats.org/officeDocument/2006/relationships/customXml" Target="../ink/ink419.xml"/><Relationship Id="rId162" Type="http://schemas.openxmlformats.org/officeDocument/2006/relationships/customXml" Target="../ink/ink454.xml"/><Relationship Id="rId2" Type="http://schemas.openxmlformats.org/officeDocument/2006/relationships/customXml" Target="../ink/ink374.xml"/><Relationship Id="rId29" Type="http://schemas.openxmlformats.org/officeDocument/2006/relationships/image" Target="../media/image380.png"/><Relationship Id="rId24" Type="http://schemas.openxmlformats.org/officeDocument/2006/relationships/customXml" Target="../ink/ink385.xml"/><Relationship Id="rId40" Type="http://schemas.openxmlformats.org/officeDocument/2006/relationships/customXml" Target="../ink/ink393.xml"/><Relationship Id="rId45" Type="http://schemas.openxmlformats.org/officeDocument/2006/relationships/image" Target="../media/image388.png"/><Relationship Id="rId66" Type="http://schemas.openxmlformats.org/officeDocument/2006/relationships/customXml" Target="../ink/ink406.xml"/><Relationship Id="rId87" Type="http://schemas.openxmlformats.org/officeDocument/2006/relationships/image" Target="../media/image409.png"/><Relationship Id="rId110" Type="http://schemas.openxmlformats.org/officeDocument/2006/relationships/customXml" Target="../ink/ink428.xml"/><Relationship Id="rId115" Type="http://schemas.openxmlformats.org/officeDocument/2006/relationships/image" Target="../media/image422.png"/><Relationship Id="rId131" Type="http://schemas.openxmlformats.org/officeDocument/2006/relationships/image" Target="../media/image430.png"/><Relationship Id="rId136" Type="http://schemas.openxmlformats.org/officeDocument/2006/relationships/customXml" Target="../ink/ink441.xml"/><Relationship Id="rId157" Type="http://schemas.openxmlformats.org/officeDocument/2006/relationships/image" Target="../media/image443.png"/><Relationship Id="rId61" Type="http://schemas.openxmlformats.org/officeDocument/2006/relationships/image" Target="../media/image396.png"/><Relationship Id="rId82" Type="http://schemas.openxmlformats.org/officeDocument/2006/relationships/customXml" Target="../ink/ink414.xml"/><Relationship Id="rId152" Type="http://schemas.openxmlformats.org/officeDocument/2006/relationships/customXml" Target="../ink/ink449.xml"/><Relationship Id="rId173" Type="http://schemas.openxmlformats.org/officeDocument/2006/relationships/image" Target="../media/image451.png"/><Relationship Id="rId19" Type="http://schemas.openxmlformats.org/officeDocument/2006/relationships/image" Target="../media/image375.png"/><Relationship Id="rId14" Type="http://schemas.openxmlformats.org/officeDocument/2006/relationships/customXml" Target="../ink/ink380.xml"/><Relationship Id="rId30" Type="http://schemas.openxmlformats.org/officeDocument/2006/relationships/customXml" Target="../ink/ink388.xml"/><Relationship Id="rId35" Type="http://schemas.openxmlformats.org/officeDocument/2006/relationships/image" Target="../media/image383.png"/><Relationship Id="rId56" Type="http://schemas.openxmlformats.org/officeDocument/2006/relationships/customXml" Target="../ink/ink401.xml"/><Relationship Id="rId77" Type="http://schemas.openxmlformats.org/officeDocument/2006/relationships/image" Target="../media/image404.png"/><Relationship Id="rId100" Type="http://schemas.openxmlformats.org/officeDocument/2006/relationships/customXml" Target="../ink/ink423.xml"/><Relationship Id="rId105" Type="http://schemas.openxmlformats.org/officeDocument/2006/relationships/image" Target="../media/image417.png"/><Relationship Id="rId126" Type="http://schemas.openxmlformats.org/officeDocument/2006/relationships/customXml" Target="../ink/ink436.xml"/><Relationship Id="rId147" Type="http://schemas.openxmlformats.org/officeDocument/2006/relationships/image" Target="../media/image438.png"/><Relationship Id="rId168" Type="http://schemas.openxmlformats.org/officeDocument/2006/relationships/customXml" Target="../ink/ink457.xml"/><Relationship Id="rId8" Type="http://schemas.openxmlformats.org/officeDocument/2006/relationships/customXml" Target="../ink/ink377.xml"/><Relationship Id="rId51" Type="http://schemas.openxmlformats.org/officeDocument/2006/relationships/image" Target="../media/image391.png"/><Relationship Id="rId72" Type="http://schemas.openxmlformats.org/officeDocument/2006/relationships/customXml" Target="../ink/ink409.xml"/><Relationship Id="rId93" Type="http://schemas.openxmlformats.org/officeDocument/2006/relationships/image" Target="../media/image412.png"/><Relationship Id="rId98" Type="http://schemas.openxmlformats.org/officeDocument/2006/relationships/customXml" Target="../ink/ink422.xml"/><Relationship Id="rId121" Type="http://schemas.openxmlformats.org/officeDocument/2006/relationships/image" Target="../media/image425.png"/><Relationship Id="rId142" Type="http://schemas.openxmlformats.org/officeDocument/2006/relationships/customXml" Target="../ink/ink444.xml"/><Relationship Id="rId163" Type="http://schemas.openxmlformats.org/officeDocument/2006/relationships/image" Target="../media/image446.png"/><Relationship Id="rId3" Type="http://schemas.openxmlformats.org/officeDocument/2006/relationships/image" Target="../media/image367.png"/><Relationship Id="rId25" Type="http://schemas.openxmlformats.org/officeDocument/2006/relationships/image" Target="../media/image378.png"/><Relationship Id="rId46" Type="http://schemas.openxmlformats.org/officeDocument/2006/relationships/customXml" Target="../ink/ink396.xml"/><Relationship Id="rId67" Type="http://schemas.openxmlformats.org/officeDocument/2006/relationships/image" Target="../media/image399.png"/><Relationship Id="rId116" Type="http://schemas.openxmlformats.org/officeDocument/2006/relationships/customXml" Target="../ink/ink431.xml"/><Relationship Id="rId137" Type="http://schemas.openxmlformats.org/officeDocument/2006/relationships/image" Target="../media/image433.png"/><Relationship Id="rId158" Type="http://schemas.openxmlformats.org/officeDocument/2006/relationships/customXml" Target="../ink/ink452.xml"/><Relationship Id="rId20" Type="http://schemas.openxmlformats.org/officeDocument/2006/relationships/customXml" Target="../ink/ink383.xml"/><Relationship Id="rId41" Type="http://schemas.openxmlformats.org/officeDocument/2006/relationships/image" Target="../media/image386.png"/><Relationship Id="rId62" Type="http://schemas.openxmlformats.org/officeDocument/2006/relationships/customXml" Target="../ink/ink404.xml"/><Relationship Id="rId83" Type="http://schemas.openxmlformats.org/officeDocument/2006/relationships/image" Target="../media/image407.png"/><Relationship Id="rId88" Type="http://schemas.openxmlformats.org/officeDocument/2006/relationships/customXml" Target="../ink/ink417.xml"/><Relationship Id="rId111" Type="http://schemas.openxmlformats.org/officeDocument/2006/relationships/image" Target="../media/image420.png"/><Relationship Id="rId132" Type="http://schemas.openxmlformats.org/officeDocument/2006/relationships/customXml" Target="../ink/ink439.xml"/><Relationship Id="rId153" Type="http://schemas.openxmlformats.org/officeDocument/2006/relationships/image" Target="../media/image441.png"/><Relationship Id="rId15" Type="http://schemas.openxmlformats.org/officeDocument/2006/relationships/image" Target="../media/image373.png"/><Relationship Id="rId36" Type="http://schemas.openxmlformats.org/officeDocument/2006/relationships/customXml" Target="../ink/ink391.xml"/><Relationship Id="rId57" Type="http://schemas.openxmlformats.org/officeDocument/2006/relationships/image" Target="../media/image394.png"/><Relationship Id="rId106" Type="http://schemas.openxmlformats.org/officeDocument/2006/relationships/customXml" Target="../ink/ink426.xml"/><Relationship Id="rId127" Type="http://schemas.openxmlformats.org/officeDocument/2006/relationships/image" Target="../media/image428.png"/><Relationship Id="rId10" Type="http://schemas.openxmlformats.org/officeDocument/2006/relationships/customXml" Target="../ink/ink378.xml"/><Relationship Id="rId31" Type="http://schemas.openxmlformats.org/officeDocument/2006/relationships/image" Target="../media/image381.png"/><Relationship Id="rId52" Type="http://schemas.openxmlformats.org/officeDocument/2006/relationships/customXml" Target="../ink/ink399.xml"/><Relationship Id="rId73" Type="http://schemas.openxmlformats.org/officeDocument/2006/relationships/image" Target="../media/image402.png"/><Relationship Id="rId78" Type="http://schemas.openxmlformats.org/officeDocument/2006/relationships/customXml" Target="../ink/ink412.xml"/><Relationship Id="rId94" Type="http://schemas.openxmlformats.org/officeDocument/2006/relationships/customXml" Target="../ink/ink420.xml"/><Relationship Id="rId99" Type="http://schemas.openxmlformats.org/officeDocument/2006/relationships/image" Target="../media/image415.png"/><Relationship Id="rId101" Type="http://schemas.openxmlformats.org/officeDocument/2006/relationships/image" Target="../media/image9.png"/><Relationship Id="rId122" Type="http://schemas.openxmlformats.org/officeDocument/2006/relationships/customXml" Target="../ink/ink434.xml"/><Relationship Id="rId143" Type="http://schemas.openxmlformats.org/officeDocument/2006/relationships/image" Target="../media/image436.png"/><Relationship Id="rId148" Type="http://schemas.openxmlformats.org/officeDocument/2006/relationships/customXml" Target="../ink/ink447.xml"/><Relationship Id="rId164" Type="http://schemas.openxmlformats.org/officeDocument/2006/relationships/customXml" Target="../ink/ink455.xml"/><Relationship Id="rId169" Type="http://schemas.openxmlformats.org/officeDocument/2006/relationships/image" Target="../media/image449.png"/><Relationship Id="rId4" Type="http://schemas.openxmlformats.org/officeDocument/2006/relationships/customXml" Target="../ink/ink375.xml"/><Relationship Id="rId9" Type="http://schemas.openxmlformats.org/officeDocument/2006/relationships/image" Target="../media/image370.png"/><Relationship Id="rId26" Type="http://schemas.openxmlformats.org/officeDocument/2006/relationships/customXml" Target="../ink/ink386.xml"/><Relationship Id="rId47" Type="http://schemas.openxmlformats.org/officeDocument/2006/relationships/image" Target="../media/image389.png"/><Relationship Id="rId68" Type="http://schemas.openxmlformats.org/officeDocument/2006/relationships/customXml" Target="../ink/ink407.xml"/><Relationship Id="rId89" Type="http://schemas.openxmlformats.org/officeDocument/2006/relationships/image" Target="../media/image410.png"/><Relationship Id="rId112" Type="http://schemas.openxmlformats.org/officeDocument/2006/relationships/customXml" Target="../ink/ink429.xml"/><Relationship Id="rId133" Type="http://schemas.openxmlformats.org/officeDocument/2006/relationships/image" Target="../media/image431.png"/><Relationship Id="rId154" Type="http://schemas.openxmlformats.org/officeDocument/2006/relationships/customXml" Target="../ink/ink450.xml"/><Relationship Id="rId16" Type="http://schemas.openxmlformats.org/officeDocument/2006/relationships/customXml" Target="../ink/ink381.xml"/><Relationship Id="rId37" Type="http://schemas.openxmlformats.org/officeDocument/2006/relationships/image" Target="../media/image384.png"/><Relationship Id="rId58" Type="http://schemas.openxmlformats.org/officeDocument/2006/relationships/customXml" Target="../ink/ink402.xml"/><Relationship Id="rId79" Type="http://schemas.openxmlformats.org/officeDocument/2006/relationships/image" Target="../media/image405.png"/><Relationship Id="rId102" Type="http://schemas.openxmlformats.org/officeDocument/2006/relationships/customXml" Target="../ink/ink424.xml"/><Relationship Id="rId123" Type="http://schemas.openxmlformats.org/officeDocument/2006/relationships/image" Target="../media/image426.png"/><Relationship Id="rId144" Type="http://schemas.openxmlformats.org/officeDocument/2006/relationships/customXml" Target="../ink/ink445.xml"/><Relationship Id="rId90" Type="http://schemas.openxmlformats.org/officeDocument/2006/relationships/customXml" Target="../ink/ink418.xml"/><Relationship Id="rId165" Type="http://schemas.openxmlformats.org/officeDocument/2006/relationships/image" Target="../media/image447.png"/><Relationship Id="rId27" Type="http://schemas.openxmlformats.org/officeDocument/2006/relationships/image" Target="../media/image379.png"/><Relationship Id="rId48" Type="http://schemas.openxmlformats.org/officeDocument/2006/relationships/customXml" Target="../ink/ink397.xml"/><Relationship Id="rId69" Type="http://schemas.openxmlformats.org/officeDocument/2006/relationships/image" Target="../media/image400.png"/><Relationship Id="rId113" Type="http://schemas.openxmlformats.org/officeDocument/2006/relationships/image" Target="../media/image421.png"/><Relationship Id="rId134" Type="http://schemas.openxmlformats.org/officeDocument/2006/relationships/customXml" Target="../ink/ink440.xml"/><Relationship Id="rId80" Type="http://schemas.openxmlformats.org/officeDocument/2006/relationships/customXml" Target="../ink/ink413.xml"/><Relationship Id="rId155" Type="http://schemas.openxmlformats.org/officeDocument/2006/relationships/image" Target="../media/image442.png"/><Relationship Id="rId17" Type="http://schemas.openxmlformats.org/officeDocument/2006/relationships/image" Target="../media/image374.png"/><Relationship Id="rId38" Type="http://schemas.openxmlformats.org/officeDocument/2006/relationships/customXml" Target="../ink/ink392.xml"/><Relationship Id="rId59" Type="http://schemas.openxmlformats.org/officeDocument/2006/relationships/image" Target="../media/image395.png"/><Relationship Id="rId103" Type="http://schemas.openxmlformats.org/officeDocument/2006/relationships/image" Target="../media/image416.png"/><Relationship Id="rId124" Type="http://schemas.openxmlformats.org/officeDocument/2006/relationships/customXml" Target="../ink/ink435.xml"/><Relationship Id="rId70" Type="http://schemas.openxmlformats.org/officeDocument/2006/relationships/customXml" Target="../ink/ink408.xml"/><Relationship Id="rId91" Type="http://schemas.openxmlformats.org/officeDocument/2006/relationships/image" Target="../media/image411.png"/><Relationship Id="rId145" Type="http://schemas.openxmlformats.org/officeDocument/2006/relationships/image" Target="../media/image437.png"/><Relationship Id="rId166" Type="http://schemas.openxmlformats.org/officeDocument/2006/relationships/customXml" Target="../ink/ink45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Recurrence Relation Solving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 : Priya Bhatia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Substitution Method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This method simply substitute the given function repeatedly until the given function is removed.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/>
              <a:t>For example : T(n)	= 1		if n = 1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/>
              <a:t>				= T(n-1) + n	if n &gt; 1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/>
              <a:t>				= T(n-2) + n-1 + n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/>
              <a:t>				= T(n-3) + n-2 + n-1 + n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dirty="0"/>
              <a:t>				= T(1) + 2 + 3 + ….. + n-1 + n  = O(n^2)</a:t>
            </a:r>
            <a:endParaRPr sz="17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7911051-1E44-471B-A9E8-DCF33F5C6B6B}"/>
              </a:ext>
            </a:extLst>
          </p:cNvPr>
          <p:cNvGrpSpPr/>
          <p:nvPr/>
        </p:nvGrpSpPr>
        <p:grpSpPr>
          <a:xfrm>
            <a:off x="6749460" y="4146060"/>
            <a:ext cx="710280" cy="29880"/>
            <a:chOff x="6749460" y="4146060"/>
            <a:chExt cx="710280" cy="2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1DABEED-3638-4BEC-8AE1-AC268FD82342}"/>
                    </a:ext>
                  </a:extLst>
                </p14:cNvPr>
                <p14:cNvContentPartPr/>
                <p14:nvPr/>
              </p14:nvContentPartPr>
              <p14:xfrm>
                <a:off x="6782580" y="4151460"/>
                <a:ext cx="614520" cy="23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1DABEED-3638-4BEC-8AE1-AC268FD8234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73940" y="4142820"/>
                  <a:ext cx="632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25E842-A8F7-4BE4-98B1-9591664FD843}"/>
                    </a:ext>
                  </a:extLst>
                </p14:cNvPr>
                <p14:cNvContentPartPr/>
                <p14:nvPr/>
              </p14:nvContentPartPr>
              <p14:xfrm>
                <a:off x="6749460" y="4146060"/>
                <a:ext cx="710280" cy="29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25E842-A8F7-4BE4-98B1-9591664FD84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40820" y="4137420"/>
                  <a:ext cx="727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65A3529-968B-449F-847A-80AD24A6DDE5}"/>
                    </a:ext>
                  </a:extLst>
                </p14:cNvPr>
                <p14:cNvContentPartPr/>
                <p14:nvPr/>
              </p14:nvContentPartPr>
              <p14:xfrm>
                <a:off x="6756660" y="4156860"/>
                <a:ext cx="676080" cy="10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65A3529-968B-449F-847A-80AD24A6DD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48020" y="4147860"/>
                  <a:ext cx="6937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B2E4DB2-E751-4B8D-B981-ED9D4CD77B6F}"/>
              </a:ext>
            </a:extLst>
          </p:cNvPr>
          <p:cNvGrpSpPr/>
          <p:nvPr/>
        </p:nvGrpSpPr>
        <p:grpSpPr>
          <a:xfrm>
            <a:off x="550620" y="2615700"/>
            <a:ext cx="1458720" cy="588600"/>
            <a:chOff x="550620" y="2615700"/>
            <a:chExt cx="1458720" cy="58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7F22D3-E705-40A7-9041-0364576D052C}"/>
                    </a:ext>
                  </a:extLst>
                </p14:cNvPr>
                <p14:cNvContentPartPr/>
                <p14:nvPr/>
              </p14:nvContentPartPr>
              <p14:xfrm>
                <a:off x="873180" y="2863380"/>
                <a:ext cx="7920" cy="141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7F22D3-E705-40A7-9041-0364576D052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4180" y="2854740"/>
                  <a:ext cx="25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3C05F1B-7DB6-4C88-8E09-9622EB1FA4B6}"/>
                    </a:ext>
                  </a:extLst>
                </p14:cNvPr>
                <p14:cNvContentPartPr/>
                <p14:nvPr/>
              </p14:nvContentPartPr>
              <p14:xfrm>
                <a:off x="821340" y="2807580"/>
                <a:ext cx="195840" cy="213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3C05F1B-7DB6-4C88-8E09-9622EB1FA4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2340" y="2798580"/>
                  <a:ext cx="213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4E1446D-8F65-4EBB-A12B-7B6ACA5BD623}"/>
                    </a:ext>
                  </a:extLst>
                </p14:cNvPr>
                <p14:cNvContentPartPr/>
                <p14:nvPr/>
              </p14:nvContentPartPr>
              <p14:xfrm>
                <a:off x="1078020" y="2759700"/>
                <a:ext cx="179280" cy="220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4E1446D-8F65-4EBB-A12B-7B6ACA5BD62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69380" y="2750700"/>
                  <a:ext cx="196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D265CF1-6610-4ACF-B6E9-9C74A91619EE}"/>
                    </a:ext>
                  </a:extLst>
                </p14:cNvPr>
                <p14:cNvContentPartPr/>
                <p14:nvPr/>
              </p14:nvContentPartPr>
              <p14:xfrm>
                <a:off x="1385100" y="2776260"/>
                <a:ext cx="217440" cy="193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D265CF1-6610-4ACF-B6E9-9C74A91619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76100" y="2767620"/>
                  <a:ext cx="235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44BD7F-8FAF-4E49-B79F-74DD5E9E0B74}"/>
                    </a:ext>
                  </a:extLst>
                </p14:cNvPr>
                <p14:cNvContentPartPr/>
                <p14:nvPr/>
              </p14:nvContentPartPr>
              <p14:xfrm>
                <a:off x="550620" y="2615700"/>
                <a:ext cx="1458720" cy="588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44BD7F-8FAF-4E49-B79F-74DD5E9E0B7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1620" y="2607060"/>
                  <a:ext cx="1476360" cy="60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52C4C91-47F2-4412-9078-2E573B501F56}"/>
              </a:ext>
            </a:extLst>
          </p:cNvPr>
          <p:cNvGrpSpPr/>
          <p:nvPr/>
        </p:nvGrpSpPr>
        <p:grpSpPr>
          <a:xfrm>
            <a:off x="4264020" y="1591860"/>
            <a:ext cx="4370040" cy="2088720"/>
            <a:chOff x="4264020" y="1591860"/>
            <a:chExt cx="4370040" cy="20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849CE6E-C314-461C-A8E6-260DA261B006}"/>
                    </a:ext>
                  </a:extLst>
                </p14:cNvPr>
                <p14:cNvContentPartPr/>
                <p14:nvPr/>
              </p14:nvContentPartPr>
              <p14:xfrm>
                <a:off x="4310100" y="2771580"/>
                <a:ext cx="36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849CE6E-C314-461C-A8E6-260DA261B00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01460" y="27629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25CEDC6-EA4F-4C21-A698-A2B01316F8C8}"/>
                    </a:ext>
                  </a:extLst>
                </p14:cNvPr>
                <p14:cNvContentPartPr/>
                <p14:nvPr/>
              </p14:nvContentPartPr>
              <p14:xfrm>
                <a:off x="4278060" y="2765460"/>
                <a:ext cx="734760" cy="20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25CEDC6-EA4F-4C21-A698-A2B01316F8C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69420" y="2756820"/>
                  <a:ext cx="752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C81498-166D-46AE-B33B-FB2F745FEBFB}"/>
                    </a:ext>
                  </a:extLst>
                </p14:cNvPr>
                <p14:cNvContentPartPr/>
                <p14:nvPr/>
              </p14:nvContentPartPr>
              <p14:xfrm>
                <a:off x="4264020" y="2762940"/>
                <a:ext cx="793440" cy="11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C81498-166D-46AE-B33B-FB2F745FEBF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55020" y="2754300"/>
                  <a:ext cx="811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40FCFD6-00A3-48EE-8C10-B8A402F1D523}"/>
                    </a:ext>
                  </a:extLst>
                </p14:cNvPr>
                <p14:cNvContentPartPr/>
                <p14:nvPr/>
              </p14:nvContentPartPr>
              <p14:xfrm>
                <a:off x="4325220" y="2762220"/>
                <a:ext cx="719640" cy="4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40FCFD6-00A3-48EE-8C10-B8A402F1D5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16580" y="2753220"/>
                  <a:ext cx="737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A5F6419-51F5-42C2-BBAA-CC55E210EA4D}"/>
                    </a:ext>
                  </a:extLst>
                </p14:cNvPr>
                <p14:cNvContentPartPr/>
                <p14:nvPr/>
              </p14:nvContentPartPr>
              <p14:xfrm>
                <a:off x="4293180" y="2772660"/>
                <a:ext cx="752760" cy="24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A5F6419-51F5-42C2-BBAA-CC55E210EA4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84540" y="2763660"/>
                  <a:ext cx="770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E3B370-CBEF-44A6-8C85-1E94925EEF5C}"/>
                    </a:ext>
                  </a:extLst>
                </p14:cNvPr>
                <p14:cNvContentPartPr/>
                <p14:nvPr/>
              </p14:nvContentPartPr>
              <p14:xfrm>
                <a:off x="4338180" y="2789940"/>
                <a:ext cx="740520" cy="5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E3B370-CBEF-44A6-8C85-1E94925EEF5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29180" y="2780940"/>
                  <a:ext cx="758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9DADB87-84CF-4F92-83DB-293B1278E970}"/>
                    </a:ext>
                  </a:extLst>
                </p14:cNvPr>
                <p14:cNvContentPartPr/>
                <p14:nvPr/>
              </p14:nvContentPartPr>
              <p14:xfrm>
                <a:off x="4891500" y="2125380"/>
                <a:ext cx="115920" cy="306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9DADB87-84CF-4F92-83DB-293B1278E97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82500" y="2116740"/>
                  <a:ext cx="1335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CDD303-1B59-4E4B-9C63-25941F745F64}"/>
                    </a:ext>
                  </a:extLst>
                </p14:cNvPr>
                <p14:cNvContentPartPr/>
                <p14:nvPr/>
              </p14:nvContentPartPr>
              <p14:xfrm>
                <a:off x="4815540" y="2282340"/>
                <a:ext cx="77400" cy="114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CDD303-1B59-4E4B-9C63-25941F745F6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06540" y="2273340"/>
                  <a:ext cx="95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15FA3B-D68E-4FDF-96DF-87092F9F0F3A}"/>
                    </a:ext>
                  </a:extLst>
                </p14:cNvPr>
                <p14:cNvContentPartPr/>
                <p14:nvPr/>
              </p14:nvContentPartPr>
              <p14:xfrm>
                <a:off x="4879980" y="2305740"/>
                <a:ext cx="112320" cy="109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15FA3B-D68E-4FDF-96DF-87092F9F0F3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870980" y="2296740"/>
                  <a:ext cx="1299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82FA7A-E98F-4C66-B72D-AF4190AC511D}"/>
                    </a:ext>
                  </a:extLst>
                </p14:cNvPr>
                <p14:cNvContentPartPr/>
                <p14:nvPr/>
              </p14:nvContentPartPr>
              <p14:xfrm>
                <a:off x="5310900" y="1986420"/>
                <a:ext cx="23400" cy="142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82FA7A-E98F-4C66-B72D-AF4190AC511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02260" y="1977420"/>
                  <a:ext cx="41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60B650-6143-417D-BFDC-B38DC912CB91}"/>
                    </a:ext>
                  </a:extLst>
                </p14:cNvPr>
                <p14:cNvContentPartPr/>
                <p14:nvPr/>
              </p14:nvContentPartPr>
              <p14:xfrm>
                <a:off x="5251500" y="1804980"/>
                <a:ext cx="190800" cy="280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60B650-6143-417D-BFDC-B38DC912CB9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42860" y="1795980"/>
                  <a:ext cx="2084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1C6DF80-D8D2-4801-93B4-E08BA1584CE3}"/>
                    </a:ext>
                  </a:extLst>
                </p14:cNvPr>
                <p14:cNvContentPartPr/>
                <p14:nvPr/>
              </p14:nvContentPartPr>
              <p14:xfrm>
                <a:off x="5464980" y="1982460"/>
                <a:ext cx="145800" cy="105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1C6DF80-D8D2-4801-93B4-E08BA1584CE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55980" y="1973820"/>
                  <a:ext cx="163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A6004D-65E7-463D-B788-CC6B196D7801}"/>
                    </a:ext>
                  </a:extLst>
                </p14:cNvPr>
                <p14:cNvContentPartPr/>
                <p14:nvPr/>
              </p14:nvContentPartPr>
              <p14:xfrm>
                <a:off x="5628420" y="1979580"/>
                <a:ext cx="385560" cy="129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A6004D-65E7-463D-B788-CC6B196D780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19420" y="1970940"/>
                  <a:ext cx="403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CB2B348-0343-498B-A88D-002FCDEED89E}"/>
                    </a:ext>
                  </a:extLst>
                </p14:cNvPr>
                <p14:cNvContentPartPr/>
                <p14:nvPr/>
              </p14:nvContentPartPr>
              <p14:xfrm>
                <a:off x="6026220" y="1938540"/>
                <a:ext cx="195840" cy="122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CB2B348-0343-498B-A88D-002FCDEED89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017220" y="1929540"/>
                  <a:ext cx="2134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097E62-BC61-49DF-9FB4-EE51931F7CBF}"/>
                    </a:ext>
                  </a:extLst>
                </p14:cNvPr>
                <p14:cNvContentPartPr/>
                <p14:nvPr/>
              </p14:nvContentPartPr>
              <p14:xfrm>
                <a:off x="6239340" y="1927020"/>
                <a:ext cx="175320" cy="118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097E62-BC61-49DF-9FB4-EE51931F7CB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30340" y="1918380"/>
                  <a:ext cx="1929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974EA1A-36E9-4E44-9310-857A5B08D13F}"/>
                    </a:ext>
                  </a:extLst>
                </p14:cNvPr>
                <p14:cNvContentPartPr/>
                <p14:nvPr/>
              </p14:nvContentPartPr>
              <p14:xfrm>
                <a:off x="6426540" y="1918740"/>
                <a:ext cx="113040" cy="126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974EA1A-36E9-4E44-9310-857A5B08D13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17900" y="1910100"/>
                  <a:ext cx="130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9B569BB-6154-4CA2-9494-9BCBA65EC5A1}"/>
                    </a:ext>
                  </a:extLst>
                </p14:cNvPr>
                <p14:cNvContentPartPr/>
                <p14:nvPr/>
              </p14:nvContentPartPr>
              <p14:xfrm>
                <a:off x="6589260" y="1900020"/>
                <a:ext cx="129240" cy="140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9B569BB-6154-4CA2-9494-9BCBA65EC5A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580260" y="1891020"/>
                  <a:ext cx="146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D95851-0C40-4613-A523-A67AC920D010}"/>
                    </a:ext>
                  </a:extLst>
                </p14:cNvPr>
                <p14:cNvContentPartPr/>
                <p14:nvPr/>
              </p14:nvContentPartPr>
              <p14:xfrm>
                <a:off x="6803100" y="1842420"/>
                <a:ext cx="267840" cy="142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D95851-0C40-4613-A523-A67AC920D0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794460" y="1833780"/>
                  <a:ext cx="285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8720FA-4868-4DCD-8E9D-70683DA9EE4B}"/>
                    </a:ext>
                  </a:extLst>
                </p14:cNvPr>
                <p14:cNvContentPartPr/>
                <p14:nvPr/>
              </p14:nvContentPartPr>
              <p14:xfrm>
                <a:off x="7338060" y="1816140"/>
                <a:ext cx="12960" cy="129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8720FA-4868-4DCD-8E9D-70683DA9EE4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329060" y="1807500"/>
                  <a:ext cx="30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8EC31B-60D0-48FE-828A-CE2BC2390A87}"/>
                    </a:ext>
                  </a:extLst>
                </p14:cNvPr>
                <p14:cNvContentPartPr/>
                <p14:nvPr/>
              </p14:nvContentPartPr>
              <p14:xfrm>
                <a:off x="7291980" y="1591860"/>
                <a:ext cx="219600" cy="331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8EC31B-60D0-48FE-828A-CE2BC2390A8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83340" y="1583220"/>
                  <a:ext cx="2372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F9243B-DB35-4AFE-A45D-511B56ADDD8D}"/>
                    </a:ext>
                  </a:extLst>
                </p14:cNvPr>
                <p14:cNvContentPartPr/>
                <p14:nvPr/>
              </p14:nvContentPartPr>
              <p14:xfrm>
                <a:off x="7537140" y="1711740"/>
                <a:ext cx="292320" cy="194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F9243B-DB35-4AFE-A45D-511B56ADDD8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28140" y="1703100"/>
                  <a:ext cx="3099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86C5924-8E08-4112-B5ED-7BE100B1DF8A}"/>
                    </a:ext>
                  </a:extLst>
                </p14:cNvPr>
                <p14:cNvContentPartPr/>
                <p14:nvPr/>
              </p14:nvContentPartPr>
              <p14:xfrm>
                <a:off x="7857540" y="1695540"/>
                <a:ext cx="269280" cy="190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86C5924-8E08-4112-B5ED-7BE100B1DF8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848540" y="1686540"/>
                  <a:ext cx="286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F8110CE-F242-4E40-937A-B2E235EA2394}"/>
                    </a:ext>
                  </a:extLst>
                </p14:cNvPr>
                <p14:cNvContentPartPr/>
                <p14:nvPr/>
              </p14:nvContentPartPr>
              <p14:xfrm>
                <a:off x="8071380" y="1744500"/>
                <a:ext cx="137880" cy="125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F8110CE-F242-4E40-937A-B2E235EA239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62740" y="1735500"/>
                  <a:ext cx="155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FBE898F-8DAB-463E-8D2E-7908A5560F7C}"/>
                    </a:ext>
                  </a:extLst>
                </p14:cNvPr>
                <p14:cNvContentPartPr/>
                <p14:nvPr/>
              </p14:nvContentPartPr>
              <p14:xfrm>
                <a:off x="8238060" y="1650900"/>
                <a:ext cx="7920" cy="48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FBE898F-8DAB-463E-8D2E-7908A5560F7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29060" y="1641900"/>
                  <a:ext cx="25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578DF4-04C3-419A-96BC-EC1489E51D6A}"/>
                    </a:ext>
                  </a:extLst>
                </p14:cNvPr>
                <p14:cNvContentPartPr/>
                <p14:nvPr/>
              </p14:nvContentPartPr>
              <p14:xfrm>
                <a:off x="8263260" y="1749540"/>
                <a:ext cx="370800" cy="166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578DF4-04C3-419A-96BC-EC1489E51D6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54620" y="1740900"/>
                  <a:ext cx="388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3BD7C90-1F8F-4F84-8C59-F2D06B9AB520}"/>
                    </a:ext>
                  </a:extLst>
                </p14:cNvPr>
                <p14:cNvContentPartPr/>
                <p14:nvPr/>
              </p14:nvContentPartPr>
              <p14:xfrm>
                <a:off x="5129100" y="2530740"/>
                <a:ext cx="1565640" cy="854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3BD7C90-1F8F-4F84-8C59-F2D06B9AB52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120460" y="2522100"/>
                  <a:ext cx="158328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EE4BA66-0225-40A4-BF54-331848FAA0D1}"/>
                    </a:ext>
                  </a:extLst>
                </p14:cNvPr>
                <p14:cNvContentPartPr/>
                <p14:nvPr/>
              </p14:nvContentPartPr>
              <p14:xfrm>
                <a:off x="6525540" y="3261900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EE4BA66-0225-40A4-BF54-331848FAA0D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16900" y="3253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479087-3576-40E5-A7E8-73897ACDA050}"/>
                    </a:ext>
                  </a:extLst>
                </p14:cNvPr>
                <p14:cNvContentPartPr/>
                <p14:nvPr/>
              </p14:nvContentPartPr>
              <p14:xfrm>
                <a:off x="6596820" y="3287820"/>
                <a:ext cx="203400" cy="385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479087-3576-40E5-A7E8-73897ACDA05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88180" y="3279180"/>
                  <a:ext cx="2210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CB5224E-EA43-4604-B80D-F90AFD496B3C}"/>
                    </a:ext>
                  </a:extLst>
                </p14:cNvPr>
                <p14:cNvContentPartPr/>
                <p14:nvPr/>
              </p14:nvContentPartPr>
              <p14:xfrm>
                <a:off x="6395940" y="3475740"/>
                <a:ext cx="438840" cy="19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CB5224E-EA43-4604-B80D-F90AFD496B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86940" y="3466740"/>
                  <a:ext cx="4564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2077C37-7BFC-4316-9925-18F2643189AA}"/>
                    </a:ext>
                  </a:extLst>
                </p14:cNvPr>
                <p14:cNvContentPartPr/>
                <p14:nvPr/>
              </p14:nvContentPartPr>
              <p14:xfrm>
                <a:off x="6717420" y="3488700"/>
                <a:ext cx="102240" cy="191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2077C37-7BFC-4316-9925-18F2643189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08420" y="3479700"/>
                  <a:ext cx="119880" cy="209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00EBEE8-40A4-479D-9F99-C38BBB185830}"/>
                  </a:ext>
                </a:extLst>
              </p14:cNvPr>
              <p14:cNvContentPartPr/>
              <p14:nvPr/>
            </p14:nvContentPartPr>
            <p14:xfrm>
              <a:off x="3092580" y="2406720"/>
              <a:ext cx="11880" cy="64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00EBEE8-40A4-479D-9F99-C38BBB1858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3940" y="2397720"/>
                <a:ext cx="295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17DE501-E06B-422E-AF4B-5C90F5E85A97}"/>
                  </a:ext>
                </a:extLst>
              </p14:cNvPr>
              <p14:cNvContentPartPr/>
              <p14:nvPr/>
            </p14:nvContentPartPr>
            <p14:xfrm>
              <a:off x="3171420" y="2959320"/>
              <a:ext cx="7200" cy="28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17DE501-E06B-422E-AF4B-5C90F5E85A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62780" y="2950320"/>
                <a:ext cx="248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F5438557-4EF1-423D-9125-92C3ECB14121}"/>
                  </a:ext>
                </a:extLst>
              </p14:cNvPr>
              <p14:cNvContentPartPr/>
              <p14:nvPr/>
            </p14:nvContentPartPr>
            <p14:xfrm>
              <a:off x="9094500" y="3511920"/>
              <a:ext cx="52200" cy="6372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F5438557-4EF1-423D-9125-92C3ECB141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85860" y="3503280"/>
                <a:ext cx="6984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8" name="Group 377">
            <a:extLst>
              <a:ext uri="{FF2B5EF4-FFF2-40B4-BE49-F238E27FC236}">
                <a16:creationId xmlns:a16="http://schemas.microsoft.com/office/drawing/2014/main" id="{E4605F57-6489-4EE4-A479-4F4739D7A631}"/>
              </a:ext>
            </a:extLst>
          </p:cNvPr>
          <p:cNvGrpSpPr/>
          <p:nvPr/>
        </p:nvGrpSpPr>
        <p:grpSpPr>
          <a:xfrm>
            <a:off x="507780" y="429420"/>
            <a:ext cx="869040" cy="247320"/>
            <a:chOff x="507780" y="429420"/>
            <a:chExt cx="86904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39FAE9A-262A-4177-88F2-558A50FDABBC}"/>
                    </a:ext>
                  </a:extLst>
                </p14:cNvPr>
                <p14:cNvContentPartPr/>
                <p14:nvPr/>
              </p14:nvContentPartPr>
              <p14:xfrm>
                <a:off x="507780" y="509700"/>
                <a:ext cx="110880" cy="1270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39FAE9A-262A-4177-88F2-558A50FDAB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8780" y="500700"/>
                  <a:ext cx="128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3C492F4-51DF-485C-964D-09C3BA5093A2}"/>
                    </a:ext>
                  </a:extLst>
                </p14:cNvPr>
                <p14:cNvContentPartPr/>
                <p14:nvPr/>
              </p14:nvContentPartPr>
              <p14:xfrm>
                <a:off x="567900" y="520500"/>
                <a:ext cx="25920" cy="1256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3C492F4-51DF-485C-964D-09C3BA5093A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9260" y="511500"/>
                  <a:ext cx="43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F930233-35B7-4081-8DB8-E2398F1F62B1}"/>
                    </a:ext>
                  </a:extLst>
                </p14:cNvPr>
                <p14:cNvContentPartPr/>
                <p14:nvPr/>
              </p14:nvContentPartPr>
              <p14:xfrm>
                <a:off x="707940" y="451020"/>
                <a:ext cx="103320" cy="2152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F930233-35B7-4081-8DB8-E2398F1F62B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8940" y="442380"/>
                  <a:ext cx="1209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2E803CA9-2E77-43BF-8C30-C35439DEA932}"/>
                    </a:ext>
                  </a:extLst>
                </p14:cNvPr>
                <p14:cNvContentPartPr/>
                <p14:nvPr/>
              </p14:nvContentPartPr>
              <p14:xfrm>
                <a:off x="854460" y="500700"/>
                <a:ext cx="109080" cy="1760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2E803CA9-2E77-43BF-8C30-C35439DEA93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5820" y="491700"/>
                  <a:ext cx="126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D3D810E6-D5A5-49CA-A0F3-2A394B5EC959}"/>
                    </a:ext>
                  </a:extLst>
                </p14:cNvPr>
                <p14:cNvContentPartPr/>
                <p14:nvPr/>
              </p14:nvContentPartPr>
              <p14:xfrm>
                <a:off x="1061820" y="429420"/>
                <a:ext cx="39240" cy="2052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D3D810E6-D5A5-49CA-A0F3-2A394B5EC9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52820" y="420780"/>
                  <a:ext cx="56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15D1943A-1EB2-400D-89C6-A8FD08B5B20A}"/>
                    </a:ext>
                  </a:extLst>
                </p14:cNvPr>
                <p14:cNvContentPartPr/>
                <p14:nvPr/>
              </p14:nvContentPartPr>
              <p14:xfrm>
                <a:off x="1234980" y="516180"/>
                <a:ext cx="141840" cy="626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15D1943A-1EB2-400D-89C6-A8FD08B5B20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26340" y="507180"/>
                  <a:ext cx="15948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266AD83D-EF4F-44C4-8CAB-7AD682F529AC}"/>
                  </a:ext>
                </a:extLst>
              </p14:cNvPr>
              <p14:cNvContentPartPr/>
              <p14:nvPr/>
            </p14:nvContentPartPr>
            <p14:xfrm>
              <a:off x="1522260" y="110100"/>
              <a:ext cx="369720" cy="116784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266AD83D-EF4F-44C4-8CAB-7AD682F529A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13260" y="101460"/>
                <a:ext cx="387360" cy="11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3" name="Group 382">
            <a:extLst>
              <a:ext uri="{FF2B5EF4-FFF2-40B4-BE49-F238E27FC236}">
                <a16:creationId xmlns:a16="http://schemas.microsoft.com/office/drawing/2014/main" id="{CF21448A-4118-4F9B-A0CC-F9BDD7E23D0F}"/>
              </a:ext>
            </a:extLst>
          </p:cNvPr>
          <p:cNvGrpSpPr/>
          <p:nvPr/>
        </p:nvGrpSpPr>
        <p:grpSpPr>
          <a:xfrm>
            <a:off x="3495060" y="118740"/>
            <a:ext cx="612360" cy="183240"/>
            <a:chOff x="3495060" y="118740"/>
            <a:chExt cx="612360" cy="1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8A4B9DC-1F09-46F1-9927-B68065A83A41}"/>
                    </a:ext>
                  </a:extLst>
                </p14:cNvPr>
                <p14:cNvContentPartPr/>
                <p14:nvPr/>
              </p14:nvContentPartPr>
              <p14:xfrm>
                <a:off x="3495060" y="136020"/>
                <a:ext cx="214920" cy="1576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8A4B9DC-1F09-46F1-9927-B68065A83A4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86060" y="127380"/>
                  <a:ext cx="2325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E71C125-A650-43BB-B3A2-246B3A2550A9}"/>
                    </a:ext>
                  </a:extLst>
                </p14:cNvPr>
                <p14:cNvContentPartPr/>
                <p14:nvPr/>
              </p14:nvContentPartPr>
              <p14:xfrm>
                <a:off x="3828780" y="206220"/>
                <a:ext cx="111960" cy="1260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E71C125-A650-43BB-B3A2-246B3A2550A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20140" y="197220"/>
                  <a:ext cx="129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8BC94F66-7222-46B9-BC70-5355C7AA74D6}"/>
                    </a:ext>
                  </a:extLst>
                </p14:cNvPr>
                <p14:cNvContentPartPr/>
                <p14:nvPr/>
              </p14:nvContentPartPr>
              <p14:xfrm>
                <a:off x="3833820" y="118740"/>
                <a:ext cx="273600" cy="1832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8BC94F66-7222-46B9-BC70-5355C7AA74D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24820" y="109740"/>
                  <a:ext cx="29124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78EAB486-A3A5-45A9-B83A-330A80D7906E}"/>
                  </a:ext>
                </a:extLst>
              </p14:cNvPr>
              <p14:cNvContentPartPr/>
              <p14:nvPr/>
            </p14:nvContentPartPr>
            <p14:xfrm>
              <a:off x="2298780" y="129180"/>
              <a:ext cx="16560" cy="14400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78EAB486-A3A5-45A9-B83A-330A80D7906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290140" y="120180"/>
                <a:ext cx="3420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Group 386">
            <a:extLst>
              <a:ext uri="{FF2B5EF4-FFF2-40B4-BE49-F238E27FC236}">
                <a16:creationId xmlns:a16="http://schemas.microsoft.com/office/drawing/2014/main" id="{50FA8819-06F3-4D37-83A3-DFFD89C530DD}"/>
              </a:ext>
            </a:extLst>
          </p:cNvPr>
          <p:cNvGrpSpPr/>
          <p:nvPr/>
        </p:nvGrpSpPr>
        <p:grpSpPr>
          <a:xfrm>
            <a:off x="3749580" y="723900"/>
            <a:ext cx="577080" cy="188280"/>
            <a:chOff x="3749580" y="723900"/>
            <a:chExt cx="57708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744982D3-52CF-44F2-9B29-A7EE441EF4F1}"/>
                    </a:ext>
                  </a:extLst>
                </p14:cNvPr>
                <p14:cNvContentPartPr/>
                <p14:nvPr/>
              </p14:nvContentPartPr>
              <p14:xfrm>
                <a:off x="3749580" y="723900"/>
                <a:ext cx="254160" cy="1882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744982D3-52CF-44F2-9B29-A7EE441EF4F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740580" y="715260"/>
                  <a:ext cx="271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C62509A-A0FF-4349-A907-C78EC5523760}"/>
                    </a:ext>
                  </a:extLst>
                </p14:cNvPr>
                <p14:cNvContentPartPr/>
                <p14:nvPr/>
              </p14:nvContentPartPr>
              <p14:xfrm>
                <a:off x="4109220" y="730380"/>
                <a:ext cx="111960" cy="1494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C62509A-A0FF-4349-A907-C78EC552376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00580" y="721380"/>
                  <a:ext cx="129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A4ADC93-A4EF-4EC8-9A42-18B185227DEA}"/>
                    </a:ext>
                  </a:extLst>
                </p14:cNvPr>
                <p14:cNvContentPartPr/>
                <p14:nvPr/>
              </p14:nvContentPartPr>
              <p14:xfrm>
                <a:off x="4324500" y="726780"/>
                <a:ext cx="2160" cy="1674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A4ADC93-A4EF-4EC8-9A42-18B185227DE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15860" y="717780"/>
                  <a:ext cx="1980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E0E47FCE-84A8-4DC8-A7B6-3BFDFF8A16D5}"/>
              </a:ext>
            </a:extLst>
          </p:cNvPr>
          <p:cNvGrpSpPr/>
          <p:nvPr/>
        </p:nvGrpSpPr>
        <p:grpSpPr>
          <a:xfrm>
            <a:off x="1877220" y="749100"/>
            <a:ext cx="1484280" cy="346680"/>
            <a:chOff x="1877220" y="749100"/>
            <a:chExt cx="148428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6B09E3B2-082E-48B4-8573-EEB261D33990}"/>
                    </a:ext>
                  </a:extLst>
                </p14:cNvPr>
                <p14:cNvContentPartPr/>
                <p14:nvPr/>
              </p14:nvContentPartPr>
              <p14:xfrm>
                <a:off x="1877220" y="854940"/>
                <a:ext cx="146520" cy="16164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6B09E3B2-082E-48B4-8573-EEB261D3399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68220" y="845940"/>
                  <a:ext cx="164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F306C6B-D6DE-4AF8-B196-64A75DB6B6D8}"/>
                    </a:ext>
                  </a:extLst>
                </p14:cNvPr>
                <p14:cNvContentPartPr/>
                <p14:nvPr/>
              </p14:nvContentPartPr>
              <p14:xfrm>
                <a:off x="2110860" y="763140"/>
                <a:ext cx="109080" cy="2534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F306C6B-D6DE-4AF8-B196-64A75DB6B6D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01860" y="754140"/>
                  <a:ext cx="126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A6DA3D5-F1F1-42C6-9115-610E0E548C0B}"/>
                    </a:ext>
                  </a:extLst>
                </p14:cNvPr>
                <p14:cNvContentPartPr/>
                <p14:nvPr/>
              </p14:nvContentPartPr>
              <p14:xfrm>
                <a:off x="2272500" y="831540"/>
                <a:ext cx="140040" cy="1544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A6DA3D5-F1F1-42C6-9115-610E0E548C0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63860" y="822540"/>
                  <a:ext cx="157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B81DD9EE-B34B-41B8-87A3-D0DA0FDB2CCA}"/>
                    </a:ext>
                  </a:extLst>
                </p14:cNvPr>
                <p14:cNvContentPartPr/>
                <p14:nvPr/>
              </p14:nvContentPartPr>
              <p14:xfrm>
                <a:off x="2507580" y="911100"/>
                <a:ext cx="120600" cy="90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B81DD9EE-B34B-41B8-87A3-D0DA0FDB2CC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98580" y="902460"/>
                  <a:ext cx="138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BC58FD90-81CE-43AD-A335-0392FF732800}"/>
                    </a:ext>
                  </a:extLst>
                </p14:cNvPr>
                <p14:cNvContentPartPr/>
                <p14:nvPr/>
              </p14:nvContentPartPr>
              <p14:xfrm>
                <a:off x="2656620" y="749100"/>
                <a:ext cx="227520" cy="33372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BC58FD90-81CE-43AD-A335-0392FF73280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47620" y="740460"/>
                  <a:ext cx="245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5C30BC84-9BBB-43B7-8FFC-338FC1EA2349}"/>
                    </a:ext>
                  </a:extLst>
                </p14:cNvPr>
                <p14:cNvContentPartPr/>
                <p14:nvPr/>
              </p14:nvContentPartPr>
              <p14:xfrm>
                <a:off x="2980980" y="880860"/>
                <a:ext cx="137880" cy="1332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5C30BC84-9BBB-43B7-8FFC-338FC1EA234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71980" y="871860"/>
                  <a:ext cx="155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202A4367-94AA-4F16-AC2F-0F7033C68DF2}"/>
                    </a:ext>
                  </a:extLst>
                </p14:cNvPr>
                <p14:cNvContentPartPr/>
                <p14:nvPr/>
              </p14:nvContentPartPr>
              <p14:xfrm>
                <a:off x="3066660" y="818580"/>
                <a:ext cx="11880" cy="18144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202A4367-94AA-4F16-AC2F-0F7033C68DF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57660" y="809580"/>
                  <a:ext cx="29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FD68BAC-3B17-40D7-A9BE-A90D2D341B50}"/>
                    </a:ext>
                  </a:extLst>
                </p14:cNvPr>
                <p14:cNvContentPartPr/>
                <p14:nvPr/>
              </p14:nvContentPartPr>
              <p14:xfrm>
                <a:off x="3221820" y="836580"/>
                <a:ext cx="139680" cy="2592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FD68BAC-3B17-40D7-A9BE-A90D2D341B5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13180" y="827940"/>
                  <a:ext cx="15732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944D27A2-C978-480F-8302-3050A95B2E16}"/>
                  </a:ext>
                </a:extLst>
              </p14:cNvPr>
              <p14:cNvContentPartPr/>
              <p14:nvPr/>
            </p14:nvContentPartPr>
            <p14:xfrm>
              <a:off x="6467940" y="931980"/>
              <a:ext cx="12960" cy="12600"/>
            </p14:xfrm>
          </p:contentPart>
        </mc:Choice>
        <mc:Fallback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944D27A2-C978-480F-8302-3050A95B2E1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459300" y="922980"/>
                <a:ext cx="3060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4" name="Group 673">
            <a:extLst>
              <a:ext uri="{FF2B5EF4-FFF2-40B4-BE49-F238E27FC236}">
                <a16:creationId xmlns:a16="http://schemas.microsoft.com/office/drawing/2014/main" id="{3734692F-7B44-4F10-A51B-BE52419CA1E3}"/>
              </a:ext>
            </a:extLst>
          </p:cNvPr>
          <p:cNvGrpSpPr/>
          <p:nvPr/>
        </p:nvGrpSpPr>
        <p:grpSpPr>
          <a:xfrm>
            <a:off x="1967220" y="4138500"/>
            <a:ext cx="201600" cy="90360"/>
            <a:chOff x="1967220" y="4138500"/>
            <a:chExt cx="20160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11A3E6C0-76BB-4EBA-8C4A-60A81AC5E6F6}"/>
                    </a:ext>
                  </a:extLst>
                </p14:cNvPr>
                <p14:cNvContentPartPr/>
                <p14:nvPr/>
              </p14:nvContentPartPr>
              <p14:xfrm>
                <a:off x="1967220" y="4138500"/>
                <a:ext cx="146520" cy="5400"/>
              </p14:xfrm>
            </p:contentPart>
          </mc:Choice>
          <mc:Fallback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11A3E6C0-76BB-4EBA-8C4A-60A81AC5E6F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58220" y="4129860"/>
                  <a:ext cx="164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60979FC4-868E-4E70-99C5-2A5C77C9F260}"/>
                    </a:ext>
                  </a:extLst>
                </p14:cNvPr>
                <p14:cNvContentPartPr/>
                <p14:nvPr/>
              </p14:nvContentPartPr>
              <p14:xfrm>
                <a:off x="1974060" y="4217340"/>
                <a:ext cx="194760" cy="11520"/>
              </p14:xfrm>
            </p:contentPart>
          </mc:Choice>
          <mc:Fallback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60979FC4-868E-4E70-99C5-2A5C77C9F26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65420" y="4208340"/>
                  <a:ext cx="2124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7207A504-22AD-4AEC-8FCB-17E78E873B16}"/>
              </a:ext>
            </a:extLst>
          </p:cNvPr>
          <p:cNvGrpSpPr/>
          <p:nvPr/>
        </p:nvGrpSpPr>
        <p:grpSpPr>
          <a:xfrm>
            <a:off x="6003180" y="4006020"/>
            <a:ext cx="189000" cy="233280"/>
            <a:chOff x="6003180" y="4006020"/>
            <a:chExt cx="18900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FC69F840-0378-46AE-A579-63C5AA7416F0}"/>
                    </a:ext>
                  </a:extLst>
                </p14:cNvPr>
                <p14:cNvContentPartPr/>
                <p14:nvPr/>
              </p14:nvContentPartPr>
              <p14:xfrm>
                <a:off x="6003180" y="4095300"/>
                <a:ext cx="189000" cy="5400"/>
              </p14:xfrm>
            </p:contentPart>
          </mc:Choice>
          <mc:Fallback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FC69F840-0378-46AE-A579-63C5AA7416F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94180" y="4086300"/>
                  <a:ext cx="206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8CEDD989-61D0-461B-909D-F2E9D4E4FEB7}"/>
                    </a:ext>
                  </a:extLst>
                </p14:cNvPr>
                <p14:cNvContentPartPr/>
                <p14:nvPr/>
              </p14:nvContentPartPr>
              <p14:xfrm>
                <a:off x="6080220" y="4006020"/>
                <a:ext cx="32040" cy="233280"/>
              </p14:xfrm>
            </p:contentPart>
          </mc:Choice>
          <mc:Fallback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8CEDD989-61D0-461B-909D-F2E9D4E4FEB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71220" y="3997020"/>
                  <a:ext cx="4968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8" name="Group 667">
            <a:extLst>
              <a:ext uri="{FF2B5EF4-FFF2-40B4-BE49-F238E27FC236}">
                <a16:creationId xmlns:a16="http://schemas.microsoft.com/office/drawing/2014/main" id="{374710C3-2179-4685-9A27-F1BA77D23088}"/>
              </a:ext>
            </a:extLst>
          </p:cNvPr>
          <p:cNvGrpSpPr/>
          <p:nvPr/>
        </p:nvGrpSpPr>
        <p:grpSpPr>
          <a:xfrm>
            <a:off x="8258940" y="3986220"/>
            <a:ext cx="796680" cy="214200"/>
            <a:chOff x="8258940" y="3986220"/>
            <a:chExt cx="79668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F6195C05-6363-4B17-9F0F-4A9D86597A24}"/>
                    </a:ext>
                  </a:extLst>
                </p14:cNvPr>
                <p14:cNvContentPartPr/>
                <p14:nvPr/>
              </p14:nvContentPartPr>
              <p14:xfrm>
                <a:off x="8258940" y="4115100"/>
                <a:ext cx="326880" cy="2160"/>
              </p14:xfrm>
            </p:contentPart>
          </mc:Choice>
          <mc:Fallback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F6195C05-6363-4B17-9F0F-4A9D86597A2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49940" y="4106460"/>
                  <a:ext cx="3445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5B40EEC2-EBAF-41E5-8411-44F1426EF67E}"/>
                    </a:ext>
                  </a:extLst>
                </p14:cNvPr>
                <p14:cNvContentPartPr/>
                <p14:nvPr/>
              </p14:nvContentPartPr>
              <p14:xfrm>
                <a:off x="8680500" y="4099620"/>
                <a:ext cx="73440" cy="4680"/>
              </p14:xfrm>
            </p:contentPart>
          </mc:Choice>
          <mc:Fallback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5B40EEC2-EBAF-41E5-8411-44F1426EF67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71860" y="4090620"/>
                  <a:ext cx="91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50A68A11-6674-4A0C-ACE9-72AD0151E2F4}"/>
                    </a:ext>
                  </a:extLst>
                </p14:cNvPr>
                <p14:cNvContentPartPr/>
                <p14:nvPr/>
              </p14:nvContentPartPr>
              <p14:xfrm>
                <a:off x="8721900" y="3986220"/>
                <a:ext cx="106200" cy="202320"/>
              </p14:xfrm>
            </p:contentPart>
          </mc:Choice>
          <mc:Fallback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0A68A11-6674-4A0C-ACE9-72AD0151E2F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713260" y="3977220"/>
                  <a:ext cx="123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6CC3ED7A-B7A8-4EBC-8562-73EDDA9383A4}"/>
                    </a:ext>
                  </a:extLst>
                </p14:cNvPr>
                <p14:cNvContentPartPr/>
                <p14:nvPr/>
              </p14:nvContentPartPr>
              <p14:xfrm>
                <a:off x="8934660" y="4009620"/>
                <a:ext cx="120960" cy="190800"/>
              </p14:xfrm>
            </p:contentPart>
          </mc:Choice>
          <mc:Fallback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6CC3ED7A-B7A8-4EBC-8562-73EDDA9383A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926020" y="4000620"/>
                  <a:ext cx="13860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9" name="Group 688">
            <a:extLst>
              <a:ext uri="{FF2B5EF4-FFF2-40B4-BE49-F238E27FC236}">
                <a16:creationId xmlns:a16="http://schemas.microsoft.com/office/drawing/2014/main" id="{F6C619D1-2FD1-47F3-8ADA-65F0CAB02BBB}"/>
              </a:ext>
            </a:extLst>
          </p:cNvPr>
          <p:cNvGrpSpPr/>
          <p:nvPr/>
        </p:nvGrpSpPr>
        <p:grpSpPr>
          <a:xfrm>
            <a:off x="50220" y="781140"/>
            <a:ext cx="1736280" cy="871560"/>
            <a:chOff x="50220" y="781140"/>
            <a:chExt cx="1736280" cy="87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EB0AF74F-891D-4F02-B515-F607D1CA87F8}"/>
                    </a:ext>
                  </a:extLst>
                </p14:cNvPr>
                <p14:cNvContentPartPr/>
                <p14:nvPr/>
              </p14:nvContentPartPr>
              <p14:xfrm>
                <a:off x="331380" y="1099020"/>
                <a:ext cx="123120" cy="155520"/>
              </p14:xfrm>
            </p:contentPart>
          </mc:Choice>
          <mc:Fallback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EB0AF74F-891D-4F02-B515-F607D1CA87F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22380" y="1090380"/>
                  <a:ext cx="140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2A576DD8-76F0-4111-B8CB-88E9196BF840}"/>
                    </a:ext>
                  </a:extLst>
                </p14:cNvPr>
                <p14:cNvContentPartPr/>
                <p14:nvPr/>
              </p14:nvContentPartPr>
              <p14:xfrm>
                <a:off x="525780" y="1086780"/>
                <a:ext cx="89640" cy="196200"/>
              </p14:xfrm>
            </p:contentPart>
          </mc:Choice>
          <mc:Fallback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2A576DD8-76F0-4111-B8CB-88E9196BF84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7140" y="1078140"/>
                  <a:ext cx="107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C8EE43C6-4B94-42FB-B81E-A15B694F1624}"/>
                    </a:ext>
                  </a:extLst>
                </p14:cNvPr>
                <p14:cNvContentPartPr/>
                <p14:nvPr/>
              </p14:nvContentPartPr>
              <p14:xfrm>
                <a:off x="748260" y="1100820"/>
                <a:ext cx="18360" cy="136800"/>
              </p14:xfrm>
            </p:contentPart>
          </mc:Choice>
          <mc:Fallback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C8EE43C6-4B94-42FB-B81E-A15B694F162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39260" y="1092180"/>
                  <a:ext cx="36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88666C26-1378-4699-BDD9-DB17744CCD95}"/>
                    </a:ext>
                  </a:extLst>
                </p14:cNvPr>
                <p14:cNvContentPartPr/>
                <p14:nvPr/>
              </p14:nvContentPartPr>
              <p14:xfrm>
                <a:off x="863460" y="1064460"/>
                <a:ext cx="50400" cy="263520"/>
              </p14:xfrm>
            </p:contentPart>
          </mc:Choice>
          <mc:Fallback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88666C26-1378-4699-BDD9-DB17744CCD9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54820" y="1055460"/>
                  <a:ext cx="68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46194C22-E159-4E77-8112-C0A106ED452B}"/>
                    </a:ext>
                  </a:extLst>
                </p14:cNvPr>
                <p14:cNvContentPartPr/>
                <p14:nvPr/>
              </p14:nvContentPartPr>
              <p14:xfrm>
                <a:off x="1107180" y="1193340"/>
                <a:ext cx="137880" cy="75600"/>
              </p14:xfrm>
            </p:contentPart>
          </mc:Choice>
          <mc:Fallback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46194C22-E159-4E77-8112-C0A106ED452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98180" y="1184700"/>
                  <a:ext cx="1555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66F4B6A9-2AC3-4246-9E8B-C60448354F47}"/>
                    </a:ext>
                  </a:extLst>
                </p14:cNvPr>
                <p14:cNvContentPartPr/>
                <p14:nvPr/>
              </p14:nvContentPartPr>
              <p14:xfrm>
                <a:off x="594180" y="1462620"/>
                <a:ext cx="102240" cy="122760"/>
              </p14:xfrm>
            </p:contentPart>
          </mc:Choice>
          <mc:Fallback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66F4B6A9-2AC3-4246-9E8B-C60448354F4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85180" y="1453980"/>
                  <a:ext cx="1198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E6559505-9607-4D08-BC18-CEE705C2CD0F}"/>
                    </a:ext>
                  </a:extLst>
                </p14:cNvPr>
                <p14:cNvContentPartPr/>
                <p14:nvPr/>
              </p14:nvContentPartPr>
              <p14:xfrm>
                <a:off x="640620" y="1326180"/>
                <a:ext cx="150120" cy="111960"/>
              </p14:xfrm>
            </p:contentPart>
          </mc:Choice>
          <mc:Fallback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E6559505-9607-4D08-BC18-CEE705C2CD0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1980" y="1317180"/>
                  <a:ext cx="167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7E884395-70DF-43ED-BC7E-1950E66C48F5}"/>
                    </a:ext>
                  </a:extLst>
                </p14:cNvPr>
                <p14:cNvContentPartPr/>
                <p14:nvPr/>
              </p14:nvContentPartPr>
              <p14:xfrm>
                <a:off x="1399860" y="1025580"/>
                <a:ext cx="20520" cy="232200"/>
              </p14:xfrm>
            </p:contentPart>
          </mc:Choice>
          <mc:Fallback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7E884395-70DF-43ED-BC7E-1950E66C48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90860" y="1016940"/>
                  <a:ext cx="38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BA830C4D-AA7F-4E31-BFD5-9108AD885B9C}"/>
                    </a:ext>
                  </a:extLst>
                </p14:cNvPr>
                <p14:cNvContentPartPr/>
                <p14:nvPr/>
              </p14:nvContentPartPr>
              <p14:xfrm>
                <a:off x="50220" y="781140"/>
                <a:ext cx="1736280" cy="871560"/>
              </p14:xfrm>
            </p:contentPart>
          </mc:Choice>
          <mc:Fallback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BA830C4D-AA7F-4E31-BFD5-9108AD885B9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220" y="772500"/>
                  <a:ext cx="1753920" cy="88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904F14C1-3654-4ECD-AF83-6E754F9F5AED}"/>
              </a:ext>
            </a:extLst>
          </p:cNvPr>
          <p:cNvGrpSpPr/>
          <p:nvPr/>
        </p:nvGrpSpPr>
        <p:grpSpPr>
          <a:xfrm>
            <a:off x="650700" y="1870500"/>
            <a:ext cx="1140480" cy="212760"/>
            <a:chOff x="650700" y="1870500"/>
            <a:chExt cx="114048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B3F84A11-A53F-4466-8E30-55158204E2E5}"/>
                    </a:ext>
                  </a:extLst>
                </p14:cNvPr>
                <p14:cNvContentPartPr/>
                <p14:nvPr/>
              </p14:nvContentPartPr>
              <p14:xfrm>
                <a:off x="734580" y="2064900"/>
                <a:ext cx="360" cy="360"/>
              </p14:xfrm>
            </p:contentPart>
          </mc:Choice>
          <mc:Fallback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B3F84A11-A53F-4466-8E30-55158204E2E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5580" y="2055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6F9C4025-4CC1-4A66-9B68-1F978460A1A2}"/>
                    </a:ext>
                  </a:extLst>
                </p14:cNvPr>
                <p14:cNvContentPartPr/>
                <p14:nvPr/>
              </p14:nvContentPartPr>
              <p14:xfrm>
                <a:off x="650700" y="1910460"/>
                <a:ext cx="222840" cy="172800"/>
              </p14:xfrm>
            </p:contentPart>
          </mc:Choice>
          <mc:Fallback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6F9C4025-4CC1-4A66-9B68-1F978460A1A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42060" y="1901460"/>
                  <a:ext cx="240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7970CA1D-D1A1-49BE-867F-B33701E79F7A}"/>
                    </a:ext>
                  </a:extLst>
                </p14:cNvPr>
                <p14:cNvContentPartPr/>
                <p14:nvPr/>
              </p14:nvContentPartPr>
              <p14:xfrm>
                <a:off x="977220" y="2013780"/>
                <a:ext cx="108360" cy="28080"/>
              </p14:xfrm>
            </p:contentPart>
          </mc:Choice>
          <mc:Fallback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7970CA1D-D1A1-49BE-867F-B33701E79F7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68220" y="2004780"/>
                  <a:ext cx="126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990B71EF-32B4-405E-907F-67745FF7FCBC}"/>
                    </a:ext>
                  </a:extLst>
                </p14:cNvPr>
                <p14:cNvContentPartPr/>
                <p14:nvPr/>
              </p14:nvContentPartPr>
              <p14:xfrm>
                <a:off x="1204380" y="1870500"/>
                <a:ext cx="7920" cy="210240"/>
              </p14:xfrm>
            </p:contentPart>
          </mc:Choice>
          <mc:Fallback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990B71EF-32B4-405E-907F-67745FF7FCB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95380" y="1861500"/>
                  <a:ext cx="25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56DA6B9B-C49B-4E9F-A2A4-5122B8B6D50D}"/>
                    </a:ext>
                  </a:extLst>
                </p14:cNvPr>
                <p14:cNvContentPartPr/>
                <p14:nvPr/>
              </p14:nvContentPartPr>
              <p14:xfrm>
                <a:off x="1234260" y="1930620"/>
                <a:ext cx="128880" cy="137880"/>
              </p14:xfrm>
            </p:contentPart>
          </mc:Choice>
          <mc:Fallback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56DA6B9B-C49B-4E9F-A2A4-5122B8B6D50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25620" y="1921980"/>
                  <a:ext cx="146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152607A4-AB3F-42B0-B619-E268BBE1EF92}"/>
                    </a:ext>
                  </a:extLst>
                </p14:cNvPr>
                <p14:cNvContentPartPr/>
                <p14:nvPr/>
              </p14:nvContentPartPr>
              <p14:xfrm>
                <a:off x="1522980" y="1956180"/>
                <a:ext cx="74160" cy="12600"/>
              </p14:xfrm>
            </p:contentPart>
          </mc:Choice>
          <mc:Fallback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152607A4-AB3F-42B0-B619-E268BBE1EF9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514340" y="1947540"/>
                  <a:ext cx="91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56C11636-A412-48A1-9BE4-878B3B1322AC}"/>
                    </a:ext>
                  </a:extLst>
                </p14:cNvPr>
                <p14:cNvContentPartPr/>
                <p14:nvPr/>
              </p14:nvContentPartPr>
              <p14:xfrm>
                <a:off x="1500660" y="2041500"/>
                <a:ext cx="173520" cy="2160"/>
              </p14:xfrm>
            </p:contentPart>
          </mc:Choice>
          <mc:Fallback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56C11636-A412-48A1-9BE4-878B3B1322A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492020" y="2032500"/>
                  <a:ext cx="191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C34B2AFD-89F8-430E-9F7F-3FA65C980C7B}"/>
                    </a:ext>
                  </a:extLst>
                </p14:cNvPr>
                <p14:cNvContentPartPr/>
                <p14:nvPr/>
              </p14:nvContentPartPr>
              <p14:xfrm>
                <a:off x="1783620" y="1885620"/>
                <a:ext cx="7560" cy="193320"/>
              </p14:xfrm>
            </p:contentPart>
          </mc:Choice>
          <mc:Fallback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C34B2AFD-89F8-430E-9F7F-3FA65C980C7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774620" y="1876620"/>
                  <a:ext cx="25200" cy="21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99" name="Ink 698">
                <a:extLst>
                  <a:ext uri="{FF2B5EF4-FFF2-40B4-BE49-F238E27FC236}">
                    <a16:creationId xmlns:a16="http://schemas.microsoft.com/office/drawing/2014/main" id="{CE749ACB-9C27-4E03-81A7-40E7F81CE4D5}"/>
                  </a:ext>
                </a:extLst>
              </p14:cNvPr>
              <p14:cNvContentPartPr/>
              <p14:nvPr/>
            </p14:nvContentPartPr>
            <p14:xfrm>
              <a:off x="3028140" y="4317060"/>
              <a:ext cx="617760" cy="48960"/>
            </p14:xfrm>
          </p:contentPart>
        </mc:Choice>
        <mc:Fallback>
          <p:pic>
            <p:nvPicPr>
              <p:cNvPr id="699" name="Ink 698">
                <a:extLst>
                  <a:ext uri="{FF2B5EF4-FFF2-40B4-BE49-F238E27FC236}">
                    <a16:creationId xmlns:a16="http://schemas.microsoft.com/office/drawing/2014/main" id="{CE749ACB-9C27-4E03-81A7-40E7F81CE4D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019140" y="4308060"/>
                <a:ext cx="63540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00" name="Ink 699">
                <a:extLst>
                  <a:ext uri="{FF2B5EF4-FFF2-40B4-BE49-F238E27FC236}">
                    <a16:creationId xmlns:a16="http://schemas.microsoft.com/office/drawing/2014/main" id="{523D8633-1D33-4826-B2FA-BE4130A94546}"/>
                  </a:ext>
                </a:extLst>
              </p14:cNvPr>
              <p14:cNvContentPartPr/>
              <p14:nvPr/>
            </p14:nvContentPartPr>
            <p14:xfrm>
              <a:off x="3244500" y="3701820"/>
              <a:ext cx="18360" cy="207360"/>
            </p14:xfrm>
          </p:contentPart>
        </mc:Choice>
        <mc:Fallback>
          <p:pic>
            <p:nvPicPr>
              <p:cNvPr id="700" name="Ink 699">
                <a:extLst>
                  <a:ext uri="{FF2B5EF4-FFF2-40B4-BE49-F238E27FC236}">
                    <a16:creationId xmlns:a16="http://schemas.microsoft.com/office/drawing/2014/main" id="{523D8633-1D33-4826-B2FA-BE4130A9454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235860" y="3693180"/>
                <a:ext cx="3600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9" name="Group 708">
            <a:extLst>
              <a:ext uri="{FF2B5EF4-FFF2-40B4-BE49-F238E27FC236}">
                <a16:creationId xmlns:a16="http://schemas.microsoft.com/office/drawing/2014/main" id="{5D7B6CF5-C0DF-4B60-8F9D-4D126ECA7E06}"/>
              </a:ext>
            </a:extLst>
          </p:cNvPr>
          <p:cNvGrpSpPr/>
          <p:nvPr/>
        </p:nvGrpSpPr>
        <p:grpSpPr>
          <a:xfrm>
            <a:off x="650700" y="2262180"/>
            <a:ext cx="1332720" cy="402480"/>
            <a:chOff x="650700" y="2262180"/>
            <a:chExt cx="133272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9ECAAEA2-1F96-4B20-9901-6C1EBF23D0B8}"/>
                    </a:ext>
                  </a:extLst>
                </p14:cNvPr>
                <p14:cNvContentPartPr/>
                <p14:nvPr/>
              </p14:nvContentPartPr>
              <p14:xfrm>
                <a:off x="1842300" y="2262180"/>
                <a:ext cx="11880" cy="167400"/>
              </p14:xfrm>
            </p:contentPart>
          </mc:Choice>
          <mc:Fallback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9ECAAEA2-1F96-4B20-9901-6C1EBF23D0B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833660" y="2253540"/>
                  <a:ext cx="29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7C309EEC-BED4-47E4-9C66-CD1F14D4710E}"/>
                    </a:ext>
                  </a:extLst>
                </p14:cNvPr>
                <p14:cNvContentPartPr/>
                <p14:nvPr/>
              </p14:nvContentPartPr>
              <p14:xfrm>
                <a:off x="1843380" y="2299980"/>
                <a:ext cx="140040" cy="124560"/>
              </p14:xfrm>
            </p:contentPart>
          </mc:Choice>
          <mc:Fallback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7C309EEC-BED4-47E4-9C66-CD1F14D4710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834380" y="2290980"/>
                  <a:ext cx="157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C2B8D38E-14E3-4E3E-B1D8-BC88158B5ECA}"/>
                    </a:ext>
                  </a:extLst>
                </p14:cNvPr>
                <p14:cNvContentPartPr/>
                <p14:nvPr/>
              </p14:nvContentPartPr>
              <p14:xfrm>
                <a:off x="1613340" y="2340300"/>
                <a:ext cx="116640" cy="5400"/>
              </p14:xfrm>
            </p:contentPart>
          </mc:Choice>
          <mc:Fallback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C2B8D38E-14E3-4E3E-B1D8-BC88158B5EC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604340" y="2331660"/>
                  <a:ext cx="134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E6C71605-2BC6-4F49-B84B-17019275D92B}"/>
                    </a:ext>
                  </a:extLst>
                </p14:cNvPr>
                <p14:cNvContentPartPr/>
                <p14:nvPr/>
              </p14:nvContentPartPr>
              <p14:xfrm>
                <a:off x="1596060" y="2419860"/>
                <a:ext cx="146520" cy="360"/>
              </p14:xfrm>
            </p:contentPart>
          </mc:Choice>
          <mc:Fallback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E6C71605-2BC6-4F49-B84B-17019275D92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87060" y="2411220"/>
                  <a:ext cx="16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AB8A947F-829D-4ABA-B275-BB020EF4D17F}"/>
                    </a:ext>
                  </a:extLst>
                </p14:cNvPr>
                <p14:cNvContentPartPr/>
                <p14:nvPr/>
              </p14:nvContentPartPr>
              <p14:xfrm>
                <a:off x="650700" y="2318700"/>
                <a:ext cx="262440" cy="183240"/>
              </p14:xfrm>
            </p:contentPart>
          </mc:Choice>
          <mc:Fallback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AB8A947F-829D-4ABA-B275-BB020EF4D17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41700" y="2309700"/>
                  <a:ext cx="280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66DA9412-DDB6-43CC-BD00-EA908EF17A39}"/>
                    </a:ext>
                  </a:extLst>
                </p14:cNvPr>
                <p14:cNvContentPartPr/>
                <p14:nvPr/>
              </p14:nvContentPartPr>
              <p14:xfrm>
                <a:off x="1079100" y="2427780"/>
                <a:ext cx="174600" cy="13320"/>
              </p14:xfrm>
            </p:contentPart>
          </mc:Choice>
          <mc:Fallback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66DA9412-DDB6-43CC-BD00-EA908EF17A3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0460" y="2419140"/>
                  <a:ext cx="192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3882D0BF-1C15-4BEE-98AD-3A68D733415B}"/>
                    </a:ext>
                  </a:extLst>
                </p14:cNvPr>
                <p14:cNvContentPartPr/>
                <p14:nvPr/>
              </p14:nvContentPartPr>
              <p14:xfrm>
                <a:off x="1316700" y="2323020"/>
                <a:ext cx="16920" cy="233280"/>
              </p14:xfrm>
            </p:contentPart>
          </mc:Choice>
          <mc:Fallback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3882D0BF-1C15-4BEE-98AD-3A68D733415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308060" y="2314020"/>
                  <a:ext cx="345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AF95C8FD-03C0-41F7-B61E-E549FD9D1FC0}"/>
                    </a:ext>
                  </a:extLst>
                </p14:cNvPr>
                <p14:cNvContentPartPr/>
                <p14:nvPr/>
              </p14:nvContentPartPr>
              <p14:xfrm>
                <a:off x="793260" y="2634060"/>
                <a:ext cx="1095840" cy="30600"/>
              </p14:xfrm>
            </p:contentPart>
          </mc:Choice>
          <mc:Fallback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AF95C8FD-03C0-41F7-B61E-E549FD9D1FC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84260" y="2625060"/>
                  <a:ext cx="11134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6" name="Group 725">
            <a:extLst>
              <a:ext uri="{FF2B5EF4-FFF2-40B4-BE49-F238E27FC236}">
                <a16:creationId xmlns:a16="http://schemas.microsoft.com/office/drawing/2014/main" id="{AF246A87-E94F-484F-B414-A023026559B1}"/>
              </a:ext>
            </a:extLst>
          </p:cNvPr>
          <p:cNvGrpSpPr/>
          <p:nvPr/>
        </p:nvGrpSpPr>
        <p:grpSpPr>
          <a:xfrm>
            <a:off x="483300" y="4695780"/>
            <a:ext cx="194760" cy="83880"/>
            <a:chOff x="483300" y="4695780"/>
            <a:chExt cx="194760" cy="8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F1358009-404E-4547-A7E0-6321D3CA9827}"/>
                    </a:ext>
                  </a:extLst>
                </p14:cNvPr>
                <p14:cNvContentPartPr/>
                <p14:nvPr/>
              </p14:nvContentPartPr>
              <p14:xfrm>
                <a:off x="483300" y="4695780"/>
                <a:ext cx="136800" cy="13320"/>
              </p14:xfrm>
            </p:contentPart>
          </mc:Choice>
          <mc:Fallback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F1358009-404E-4547-A7E0-6321D3CA982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74660" y="4687140"/>
                  <a:ext cx="154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E77EBDEC-7AC9-4A99-8A12-1068BDE740E2}"/>
                    </a:ext>
                  </a:extLst>
                </p14:cNvPr>
                <p14:cNvContentPartPr/>
                <p14:nvPr/>
              </p14:nvContentPartPr>
              <p14:xfrm>
                <a:off x="510300" y="4772460"/>
                <a:ext cx="167760" cy="7200"/>
              </p14:xfrm>
            </p:contentPart>
          </mc:Choice>
          <mc:Fallback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E77EBDEC-7AC9-4A99-8A12-1068BDE740E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01660" y="4763820"/>
                  <a:ext cx="1854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712" name="Ink 711">
                <a:extLst>
                  <a:ext uri="{FF2B5EF4-FFF2-40B4-BE49-F238E27FC236}">
                    <a16:creationId xmlns:a16="http://schemas.microsoft.com/office/drawing/2014/main" id="{472433F3-C388-490E-9803-D197150F8DB2}"/>
                  </a:ext>
                </a:extLst>
              </p14:cNvPr>
              <p14:cNvContentPartPr/>
              <p14:nvPr/>
            </p14:nvContentPartPr>
            <p14:xfrm>
              <a:off x="900900" y="4634940"/>
              <a:ext cx="87480" cy="203040"/>
            </p14:xfrm>
          </p:contentPart>
        </mc:Choice>
        <mc:Fallback>
          <p:pic>
            <p:nvPicPr>
              <p:cNvPr id="712" name="Ink 711">
                <a:extLst>
                  <a:ext uri="{FF2B5EF4-FFF2-40B4-BE49-F238E27FC236}">
                    <a16:creationId xmlns:a16="http://schemas.microsoft.com/office/drawing/2014/main" id="{472433F3-C388-490E-9803-D197150F8DB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891900" y="4625940"/>
                <a:ext cx="10512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5" name="Group 724">
            <a:extLst>
              <a:ext uri="{FF2B5EF4-FFF2-40B4-BE49-F238E27FC236}">
                <a16:creationId xmlns:a16="http://schemas.microsoft.com/office/drawing/2014/main" id="{E6C89FE0-E2FF-4BDC-9B61-D7872C5BA17D}"/>
              </a:ext>
            </a:extLst>
          </p:cNvPr>
          <p:cNvGrpSpPr/>
          <p:nvPr/>
        </p:nvGrpSpPr>
        <p:grpSpPr>
          <a:xfrm>
            <a:off x="1224900" y="4447740"/>
            <a:ext cx="1895760" cy="463680"/>
            <a:chOff x="1224900" y="4447740"/>
            <a:chExt cx="1895760" cy="46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27A804AD-71D4-4C94-B713-CC85D6608D78}"/>
                    </a:ext>
                  </a:extLst>
                </p14:cNvPr>
                <p14:cNvContentPartPr/>
                <p14:nvPr/>
              </p14:nvContentPartPr>
              <p14:xfrm>
                <a:off x="1224900" y="4522980"/>
                <a:ext cx="156600" cy="388440"/>
              </p14:xfrm>
            </p:contentPart>
          </mc:Choice>
          <mc:Fallback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27A804AD-71D4-4C94-B713-CC85D6608D7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216260" y="4514340"/>
                  <a:ext cx="1742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6FF7D6B0-4341-471B-94BF-EC30A1440F85}"/>
                    </a:ext>
                  </a:extLst>
                </p14:cNvPr>
                <p14:cNvContentPartPr/>
                <p14:nvPr/>
              </p14:nvContentPartPr>
              <p14:xfrm>
                <a:off x="1429380" y="4656540"/>
                <a:ext cx="133200" cy="183240"/>
              </p14:xfrm>
            </p:contentPart>
          </mc:Choice>
          <mc:Fallback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6FF7D6B0-4341-471B-94BF-EC30A1440F8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420380" y="4647540"/>
                  <a:ext cx="150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9B87B3CD-B9EC-4ACB-9CD9-0DE18978A569}"/>
                    </a:ext>
                  </a:extLst>
                </p14:cNvPr>
                <p14:cNvContentPartPr/>
                <p14:nvPr/>
              </p14:nvContentPartPr>
              <p14:xfrm>
                <a:off x="1669500" y="4742940"/>
                <a:ext cx="94320" cy="360"/>
              </p14:xfrm>
            </p:contentPart>
          </mc:Choice>
          <mc:Fallback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9B87B3CD-B9EC-4ACB-9CD9-0DE18978A56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660860" y="4734300"/>
                  <a:ext cx="11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1B95DD46-0D31-4999-AA30-C5B62A2A37DD}"/>
                    </a:ext>
                  </a:extLst>
                </p14:cNvPr>
                <p14:cNvContentPartPr/>
                <p14:nvPr/>
              </p14:nvContentPartPr>
              <p14:xfrm>
                <a:off x="1883700" y="4601100"/>
                <a:ext cx="110160" cy="236880"/>
              </p14:xfrm>
            </p:contentPart>
          </mc:Choice>
          <mc:Fallback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1B95DD46-0D31-4999-AA30-C5B62A2A37D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874700" y="4592100"/>
                  <a:ext cx="1278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DE7418EE-2EA5-4FE6-B5BE-3C8FD1C53B80}"/>
                    </a:ext>
                  </a:extLst>
                </p14:cNvPr>
                <p14:cNvContentPartPr/>
                <p14:nvPr/>
              </p14:nvContentPartPr>
              <p14:xfrm>
                <a:off x="2073060" y="4677420"/>
                <a:ext cx="141840" cy="141480"/>
              </p14:xfrm>
            </p:contentPart>
          </mc:Choice>
          <mc:Fallback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DE7418EE-2EA5-4FE6-B5BE-3C8FD1C53B8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064420" y="4668420"/>
                  <a:ext cx="159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2DA03E97-A759-4A83-8CE0-2BFD9999F665}"/>
                    </a:ext>
                  </a:extLst>
                </p14:cNvPr>
                <p14:cNvContentPartPr/>
                <p14:nvPr/>
              </p14:nvContentPartPr>
              <p14:xfrm>
                <a:off x="2331540" y="4727460"/>
                <a:ext cx="102960" cy="3960"/>
              </p14:xfrm>
            </p:contentPart>
          </mc:Choice>
          <mc:Fallback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2DA03E97-A759-4A83-8CE0-2BFD9999F66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322900" y="4718820"/>
                  <a:ext cx="120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D25BC614-1707-4E42-9365-64AED11EF2E4}"/>
                    </a:ext>
                  </a:extLst>
                </p14:cNvPr>
                <p14:cNvContentPartPr/>
                <p14:nvPr/>
              </p14:nvContentPartPr>
              <p14:xfrm>
                <a:off x="2488140" y="4666260"/>
                <a:ext cx="4320" cy="163440"/>
              </p14:xfrm>
            </p:contentPart>
          </mc:Choice>
          <mc:Fallback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D25BC614-1707-4E42-9365-64AED11EF2E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479500" y="4657620"/>
                  <a:ext cx="21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392BB17B-960B-4AD7-A508-4BA3BFE4FFC1}"/>
                    </a:ext>
                  </a:extLst>
                </p14:cNvPr>
                <p14:cNvContentPartPr/>
                <p14:nvPr/>
              </p14:nvContentPartPr>
              <p14:xfrm>
                <a:off x="2570940" y="4604700"/>
                <a:ext cx="93600" cy="223920"/>
              </p14:xfrm>
            </p:contentPart>
          </mc:Choice>
          <mc:Fallback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392BB17B-960B-4AD7-A508-4BA3BFE4FFC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562300" y="4595700"/>
                  <a:ext cx="1112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36DAFD1D-1185-486B-8F12-AFEB92DEDDDA}"/>
                    </a:ext>
                  </a:extLst>
                </p14:cNvPr>
                <p14:cNvContentPartPr/>
                <p14:nvPr/>
              </p14:nvContentPartPr>
              <p14:xfrm>
                <a:off x="2665620" y="4447740"/>
                <a:ext cx="173520" cy="442080"/>
              </p14:xfrm>
            </p:contentPart>
          </mc:Choice>
          <mc:Fallback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36DAFD1D-1185-486B-8F12-AFEB92DEDDD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656980" y="4438740"/>
                  <a:ext cx="1911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6D0FA05C-C4FC-448D-9E66-1311BBDDB5B3}"/>
                    </a:ext>
                  </a:extLst>
                </p14:cNvPr>
                <p14:cNvContentPartPr/>
                <p14:nvPr/>
              </p14:nvContentPartPr>
              <p14:xfrm>
                <a:off x="2985660" y="4667700"/>
                <a:ext cx="135000" cy="2160"/>
              </p14:xfrm>
            </p:contentPart>
          </mc:Choice>
          <mc:Fallback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6D0FA05C-C4FC-448D-9E66-1311BBDDB5B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977020" y="4659060"/>
                  <a:ext cx="1526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433D348D-F0DF-4D70-AF99-D40D250F7BBA}"/>
                    </a:ext>
                  </a:extLst>
                </p14:cNvPr>
                <p14:cNvContentPartPr/>
                <p14:nvPr/>
              </p14:nvContentPartPr>
              <p14:xfrm>
                <a:off x="3017700" y="4568340"/>
                <a:ext cx="10080" cy="255600"/>
              </p14:xfrm>
            </p:contentPart>
          </mc:Choice>
          <mc:Fallback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433D348D-F0DF-4D70-AF99-D40D250F7BB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008700" y="4559340"/>
                  <a:ext cx="277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7DA1DDE2-3783-4D68-AB94-F437E3154313}"/>
              </a:ext>
            </a:extLst>
          </p:cNvPr>
          <p:cNvGrpSpPr/>
          <p:nvPr/>
        </p:nvGrpSpPr>
        <p:grpSpPr>
          <a:xfrm>
            <a:off x="3330540" y="4546380"/>
            <a:ext cx="2049120" cy="402120"/>
            <a:chOff x="3330540" y="4546380"/>
            <a:chExt cx="204912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DC7397D3-2AC7-4FCC-9295-837FD4AE6EC0}"/>
                    </a:ext>
                  </a:extLst>
                </p14:cNvPr>
                <p14:cNvContentPartPr/>
                <p14:nvPr/>
              </p14:nvContentPartPr>
              <p14:xfrm>
                <a:off x="3330540" y="4550700"/>
                <a:ext cx="106200" cy="350280"/>
              </p14:xfrm>
            </p:contentPart>
          </mc:Choice>
          <mc:Fallback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DC7397D3-2AC7-4FCC-9295-837FD4AE6EC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321540" y="4542060"/>
                  <a:ext cx="1238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742EDEA3-F768-41B0-BECD-C350DD47F9F9}"/>
                    </a:ext>
                  </a:extLst>
                </p14:cNvPr>
                <p14:cNvContentPartPr/>
                <p14:nvPr/>
              </p14:nvContentPartPr>
              <p14:xfrm>
                <a:off x="3513060" y="4671660"/>
                <a:ext cx="148320" cy="160920"/>
              </p14:xfrm>
            </p:contentPart>
          </mc:Choice>
          <mc:Fallback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742EDEA3-F768-41B0-BECD-C350DD47F9F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04420" y="4663020"/>
                  <a:ext cx="165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D6300E46-9AB8-478F-8D3B-63315858FEE4}"/>
                    </a:ext>
                  </a:extLst>
                </p14:cNvPr>
                <p14:cNvContentPartPr/>
                <p14:nvPr/>
              </p14:nvContentPartPr>
              <p14:xfrm>
                <a:off x="3756060" y="4742940"/>
                <a:ext cx="99360" cy="5760"/>
              </p14:xfrm>
            </p:contentPart>
          </mc:Choice>
          <mc:Fallback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D6300E46-9AB8-478F-8D3B-63315858FEE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747060" y="4734300"/>
                  <a:ext cx="117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F9468488-0B9D-4300-A955-B4EEA4A521B5}"/>
                    </a:ext>
                  </a:extLst>
                </p14:cNvPr>
                <p14:cNvContentPartPr/>
                <p14:nvPr/>
              </p14:nvContentPartPr>
              <p14:xfrm>
                <a:off x="4007700" y="4590660"/>
                <a:ext cx="129240" cy="237600"/>
              </p14:xfrm>
            </p:contentPart>
          </mc:Choice>
          <mc:Fallback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F9468488-0B9D-4300-A955-B4EEA4A521B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999060" y="4582020"/>
                  <a:ext cx="146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6206598E-6D6A-4563-B0FD-50F74675314A}"/>
                    </a:ext>
                  </a:extLst>
                </p14:cNvPr>
                <p14:cNvContentPartPr/>
                <p14:nvPr/>
              </p14:nvContentPartPr>
              <p14:xfrm>
                <a:off x="4163940" y="4667700"/>
                <a:ext cx="143640" cy="139680"/>
              </p14:xfrm>
            </p:contentPart>
          </mc:Choice>
          <mc:Fallback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6206598E-6D6A-4563-B0FD-50F74675314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154940" y="4659060"/>
                  <a:ext cx="161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5DECCBB6-6BA6-47F9-87E5-2274C135153E}"/>
                    </a:ext>
                  </a:extLst>
                </p14:cNvPr>
                <p14:cNvContentPartPr/>
                <p14:nvPr/>
              </p14:nvContentPartPr>
              <p14:xfrm>
                <a:off x="4409820" y="4730340"/>
                <a:ext cx="123480" cy="14760"/>
              </p14:xfrm>
            </p:contentPart>
          </mc:Choice>
          <mc:Fallback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5DECCBB6-6BA6-47F9-87E5-2274C135153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400820" y="4721700"/>
                  <a:ext cx="141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2179C94B-F8E9-4E9E-B302-D9F77A1B0F82}"/>
                    </a:ext>
                  </a:extLst>
                </p14:cNvPr>
                <p14:cNvContentPartPr/>
                <p14:nvPr/>
              </p14:nvContentPartPr>
              <p14:xfrm>
                <a:off x="4606740" y="4651860"/>
                <a:ext cx="7920" cy="170280"/>
              </p14:xfrm>
            </p:contentPart>
          </mc:Choice>
          <mc:Fallback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2179C94B-F8E9-4E9E-B302-D9F77A1B0F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597740" y="4642860"/>
                  <a:ext cx="25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FE157C51-EF47-4C6A-99FD-03F9313220C5}"/>
                    </a:ext>
                  </a:extLst>
                </p14:cNvPr>
                <p14:cNvContentPartPr/>
                <p14:nvPr/>
              </p14:nvContentPartPr>
              <p14:xfrm>
                <a:off x="4721940" y="4567260"/>
                <a:ext cx="92520" cy="288720"/>
              </p14:xfrm>
            </p:contentPart>
          </mc:Choice>
          <mc:Fallback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FE157C51-EF47-4C6A-99FD-03F9313220C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13300" y="4558620"/>
                  <a:ext cx="110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EB0245CB-3C43-4EDE-B292-070AF78C3DAC}"/>
                    </a:ext>
                  </a:extLst>
                </p14:cNvPr>
                <p14:cNvContentPartPr/>
                <p14:nvPr/>
              </p14:nvContentPartPr>
              <p14:xfrm>
                <a:off x="4956300" y="4752660"/>
                <a:ext cx="140400" cy="360"/>
              </p14:xfrm>
            </p:contentPart>
          </mc:Choice>
          <mc:Fallback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EB0245CB-3C43-4EDE-B292-070AF78C3DA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947660" y="4743660"/>
                  <a:ext cx="158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DFC63602-E723-4348-B7DD-FD564E1E1622}"/>
                    </a:ext>
                  </a:extLst>
                </p14:cNvPr>
                <p14:cNvContentPartPr/>
                <p14:nvPr/>
              </p14:nvContentPartPr>
              <p14:xfrm>
                <a:off x="5192820" y="4655460"/>
                <a:ext cx="4320" cy="177120"/>
              </p14:xfrm>
            </p:contentPart>
          </mc:Choice>
          <mc:Fallback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DFC63602-E723-4348-B7DD-FD564E1E162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183820" y="4646460"/>
                  <a:ext cx="21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009E2136-0E98-4481-9B81-8042A944C71E}"/>
                    </a:ext>
                  </a:extLst>
                </p14:cNvPr>
                <p14:cNvContentPartPr/>
                <p14:nvPr/>
              </p14:nvContentPartPr>
              <p14:xfrm>
                <a:off x="5197500" y="4546380"/>
                <a:ext cx="182160" cy="402120"/>
              </p14:xfrm>
            </p:contentPart>
          </mc:Choice>
          <mc:Fallback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009E2136-0E98-4481-9B81-8042A944C71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188860" y="4537740"/>
                  <a:ext cx="199800" cy="41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4DE70BCA-B956-479F-B41C-6F6E501A89E3}"/>
              </a:ext>
            </a:extLst>
          </p:cNvPr>
          <p:cNvGrpSpPr/>
          <p:nvPr/>
        </p:nvGrpSpPr>
        <p:grpSpPr>
          <a:xfrm>
            <a:off x="5610420" y="4606860"/>
            <a:ext cx="170280" cy="258120"/>
            <a:chOff x="5610420" y="4606860"/>
            <a:chExt cx="17028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34EDAFED-C40D-4B73-9766-8CAAC53B3FB3}"/>
                    </a:ext>
                  </a:extLst>
                </p14:cNvPr>
                <p14:cNvContentPartPr/>
                <p14:nvPr/>
              </p14:nvContentPartPr>
              <p14:xfrm>
                <a:off x="5610420" y="4688580"/>
                <a:ext cx="170280" cy="21960"/>
              </p14:xfrm>
            </p:contentPart>
          </mc:Choice>
          <mc:Fallback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34EDAFED-C40D-4B73-9766-8CAAC53B3FB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601420" y="4679580"/>
                  <a:ext cx="187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49B44B87-4D8F-41ED-A5AE-83BB736DAC21}"/>
                    </a:ext>
                  </a:extLst>
                </p14:cNvPr>
                <p14:cNvContentPartPr/>
                <p14:nvPr/>
              </p14:nvContentPartPr>
              <p14:xfrm>
                <a:off x="5692140" y="4606860"/>
                <a:ext cx="20160" cy="258120"/>
              </p14:xfrm>
            </p:contentPart>
          </mc:Choice>
          <mc:Fallback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49B44B87-4D8F-41ED-A5AE-83BB736DAC2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83500" y="4597860"/>
                  <a:ext cx="3780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0" name="Group 759">
            <a:extLst>
              <a:ext uri="{FF2B5EF4-FFF2-40B4-BE49-F238E27FC236}">
                <a16:creationId xmlns:a16="http://schemas.microsoft.com/office/drawing/2014/main" id="{8749B709-9BCD-4394-A3D0-F8A9E1A42554}"/>
              </a:ext>
            </a:extLst>
          </p:cNvPr>
          <p:cNvGrpSpPr/>
          <p:nvPr/>
        </p:nvGrpSpPr>
        <p:grpSpPr>
          <a:xfrm>
            <a:off x="5892300" y="4560420"/>
            <a:ext cx="3145680" cy="395280"/>
            <a:chOff x="5892300" y="4560420"/>
            <a:chExt cx="314568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B733BA03-D019-429D-B286-11D9C33319EC}"/>
                    </a:ext>
                  </a:extLst>
                </p14:cNvPr>
                <p14:cNvContentPartPr/>
                <p14:nvPr/>
              </p14:nvContentPartPr>
              <p14:xfrm>
                <a:off x="5892300" y="4560420"/>
                <a:ext cx="116640" cy="318240"/>
              </p14:xfrm>
            </p:contentPart>
          </mc:Choice>
          <mc:Fallback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B733BA03-D019-429D-B286-11D9C33319E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883660" y="4551420"/>
                  <a:ext cx="1342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C0B34806-2150-4EF2-914E-9482A9D1761B}"/>
                    </a:ext>
                  </a:extLst>
                </p14:cNvPr>
                <p14:cNvContentPartPr/>
                <p14:nvPr/>
              </p14:nvContentPartPr>
              <p14:xfrm>
                <a:off x="6128100" y="4689300"/>
                <a:ext cx="133200" cy="145080"/>
              </p14:xfrm>
            </p:contentPart>
          </mc:Choice>
          <mc:Fallback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C0B34806-2150-4EF2-914E-9482A9D1761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119460" y="4680660"/>
                  <a:ext cx="1508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DDABAB91-9F8B-49AA-AE04-86281FC6CE8A}"/>
                    </a:ext>
                  </a:extLst>
                </p14:cNvPr>
                <p14:cNvContentPartPr/>
                <p14:nvPr/>
              </p14:nvContentPartPr>
              <p14:xfrm>
                <a:off x="6362100" y="4755180"/>
                <a:ext cx="124560" cy="9720"/>
              </p14:xfrm>
            </p:contentPart>
          </mc:Choice>
          <mc:Fallback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DDABAB91-9F8B-49AA-AE04-86281FC6CE8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353100" y="4746540"/>
                  <a:ext cx="142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744" name="Ink 743">
                  <a:extLst>
                    <a:ext uri="{FF2B5EF4-FFF2-40B4-BE49-F238E27FC236}">
                      <a16:creationId xmlns:a16="http://schemas.microsoft.com/office/drawing/2014/main" id="{776E71E2-6B6F-4514-BF4F-6680F728BB33}"/>
                    </a:ext>
                  </a:extLst>
                </p14:cNvPr>
                <p14:cNvContentPartPr/>
                <p14:nvPr/>
              </p14:nvContentPartPr>
              <p14:xfrm>
                <a:off x="6598980" y="4617660"/>
                <a:ext cx="108000" cy="213120"/>
              </p14:xfrm>
            </p:contentPart>
          </mc:Choice>
          <mc:Fallback>
            <p:pic>
              <p:nvPicPr>
                <p:cNvPr id="744" name="Ink 743">
                  <a:extLst>
                    <a:ext uri="{FF2B5EF4-FFF2-40B4-BE49-F238E27FC236}">
                      <a16:creationId xmlns:a16="http://schemas.microsoft.com/office/drawing/2014/main" id="{776E71E2-6B6F-4514-BF4F-6680F728BB3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590340" y="4609020"/>
                  <a:ext cx="125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1BFC65B0-8722-410E-B5EA-C72639A40A93}"/>
                    </a:ext>
                  </a:extLst>
                </p14:cNvPr>
                <p14:cNvContentPartPr/>
                <p14:nvPr/>
              </p14:nvContentPartPr>
              <p14:xfrm>
                <a:off x="6728580" y="4681740"/>
                <a:ext cx="117360" cy="121680"/>
              </p14:xfrm>
            </p:contentPart>
          </mc:Choice>
          <mc:Fallback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1BFC65B0-8722-410E-B5EA-C72639A40A9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719580" y="4672740"/>
                  <a:ext cx="135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C7BE1B6F-DD30-4093-B292-A709BB14D700}"/>
                    </a:ext>
                  </a:extLst>
                </p14:cNvPr>
                <p14:cNvContentPartPr/>
                <p14:nvPr/>
              </p14:nvContentPartPr>
              <p14:xfrm>
                <a:off x="7006140" y="4749060"/>
                <a:ext cx="117720" cy="23760"/>
              </p14:xfrm>
            </p:contentPart>
          </mc:Choice>
          <mc:Fallback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C7BE1B6F-DD30-4093-B292-A709BB14D70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997140" y="4740420"/>
                  <a:ext cx="135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57AD0D26-37B3-49DA-9AB3-CFE45A44D905}"/>
                    </a:ext>
                  </a:extLst>
                </p14:cNvPr>
                <p14:cNvContentPartPr/>
                <p14:nvPr/>
              </p14:nvContentPartPr>
              <p14:xfrm>
                <a:off x="7180020" y="4664460"/>
                <a:ext cx="10080" cy="165960"/>
              </p14:xfrm>
            </p:contentPart>
          </mc:Choice>
          <mc:Fallback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57AD0D26-37B3-49DA-9AB3-CFE45A44D90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71380" y="4655460"/>
                  <a:ext cx="27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005FDBBA-2435-4EE8-9376-8C019ABF8DC5}"/>
                    </a:ext>
                  </a:extLst>
                </p14:cNvPr>
                <p14:cNvContentPartPr/>
                <p14:nvPr/>
              </p14:nvContentPartPr>
              <p14:xfrm>
                <a:off x="7221420" y="4610460"/>
                <a:ext cx="121680" cy="279360"/>
              </p14:xfrm>
            </p:contentPart>
          </mc:Choice>
          <mc:Fallback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005FDBBA-2435-4EE8-9376-8C019ABF8DC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212780" y="4601820"/>
                  <a:ext cx="1393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972C8C1D-7A11-4805-A0C4-38D534E4BFEA}"/>
                    </a:ext>
                  </a:extLst>
                </p14:cNvPr>
                <p14:cNvContentPartPr/>
                <p14:nvPr/>
              </p14:nvContentPartPr>
              <p14:xfrm>
                <a:off x="7446780" y="4741500"/>
                <a:ext cx="88200" cy="6480"/>
              </p14:xfrm>
            </p:contentPart>
          </mc:Choice>
          <mc:Fallback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972C8C1D-7A11-4805-A0C4-38D534E4BFE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437780" y="4732500"/>
                  <a:ext cx="105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7AF1A7F8-8FC2-4CD5-BDD9-B8652753C888}"/>
                    </a:ext>
                  </a:extLst>
                </p14:cNvPr>
                <p14:cNvContentPartPr/>
                <p14:nvPr/>
              </p14:nvContentPartPr>
              <p14:xfrm>
                <a:off x="7641540" y="4664460"/>
                <a:ext cx="156960" cy="161640"/>
              </p14:xfrm>
            </p:contentPart>
          </mc:Choice>
          <mc:Fallback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7AF1A7F8-8FC2-4CD5-BDD9-B8652753C88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632540" y="4655460"/>
                  <a:ext cx="174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4C82C2DE-BEA5-4CC7-AEC9-D39B77EB1A47}"/>
                    </a:ext>
                  </a:extLst>
                </p14:cNvPr>
                <p14:cNvContentPartPr/>
                <p14:nvPr/>
              </p14:nvContentPartPr>
              <p14:xfrm>
                <a:off x="7735500" y="4602900"/>
                <a:ext cx="100080" cy="322560"/>
              </p14:xfrm>
            </p:contentPart>
          </mc:Choice>
          <mc:Fallback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4C82C2DE-BEA5-4CC7-AEC9-D39B77EB1A4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726860" y="4593900"/>
                  <a:ext cx="1177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D6827AC1-A873-48C7-898F-87D60B48F4FB}"/>
                    </a:ext>
                  </a:extLst>
                </p14:cNvPr>
                <p14:cNvContentPartPr/>
                <p14:nvPr/>
              </p14:nvContentPartPr>
              <p14:xfrm>
                <a:off x="7935660" y="4780380"/>
                <a:ext cx="100440" cy="360"/>
              </p14:xfrm>
            </p:contentPart>
          </mc:Choice>
          <mc:Fallback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D6827AC1-A873-48C7-898F-87D60B48F4F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927020" y="4771380"/>
                  <a:ext cx="118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035527F0-2C8D-4174-8552-0FC703AC9980}"/>
                    </a:ext>
                  </a:extLst>
                </p14:cNvPr>
                <p14:cNvContentPartPr/>
                <p14:nvPr/>
              </p14:nvContentPartPr>
              <p14:xfrm>
                <a:off x="7979940" y="4700820"/>
                <a:ext cx="19440" cy="174600"/>
              </p14:xfrm>
            </p:contentPart>
          </mc:Choice>
          <mc:Fallback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035527F0-2C8D-4174-8552-0FC703AC998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971300" y="4691820"/>
                  <a:ext cx="37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A8B7E818-1A09-432B-BC20-7E28DCA5D2F2}"/>
                    </a:ext>
                  </a:extLst>
                </p14:cNvPr>
                <p14:cNvContentPartPr/>
                <p14:nvPr/>
              </p14:nvContentPartPr>
              <p14:xfrm>
                <a:off x="8204220" y="4851300"/>
                <a:ext cx="144720" cy="8640"/>
              </p14:xfrm>
            </p:contentPart>
          </mc:Choice>
          <mc:Fallback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A8B7E818-1A09-432B-BC20-7E28DCA5D2F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195580" y="4842660"/>
                  <a:ext cx="162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808E8D8E-18EC-49B6-85F0-4B4E4C800096}"/>
                    </a:ext>
                  </a:extLst>
                </p14:cNvPr>
                <p14:cNvContentPartPr/>
                <p14:nvPr/>
              </p14:nvContentPartPr>
              <p14:xfrm>
                <a:off x="8445780" y="4851300"/>
                <a:ext cx="289080" cy="15120"/>
              </p14:xfrm>
            </p:contentPart>
          </mc:Choice>
          <mc:Fallback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808E8D8E-18EC-49B6-85F0-4B4E4C80009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437140" y="4842660"/>
                  <a:ext cx="306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F42FF89C-42B4-45E1-AAFF-A03342222DF0}"/>
                    </a:ext>
                  </a:extLst>
                </p14:cNvPr>
                <p14:cNvContentPartPr/>
                <p14:nvPr/>
              </p14:nvContentPartPr>
              <p14:xfrm>
                <a:off x="8740260" y="4709820"/>
                <a:ext cx="91800" cy="178200"/>
              </p14:xfrm>
            </p:contentPart>
          </mc:Choice>
          <mc:Fallback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F42FF89C-42B4-45E1-AAFF-A03342222DF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731620" y="4701180"/>
                  <a:ext cx="109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B607D7F5-7F5D-404D-87A5-A4E660CCD433}"/>
                    </a:ext>
                  </a:extLst>
                </p14:cNvPr>
                <p14:cNvContentPartPr/>
                <p14:nvPr/>
              </p14:nvContentPartPr>
              <p14:xfrm>
                <a:off x="8901900" y="4733580"/>
                <a:ext cx="136080" cy="222120"/>
              </p14:xfrm>
            </p:contentPart>
          </mc:Choice>
          <mc:Fallback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B607D7F5-7F5D-404D-87A5-A4E660CCD43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893260" y="4724940"/>
                  <a:ext cx="15372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761" name="Ink 760">
                <a:extLst>
                  <a:ext uri="{FF2B5EF4-FFF2-40B4-BE49-F238E27FC236}">
                    <a16:creationId xmlns:a16="http://schemas.microsoft.com/office/drawing/2014/main" id="{267DA71B-BA74-4A6B-982F-655F6B5C5129}"/>
                  </a:ext>
                </a:extLst>
              </p14:cNvPr>
              <p14:cNvContentPartPr/>
              <p14:nvPr/>
            </p14:nvContentPartPr>
            <p14:xfrm>
              <a:off x="1505700" y="4957140"/>
              <a:ext cx="780480" cy="34920"/>
            </p14:xfrm>
          </p:contentPart>
        </mc:Choice>
        <mc:Fallback>
          <p:pic>
            <p:nvPicPr>
              <p:cNvPr id="761" name="Ink 760">
                <a:extLst>
                  <a:ext uri="{FF2B5EF4-FFF2-40B4-BE49-F238E27FC236}">
                    <a16:creationId xmlns:a16="http://schemas.microsoft.com/office/drawing/2014/main" id="{267DA71B-BA74-4A6B-982F-655F6B5C5129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497060" y="4948140"/>
                <a:ext cx="79812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0" name="Group 769">
            <a:extLst>
              <a:ext uri="{FF2B5EF4-FFF2-40B4-BE49-F238E27FC236}">
                <a16:creationId xmlns:a16="http://schemas.microsoft.com/office/drawing/2014/main" id="{5A7C5A94-3D25-4D20-BCF8-819859B8D8A2}"/>
              </a:ext>
            </a:extLst>
          </p:cNvPr>
          <p:cNvGrpSpPr/>
          <p:nvPr/>
        </p:nvGrpSpPr>
        <p:grpSpPr>
          <a:xfrm>
            <a:off x="1473300" y="4359540"/>
            <a:ext cx="844920" cy="246960"/>
            <a:chOff x="1473300" y="4359540"/>
            <a:chExt cx="84492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7EA58447-0562-4007-9846-10D8978B6B87}"/>
                    </a:ext>
                  </a:extLst>
                </p14:cNvPr>
                <p14:cNvContentPartPr/>
                <p14:nvPr/>
              </p14:nvContentPartPr>
              <p14:xfrm>
                <a:off x="1473300" y="4384740"/>
                <a:ext cx="124200" cy="151920"/>
              </p14:xfrm>
            </p:contentPart>
          </mc:Choice>
          <mc:Fallback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7EA58447-0562-4007-9846-10D8978B6B8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464300" y="4375740"/>
                  <a:ext cx="141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B8B77CF4-910A-466E-A84F-FE0E4BFE79E6}"/>
                    </a:ext>
                  </a:extLst>
                </p14:cNvPr>
                <p14:cNvContentPartPr/>
                <p14:nvPr/>
              </p14:nvContentPartPr>
              <p14:xfrm>
                <a:off x="1691100" y="4464300"/>
                <a:ext cx="90720" cy="9000"/>
              </p14:xfrm>
            </p:contentPart>
          </mc:Choice>
          <mc:Fallback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B8B77CF4-910A-466E-A84F-FE0E4BFE79E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682460" y="4455300"/>
                  <a:ext cx="108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62C32EA1-76CF-4A93-8FE8-8E865C5CEBB9}"/>
                    </a:ext>
                  </a:extLst>
                </p14:cNvPr>
                <p14:cNvContentPartPr/>
                <p14:nvPr/>
              </p14:nvContentPartPr>
              <p14:xfrm>
                <a:off x="1828980" y="4393380"/>
                <a:ext cx="129240" cy="149040"/>
              </p14:xfrm>
            </p:contentPart>
          </mc:Choice>
          <mc:Fallback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62C32EA1-76CF-4A93-8FE8-8E865C5CEBB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820340" y="4384380"/>
                  <a:ext cx="146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95DAB4FC-7D25-4105-8291-99ED4BE18569}"/>
                    </a:ext>
                  </a:extLst>
                </p14:cNvPr>
                <p14:cNvContentPartPr/>
                <p14:nvPr/>
              </p14:nvContentPartPr>
              <p14:xfrm>
                <a:off x="2068380" y="4457100"/>
                <a:ext cx="110160" cy="14040"/>
              </p14:xfrm>
            </p:contentPart>
          </mc:Choice>
          <mc:Fallback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95DAB4FC-7D25-4105-8291-99ED4BE1856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059740" y="4448460"/>
                  <a:ext cx="127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D5346022-F482-48D3-BA84-BF199AB0B15A}"/>
                    </a:ext>
                  </a:extLst>
                </p14:cNvPr>
                <p14:cNvContentPartPr/>
                <p14:nvPr/>
              </p14:nvContentPartPr>
              <p14:xfrm>
                <a:off x="2138220" y="4389420"/>
                <a:ext cx="30600" cy="178920"/>
              </p14:xfrm>
            </p:contentPart>
          </mc:Choice>
          <mc:Fallback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D5346022-F482-48D3-BA84-BF199AB0B15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129580" y="4380420"/>
                  <a:ext cx="48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1F0F679C-3E40-4804-A6FE-C70B521ABD32}"/>
                    </a:ext>
                  </a:extLst>
                </p14:cNvPr>
                <p14:cNvContentPartPr/>
                <p14:nvPr/>
              </p14:nvContentPartPr>
              <p14:xfrm>
                <a:off x="2313900" y="4409580"/>
                <a:ext cx="4320" cy="196920"/>
              </p14:xfrm>
            </p:contentPart>
          </mc:Choice>
          <mc:Fallback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1F0F679C-3E40-4804-A6FE-C70B521ABD3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305260" y="4400940"/>
                  <a:ext cx="21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1FE70E1F-954F-4F7B-8644-81EC448946A0}"/>
                    </a:ext>
                  </a:extLst>
                </p14:cNvPr>
                <p14:cNvContentPartPr/>
                <p14:nvPr/>
              </p14:nvContentPartPr>
              <p14:xfrm>
                <a:off x="1778940" y="4372500"/>
                <a:ext cx="180360" cy="172800"/>
              </p14:xfrm>
            </p:contentPart>
          </mc:Choice>
          <mc:Fallback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1FE70E1F-954F-4F7B-8644-81EC448946A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769940" y="4363500"/>
                  <a:ext cx="198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34182C5A-29D3-485C-86E8-F9D4A9DEB0D3}"/>
                    </a:ext>
                  </a:extLst>
                </p14:cNvPr>
                <p14:cNvContentPartPr/>
                <p14:nvPr/>
              </p14:nvContentPartPr>
              <p14:xfrm>
                <a:off x="1517220" y="4359540"/>
                <a:ext cx="252360" cy="201240"/>
              </p14:xfrm>
            </p:contentPart>
          </mc:Choice>
          <mc:Fallback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34182C5A-29D3-485C-86E8-F9D4A9DEB0D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508220" y="4350540"/>
                  <a:ext cx="27000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695D8082-AE65-44AC-B78D-39BF5B857107}"/>
              </a:ext>
            </a:extLst>
          </p:cNvPr>
          <p:cNvGrpSpPr/>
          <p:nvPr/>
        </p:nvGrpSpPr>
        <p:grpSpPr>
          <a:xfrm>
            <a:off x="2286900" y="104700"/>
            <a:ext cx="7711560" cy="3544920"/>
            <a:chOff x="2286900" y="104700"/>
            <a:chExt cx="7711560" cy="354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7CBC3AB9-E3B0-41E1-976C-8F144E906DF5}"/>
                    </a:ext>
                  </a:extLst>
                </p14:cNvPr>
                <p14:cNvContentPartPr/>
                <p14:nvPr/>
              </p14:nvContentPartPr>
              <p14:xfrm>
                <a:off x="5369940" y="232860"/>
                <a:ext cx="360" cy="12744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7CBC3AB9-E3B0-41E1-976C-8F144E906DF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360940" y="224220"/>
                  <a:ext cx="18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B178B99-D0B3-4088-91C6-1BF44A3C8A71}"/>
                    </a:ext>
                  </a:extLst>
                </p14:cNvPr>
                <p14:cNvContentPartPr/>
                <p14:nvPr/>
              </p14:nvContentPartPr>
              <p14:xfrm>
                <a:off x="5286060" y="182820"/>
                <a:ext cx="209520" cy="27468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B178B99-D0B3-4088-91C6-1BF44A3C8A7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277060" y="174180"/>
                  <a:ext cx="2271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9F0C43E7-9FD9-442F-AE34-80BDC59F18D0}"/>
                    </a:ext>
                  </a:extLst>
                </p14:cNvPr>
                <p14:cNvContentPartPr/>
                <p14:nvPr/>
              </p14:nvContentPartPr>
              <p14:xfrm>
                <a:off x="5674860" y="216660"/>
                <a:ext cx="155880" cy="17712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9F0C43E7-9FD9-442F-AE34-80BDC59F18D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666220" y="208020"/>
                  <a:ext cx="1735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B9EA1D1-CC5A-4926-ABE2-27CE860F49C1}"/>
                    </a:ext>
                  </a:extLst>
                </p14:cNvPr>
                <p14:cNvContentPartPr/>
                <p14:nvPr/>
              </p14:nvContentPartPr>
              <p14:xfrm>
                <a:off x="5925060" y="175980"/>
                <a:ext cx="272160" cy="21348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B9EA1D1-CC5A-4926-ABE2-27CE860F49C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916060" y="167340"/>
                  <a:ext cx="289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F5581B4D-34E6-4CDA-8E6B-EBA92E8E6209}"/>
                    </a:ext>
                  </a:extLst>
                </p14:cNvPr>
                <p14:cNvContentPartPr/>
                <p14:nvPr/>
              </p14:nvContentPartPr>
              <p14:xfrm>
                <a:off x="6207300" y="252660"/>
                <a:ext cx="142920" cy="14544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F5581B4D-34E6-4CDA-8E6B-EBA92E8E620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198300" y="243660"/>
                  <a:ext cx="160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C0DA8CCB-768B-4D9A-8340-C2CC9D39EABB}"/>
                    </a:ext>
                  </a:extLst>
                </p14:cNvPr>
                <p14:cNvContentPartPr/>
                <p14:nvPr/>
              </p14:nvContentPartPr>
              <p14:xfrm>
                <a:off x="6391980" y="243300"/>
                <a:ext cx="97200" cy="15192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C0DA8CCB-768B-4D9A-8340-C2CC9D39EAB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383340" y="234300"/>
                  <a:ext cx="114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E0201DE-138D-4DA4-A723-00074A9FF4FD}"/>
                    </a:ext>
                  </a:extLst>
                </p14:cNvPr>
                <p14:cNvContentPartPr/>
                <p14:nvPr/>
              </p14:nvContentPartPr>
              <p14:xfrm>
                <a:off x="6597180" y="215580"/>
                <a:ext cx="61920" cy="1972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E0201DE-138D-4DA4-A723-00074A9FF4F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588180" y="206580"/>
                  <a:ext cx="79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4C4B100E-E839-48BD-A406-01BF45AE591F}"/>
                    </a:ext>
                  </a:extLst>
                </p14:cNvPr>
                <p14:cNvContentPartPr/>
                <p14:nvPr/>
              </p14:nvContentPartPr>
              <p14:xfrm>
                <a:off x="6564060" y="277860"/>
                <a:ext cx="182160" cy="1263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4C4B100E-E839-48BD-A406-01BF45AE591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555420" y="269220"/>
                  <a:ext cx="199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C9FB590-7AC6-4FCE-B063-B3D3EC88AA5E}"/>
                    </a:ext>
                  </a:extLst>
                </p14:cNvPr>
                <p14:cNvContentPartPr/>
                <p14:nvPr/>
              </p14:nvContentPartPr>
              <p14:xfrm>
                <a:off x="6753780" y="151500"/>
                <a:ext cx="198720" cy="2163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C9FB590-7AC6-4FCE-B063-B3D3EC88AA5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45140" y="142500"/>
                  <a:ext cx="216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D7601A80-E31C-480F-A501-D578B5FFC7C3}"/>
                    </a:ext>
                  </a:extLst>
                </p14:cNvPr>
                <p14:cNvContentPartPr/>
                <p14:nvPr/>
              </p14:nvContentPartPr>
              <p14:xfrm>
                <a:off x="6870420" y="182820"/>
                <a:ext cx="519120" cy="2430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D7601A80-E31C-480F-A501-D578B5FFC7C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861420" y="173820"/>
                  <a:ext cx="536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5C13723-A5D0-4843-B75A-5EFED33A7631}"/>
                    </a:ext>
                  </a:extLst>
                </p14:cNvPr>
                <p14:cNvContentPartPr/>
                <p14:nvPr/>
              </p14:nvContentPartPr>
              <p14:xfrm>
                <a:off x="7305300" y="262380"/>
                <a:ext cx="160200" cy="13176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5C13723-A5D0-4843-B75A-5EFED33A763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296660" y="253380"/>
                  <a:ext cx="177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0BC0593F-A2F8-40E4-BFCA-639C71530894}"/>
                    </a:ext>
                  </a:extLst>
                </p14:cNvPr>
                <p14:cNvContentPartPr/>
                <p14:nvPr/>
              </p14:nvContentPartPr>
              <p14:xfrm>
                <a:off x="7468020" y="168780"/>
                <a:ext cx="360" cy="349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0BC0593F-A2F8-40E4-BFCA-639C7153089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459020" y="160140"/>
                  <a:ext cx="18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976F5D7-1499-4331-B748-51C99823CE77}"/>
                    </a:ext>
                  </a:extLst>
                </p14:cNvPr>
                <p14:cNvContentPartPr/>
                <p14:nvPr/>
              </p14:nvContentPartPr>
              <p14:xfrm>
                <a:off x="7560900" y="228900"/>
                <a:ext cx="551520" cy="4510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976F5D7-1499-4331-B748-51C99823CE7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551900" y="220260"/>
                  <a:ext cx="5691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C2687BA7-85C0-448A-9B4A-0576A832A7D1}"/>
                    </a:ext>
                  </a:extLst>
                </p14:cNvPr>
                <p14:cNvContentPartPr/>
                <p14:nvPr/>
              </p14:nvContentPartPr>
              <p14:xfrm>
                <a:off x="4685220" y="758820"/>
                <a:ext cx="119520" cy="15984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C2687BA7-85C0-448A-9B4A-0576A832A7D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676220" y="749820"/>
                  <a:ext cx="137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814611EE-BA03-4FF8-95D4-B8FD52A83425}"/>
                    </a:ext>
                  </a:extLst>
                </p14:cNvPr>
                <p14:cNvContentPartPr/>
                <p14:nvPr/>
              </p14:nvContentPartPr>
              <p14:xfrm>
                <a:off x="4892580" y="685740"/>
                <a:ext cx="101160" cy="24732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814611EE-BA03-4FF8-95D4-B8FD52A8342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883940" y="677100"/>
                  <a:ext cx="118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5A5CD8BF-BC51-4467-A088-D9AB8797F331}"/>
                    </a:ext>
                  </a:extLst>
                </p14:cNvPr>
                <p14:cNvContentPartPr/>
                <p14:nvPr/>
              </p14:nvContentPartPr>
              <p14:xfrm>
                <a:off x="5059620" y="750180"/>
                <a:ext cx="186480" cy="1562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5A5CD8BF-BC51-4467-A088-D9AB8797F33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050620" y="741180"/>
                  <a:ext cx="204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F0A70D10-213E-4415-8F8A-F5BE45A30C46}"/>
                    </a:ext>
                  </a:extLst>
                </p14:cNvPr>
                <p14:cNvContentPartPr/>
                <p14:nvPr/>
              </p14:nvContentPartPr>
              <p14:xfrm>
                <a:off x="5357700" y="651180"/>
                <a:ext cx="77040" cy="25164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F0A70D10-213E-4415-8F8A-F5BE45A30C4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349060" y="642540"/>
                  <a:ext cx="946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045B0E69-4CB1-489F-97D6-17AAE4E6902E}"/>
                    </a:ext>
                  </a:extLst>
                </p14:cNvPr>
                <p14:cNvContentPartPr/>
                <p14:nvPr/>
              </p14:nvContentPartPr>
              <p14:xfrm>
                <a:off x="5609340" y="780420"/>
                <a:ext cx="107280" cy="108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045B0E69-4CB1-489F-97D6-17AAE4E6902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600700" y="771420"/>
                  <a:ext cx="124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036D90DA-844B-4FAB-80A1-4DD70E686E4C}"/>
                    </a:ext>
                  </a:extLst>
                </p14:cNvPr>
                <p14:cNvContentPartPr/>
                <p14:nvPr/>
              </p14:nvContentPartPr>
              <p14:xfrm>
                <a:off x="5611500" y="845220"/>
                <a:ext cx="165960" cy="396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036D90DA-844B-4FAB-80A1-4DD70E686E4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602500" y="836580"/>
                  <a:ext cx="183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63973606-338F-4CA0-98D7-DD9B2DF0542F}"/>
                    </a:ext>
                  </a:extLst>
                </p14:cNvPr>
                <p14:cNvContentPartPr/>
                <p14:nvPr/>
              </p14:nvContentPartPr>
              <p14:xfrm>
                <a:off x="5961780" y="715260"/>
                <a:ext cx="95040" cy="1432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63973606-338F-4CA0-98D7-DD9B2DF0542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952780" y="706260"/>
                  <a:ext cx="112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8B08A3E4-BCC4-4CF5-9D78-AD9DCA4965C5}"/>
                    </a:ext>
                  </a:extLst>
                </p14:cNvPr>
                <p14:cNvContentPartPr/>
                <p14:nvPr/>
              </p14:nvContentPartPr>
              <p14:xfrm>
                <a:off x="6186780" y="684300"/>
                <a:ext cx="75600" cy="2376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8B08A3E4-BCC4-4CF5-9D78-AD9DCA4965C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178140" y="675300"/>
                  <a:ext cx="932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18B60FB5-A8B0-43F0-B446-5E31686E7821}"/>
                    </a:ext>
                  </a:extLst>
                </p14:cNvPr>
                <p14:cNvContentPartPr/>
                <p14:nvPr/>
              </p14:nvContentPartPr>
              <p14:xfrm>
                <a:off x="6368940" y="752700"/>
                <a:ext cx="158040" cy="15372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18B60FB5-A8B0-43F0-B446-5E31686E782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359940" y="743700"/>
                  <a:ext cx="175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AB598C5-D139-4AD6-AAD5-D76D025BFB0E}"/>
                    </a:ext>
                  </a:extLst>
                </p14:cNvPr>
                <p14:cNvContentPartPr/>
                <p14:nvPr/>
              </p14:nvContentPartPr>
              <p14:xfrm>
                <a:off x="6656580" y="811380"/>
                <a:ext cx="146520" cy="219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AB598C5-D139-4AD6-AAD5-D76D025BFB0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647940" y="802740"/>
                  <a:ext cx="164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ACA3AC3-43CA-49C9-99D2-656D39612D70}"/>
                    </a:ext>
                  </a:extLst>
                </p14:cNvPr>
                <p14:cNvContentPartPr/>
                <p14:nvPr/>
              </p14:nvContentPartPr>
              <p14:xfrm>
                <a:off x="6829020" y="704100"/>
                <a:ext cx="199440" cy="21600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ACA3AC3-43CA-49C9-99D2-656D39612D7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820020" y="695460"/>
                  <a:ext cx="217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D85B2366-0214-418B-BCB3-ABB9E6D35023}"/>
                    </a:ext>
                  </a:extLst>
                </p14:cNvPr>
                <p14:cNvContentPartPr/>
                <p14:nvPr/>
              </p14:nvContentPartPr>
              <p14:xfrm>
                <a:off x="7186140" y="814980"/>
                <a:ext cx="148680" cy="288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D85B2366-0214-418B-BCB3-ABB9E6D3502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77140" y="805980"/>
                  <a:ext cx="1663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968912F2-6AF3-45C2-A651-16976348458A}"/>
                    </a:ext>
                  </a:extLst>
                </p14:cNvPr>
                <p14:cNvContentPartPr/>
                <p14:nvPr/>
              </p14:nvContentPartPr>
              <p14:xfrm>
                <a:off x="7224300" y="731820"/>
                <a:ext cx="10080" cy="1789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968912F2-6AF3-45C2-A651-16976348458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215660" y="722820"/>
                  <a:ext cx="27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F719A504-D2E9-4BE7-A599-D11249125E76}"/>
                    </a:ext>
                  </a:extLst>
                </p14:cNvPr>
                <p14:cNvContentPartPr/>
                <p14:nvPr/>
              </p14:nvContentPartPr>
              <p14:xfrm>
                <a:off x="7486020" y="749100"/>
                <a:ext cx="195840" cy="1544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F719A504-D2E9-4BE7-A599-D11249125E7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77020" y="740460"/>
                  <a:ext cx="213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CFC34B4-8098-4F0F-BB9D-1B1EDFB338C3}"/>
                    </a:ext>
                  </a:extLst>
                </p14:cNvPr>
                <p14:cNvContentPartPr/>
                <p14:nvPr/>
              </p14:nvContentPartPr>
              <p14:xfrm>
                <a:off x="6029820" y="972660"/>
                <a:ext cx="708120" cy="3600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CFC34B4-8098-4F0F-BB9D-1B1EDFB338C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021180" y="963660"/>
                  <a:ext cx="725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85FA3A85-01DE-4873-9F5B-40B42653E338}"/>
                    </a:ext>
                  </a:extLst>
                </p14:cNvPr>
                <p14:cNvContentPartPr/>
                <p14:nvPr/>
              </p14:nvContentPartPr>
              <p14:xfrm>
                <a:off x="6013260" y="966540"/>
                <a:ext cx="1156320" cy="3240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85FA3A85-01DE-4873-9F5B-40B42653E33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004620" y="957540"/>
                  <a:ext cx="1173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C5EEC5B7-809C-4656-9009-D63333BB3154}"/>
                    </a:ext>
                  </a:extLst>
                </p14:cNvPr>
                <p14:cNvContentPartPr/>
                <p14:nvPr/>
              </p14:nvContentPartPr>
              <p14:xfrm>
                <a:off x="6217020" y="986340"/>
                <a:ext cx="868320" cy="3708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C5EEC5B7-809C-4656-9009-D63333BB315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08020" y="977340"/>
                  <a:ext cx="885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BD12B6BE-671E-46F9-AC22-3BC1A786E2D3}"/>
                    </a:ext>
                  </a:extLst>
                </p14:cNvPr>
                <p14:cNvContentPartPr/>
                <p14:nvPr/>
              </p14:nvContentPartPr>
              <p14:xfrm>
                <a:off x="3826620" y="1417980"/>
                <a:ext cx="123120" cy="1332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BD12B6BE-671E-46F9-AC22-3BC1A786E2D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817620" y="1408980"/>
                  <a:ext cx="140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3518A4D6-D3C0-4BC5-8C0D-D55F98589D5C}"/>
                    </a:ext>
                  </a:extLst>
                </p14:cNvPr>
                <p14:cNvContentPartPr/>
                <p14:nvPr/>
              </p14:nvContentPartPr>
              <p14:xfrm>
                <a:off x="3792780" y="1487820"/>
                <a:ext cx="226800" cy="504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3518A4D6-D3C0-4BC5-8C0D-D55F98589D5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84140" y="1479180"/>
                  <a:ext cx="244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F8AFDFA5-5321-4F02-A350-4546689A2F14}"/>
                    </a:ext>
                  </a:extLst>
                </p14:cNvPr>
                <p14:cNvContentPartPr/>
                <p14:nvPr/>
              </p14:nvContentPartPr>
              <p14:xfrm>
                <a:off x="4177620" y="1317180"/>
                <a:ext cx="114480" cy="19440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F8AFDFA5-5321-4F02-A350-4546689A2F1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168980" y="1308540"/>
                  <a:ext cx="132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C912C3DC-A881-4225-BE86-5C1B66393DD8}"/>
                    </a:ext>
                  </a:extLst>
                </p14:cNvPr>
                <p14:cNvContentPartPr/>
                <p14:nvPr/>
              </p14:nvContentPartPr>
              <p14:xfrm>
                <a:off x="4441140" y="1283700"/>
                <a:ext cx="165600" cy="26460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C912C3DC-A881-4225-BE86-5C1B66393DD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32500" y="1274700"/>
                  <a:ext cx="183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C79735E7-1AC3-41DE-846F-852E9FB7B5F0}"/>
                    </a:ext>
                  </a:extLst>
                </p14:cNvPr>
                <p14:cNvContentPartPr/>
                <p14:nvPr/>
              </p14:nvContentPartPr>
              <p14:xfrm>
                <a:off x="4644180" y="1333740"/>
                <a:ext cx="144000" cy="14688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C79735E7-1AC3-41DE-846F-852E9FB7B5F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635180" y="1325100"/>
                  <a:ext cx="161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96DE0197-A321-4CEF-8CA9-3E8084E48A4D}"/>
                    </a:ext>
                  </a:extLst>
                </p14:cNvPr>
                <p14:cNvContentPartPr/>
                <p14:nvPr/>
              </p14:nvContentPartPr>
              <p14:xfrm>
                <a:off x="4869180" y="1405740"/>
                <a:ext cx="133200" cy="936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96DE0197-A321-4CEF-8CA9-3E8084E48A4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860540" y="1396740"/>
                  <a:ext cx="150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AB641002-0C38-406F-A193-FC9A50F66887}"/>
                    </a:ext>
                  </a:extLst>
                </p14:cNvPr>
                <p14:cNvContentPartPr/>
                <p14:nvPr/>
              </p14:nvContentPartPr>
              <p14:xfrm>
                <a:off x="5054220" y="1325820"/>
                <a:ext cx="178560" cy="13320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AB641002-0C38-406F-A193-FC9A50F6688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045220" y="1317180"/>
                  <a:ext cx="196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2E64385D-866F-4C14-998F-3669E3C93DC6}"/>
                    </a:ext>
                  </a:extLst>
                </p14:cNvPr>
                <p14:cNvContentPartPr/>
                <p14:nvPr/>
              </p14:nvContentPartPr>
              <p14:xfrm>
                <a:off x="5281380" y="1252380"/>
                <a:ext cx="102240" cy="31392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2E64385D-866F-4C14-998F-3669E3C93DC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272380" y="1243740"/>
                  <a:ext cx="1198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7BE67C38-5A4C-4704-9B3A-841EE4DAC448}"/>
                    </a:ext>
                  </a:extLst>
                </p14:cNvPr>
                <p14:cNvContentPartPr/>
                <p14:nvPr/>
              </p14:nvContentPartPr>
              <p14:xfrm>
                <a:off x="5512140" y="1391700"/>
                <a:ext cx="156240" cy="1260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7BE67C38-5A4C-4704-9B3A-841EE4DAC44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503500" y="1383060"/>
                  <a:ext cx="173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B773561F-4087-4BC7-A6B1-84C7CF91BA0F}"/>
                    </a:ext>
                  </a:extLst>
                </p14:cNvPr>
                <p14:cNvContentPartPr/>
                <p14:nvPr/>
              </p14:nvContentPartPr>
              <p14:xfrm>
                <a:off x="5566140" y="1306740"/>
                <a:ext cx="50400" cy="18144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B773561F-4087-4BC7-A6B1-84C7CF91BA0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557140" y="1298100"/>
                  <a:ext cx="68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76448BE7-4FBB-4485-848C-D9E3CC8996EA}"/>
                    </a:ext>
                  </a:extLst>
                </p14:cNvPr>
                <p14:cNvContentPartPr/>
                <p14:nvPr/>
              </p14:nvContentPartPr>
              <p14:xfrm>
                <a:off x="5851620" y="1342380"/>
                <a:ext cx="162720" cy="14832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76448BE7-4FBB-4485-848C-D9E3CC8996E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42620" y="1333740"/>
                  <a:ext cx="180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CEAE8C11-7DDB-43D9-88DC-084C30C89958}"/>
                    </a:ext>
                  </a:extLst>
                </p14:cNvPr>
                <p14:cNvContentPartPr/>
                <p14:nvPr/>
              </p14:nvContentPartPr>
              <p14:xfrm>
                <a:off x="6123420" y="1391700"/>
                <a:ext cx="126360" cy="1584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CEAE8C11-7DDB-43D9-88DC-084C30C8995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114780" y="1383060"/>
                  <a:ext cx="144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8B093C42-4E8C-4832-AFBB-FDD49E3BFD43}"/>
                    </a:ext>
                  </a:extLst>
                </p14:cNvPr>
                <p14:cNvContentPartPr/>
                <p14:nvPr/>
              </p14:nvContentPartPr>
              <p14:xfrm>
                <a:off x="6359220" y="1298820"/>
                <a:ext cx="4320" cy="20844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8B093C42-4E8C-4832-AFBB-FDD49E3BFD4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350220" y="1290180"/>
                  <a:ext cx="219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CEFDFE7F-0EB5-4035-A3C0-89ED17AB9A0B}"/>
                    </a:ext>
                  </a:extLst>
                </p14:cNvPr>
                <p14:cNvContentPartPr/>
                <p14:nvPr/>
              </p14:nvContentPartPr>
              <p14:xfrm>
                <a:off x="4215780" y="1669980"/>
                <a:ext cx="12960" cy="468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CEFDFE7F-0EB5-4035-A3C0-89ED17AB9A0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207140" y="1660980"/>
                  <a:ext cx="30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2184DCB0-7438-461F-A206-4DC70C129499}"/>
                    </a:ext>
                  </a:extLst>
                </p14:cNvPr>
                <p14:cNvContentPartPr/>
                <p14:nvPr/>
              </p14:nvContentPartPr>
              <p14:xfrm>
                <a:off x="4237380" y="1585380"/>
                <a:ext cx="2259000" cy="30168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2184DCB0-7438-461F-A206-4DC70C12949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228740" y="1576380"/>
                  <a:ext cx="22766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9ACA18FE-C743-440C-BCAC-FB91CA60DC8C}"/>
                    </a:ext>
                  </a:extLst>
                </p14:cNvPr>
                <p14:cNvContentPartPr/>
                <p14:nvPr/>
              </p14:nvContentPartPr>
              <p14:xfrm>
                <a:off x="6610500" y="1372620"/>
                <a:ext cx="226080" cy="2628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9ACA18FE-C743-440C-BCAC-FB91CA60DC8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01500" y="1363980"/>
                  <a:ext cx="243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1AC66209-B568-4742-8B2A-215836504997}"/>
                    </a:ext>
                  </a:extLst>
                </p14:cNvPr>
                <p14:cNvContentPartPr/>
                <p14:nvPr/>
              </p14:nvContentPartPr>
              <p14:xfrm>
                <a:off x="6727500" y="1285500"/>
                <a:ext cx="14040" cy="19908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1AC66209-B568-4742-8B2A-21583650499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718860" y="1276860"/>
                  <a:ext cx="31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9C7FCBAE-4039-478C-80EB-84908CC28E6B}"/>
                    </a:ext>
                  </a:extLst>
                </p14:cNvPr>
                <p14:cNvContentPartPr/>
                <p14:nvPr/>
              </p14:nvContentPartPr>
              <p14:xfrm>
                <a:off x="7038180" y="1323660"/>
                <a:ext cx="335160" cy="21924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9C7FCBAE-4039-478C-80EB-84908CC28E6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029180" y="1314660"/>
                  <a:ext cx="352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7F46371B-9392-4137-AD70-EDC4DDD49E1C}"/>
                    </a:ext>
                  </a:extLst>
                </p14:cNvPr>
                <p14:cNvContentPartPr/>
                <p14:nvPr/>
              </p14:nvContentPartPr>
              <p14:xfrm>
                <a:off x="3945420" y="2139420"/>
                <a:ext cx="87480" cy="2808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7F46371B-9392-4137-AD70-EDC4DDD49E1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936420" y="2130420"/>
                  <a:ext cx="105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F88005BE-20F9-435B-B027-A5CBBDFC1A50}"/>
                    </a:ext>
                  </a:extLst>
                </p14:cNvPr>
                <p14:cNvContentPartPr/>
                <p14:nvPr/>
              </p14:nvContentPartPr>
              <p14:xfrm>
                <a:off x="3927060" y="2207100"/>
                <a:ext cx="165960" cy="648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F88005BE-20F9-435B-B027-A5CBBDFC1A5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918060" y="2198100"/>
                  <a:ext cx="183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39153A15-79E0-4B56-9AFA-EDEE2061AED9}"/>
                    </a:ext>
                  </a:extLst>
                </p14:cNvPr>
                <p14:cNvContentPartPr/>
                <p14:nvPr/>
              </p14:nvContentPartPr>
              <p14:xfrm>
                <a:off x="5838660" y="1542540"/>
                <a:ext cx="360" cy="36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39153A15-79E0-4B56-9AFA-EDEE2061AED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29660" y="1533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327912C8-732D-4364-B763-1D764777ED73}"/>
                    </a:ext>
                  </a:extLst>
                </p14:cNvPr>
                <p14:cNvContentPartPr/>
                <p14:nvPr/>
              </p14:nvContentPartPr>
              <p14:xfrm>
                <a:off x="4300380" y="2016300"/>
                <a:ext cx="115920" cy="21276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327912C8-732D-4364-B763-1D764777ED7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291740" y="2007300"/>
                  <a:ext cx="133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461CC727-9B8C-4DE3-B649-3828C2581E23}"/>
                    </a:ext>
                  </a:extLst>
                </p14:cNvPr>
                <p14:cNvContentPartPr/>
                <p14:nvPr/>
              </p14:nvContentPartPr>
              <p14:xfrm>
                <a:off x="4561020" y="1952220"/>
                <a:ext cx="175680" cy="31752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461CC727-9B8C-4DE3-B649-3828C2581E2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552380" y="1943580"/>
                  <a:ext cx="1933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5D58318E-6798-4623-A974-54F2D4BE99B1}"/>
                    </a:ext>
                  </a:extLst>
                </p14:cNvPr>
                <p14:cNvContentPartPr/>
                <p14:nvPr/>
              </p14:nvContentPartPr>
              <p14:xfrm>
                <a:off x="4775940" y="2079660"/>
                <a:ext cx="120960" cy="14148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5D58318E-6798-4623-A974-54F2D4BE99B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766940" y="2071020"/>
                  <a:ext cx="138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A40176CB-D2B2-46FC-8093-A027DD787569}"/>
                    </a:ext>
                  </a:extLst>
                </p14:cNvPr>
                <p14:cNvContentPartPr/>
                <p14:nvPr/>
              </p14:nvContentPartPr>
              <p14:xfrm>
                <a:off x="5042700" y="2152380"/>
                <a:ext cx="120600" cy="396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A40176CB-D2B2-46FC-8093-A027DD78756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033700" y="2143380"/>
                  <a:ext cx="138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A7B4545E-E28C-4203-AB68-15FB00CE8C60}"/>
                    </a:ext>
                  </a:extLst>
                </p14:cNvPr>
                <p14:cNvContentPartPr/>
                <p14:nvPr/>
              </p14:nvContentPartPr>
              <p14:xfrm>
                <a:off x="5189940" y="2008380"/>
                <a:ext cx="196920" cy="17352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A7B4545E-E28C-4203-AB68-15FB00CE8C6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180940" y="1999740"/>
                  <a:ext cx="214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0D0D319D-2BE6-4731-B940-6EC944A13FA7}"/>
                    </a:ext>
                  </a:extLst>
                </p14:cNvPr>
                <p14:cNvContentPartPr/>
                <p14:nvPr/>
              </p14:nvContentPartPr>
              <p14:xfrm>
                <a:off x="5445900" y="1969500"/>
                <a:ext cx="87120" cy="29844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0D0D319D-2BE6-4731-B940-6EC944A13FA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436900" y="1960860"/>
                  <a:ext cx="104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F31AF000-3E94-43FF-B273-F0CC84EC8F2A}"/>
                    </a:ext>
                  </a:extLst>
                </p14:cNvPr>
                <p14:cNvContentPartPr/>
                <p14:nvPr/>
              </p14:nvContentPartPr>
              <p14:xfrm>
                <a:off x="5666220" y="2072820"/>
                <a:ext cx="159480" cy="468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F31AF000-3E94-43FF-B273-F0CC84EC8F2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657580" y="2063820"/>
                  <a:ext cx="177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BCFBA816-274D-4722-B569-AC227A90CAE3}"/>
                    </a:ext>
                  </a:extLst>
                </p14:cNvPr>
                <p14:cNvContentPartPr/>
                <p14:nvPr/>
              </p14:nvContentPartPr>
              <p14:xfrm>
                <a:off x="5744340" y="1981020"/>
                <a:ext cx="23400" cy="22392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BCFBA816-274D-4722-B569-AC227A90CAE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735340" y="1972020"/>
                  <a:ext cx="41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96611B20-16D3-4768-8DDF-41842F4AAD67}"/>
                    </a:ext>
                  </a:extLst>
                </p14:cNvPr>
                <p14:cNvContentPartPr/>
                <p14:nvPr/>
              </p14:nvContentPartPr>
              <p14:xfrm>
                <a:off x="6020820" y="1997220"/>
                <a:ext cx="257040" cy="18936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96611B20-16D3-4768-8DDF-41842F4AAD6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011820" y="1988220"/>
                  <a:ext cx="274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966D2249-3B8F-4973-A18F-C9F1F52AC297}"/>
                    </a:ext>
                  </a:extLst>
                </p14:cNvPr>
                <p14:cNvContentPartPr/>
                <p14:nvPr/>
              </p14:nvContentPartPr>
              <p14:xfrm>
                <a:off x="6432300" y="2095140"/>
                <a:ext cx="98640" cy="2988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966D2249-3B8F-4973-A18F-C9F1F52AC29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423660" y="2086500"/>
                  <a:ext cx="116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25E9016B-6D27-46CB-B125-6B5FFFC53275}"/>
                    </a:ext>
                  </a:extLst>
                </p14:cNvPr>
                <p14:cNvContentPartPr/>
                <p14:nvPr/>
              </p14:nvContentPartPr>
              <p14:xfrm>
                <a:off x="6580620" y="2009100"/>
                <a:ext cx="163080" cy="14688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25E9016B-6D27-46CB-B125-6B5FFFC53275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571620" y="2000460"/>
                  <a:ext cx="180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850F851B-5D85-4BFE-A810-CA42F6D70842}"/>
                    </a:ext>
                  </a:extLst>
                </p14:cNvPr>
                <p14:cNvContentPartPr/>
                <p14:nvPr/>
              </p14:nvContentPartPr>
              <p14:xfrm>
                <a:off x="6411780" y="2114220"/>
                <a:ext cx="93600" cy="540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850F851B-5D85-4BFE-A810-CA42F6D7084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403140" y="2105580"/>
                  <a:ext cx="111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DC47F25D-0492-43D2-9318-48EE1BD685D7}"/>
                    </a:ext>
                  </a:extLst>
                </p14:cNvPr>
                <p14:cNvContentPartPr/>
                <p14:nvPr/>
              </p14:nvContentPartPr>
              <p14:xfrm>
                <a:off x="6885540" y="1992900"/>
                <a:ext cx="191880" cy="2844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DC47F25D-0492-43D2-9318-48EE1BD685D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76900" y="1984260"/>
                  <a:ext cx="209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1438A78-05C9-46B9-B194-6AA6DBF4B94E}"/>
                    </a:ext>
                  </a:extLst>
                </p14:cNvPr>
                <p14:cNvContentPartPr/>
                <p14:nvPr/>
              </p14:nvContentPartPr>
              <p14:xfrm>
                <a:off x="6969060" y="1888140"/>
                <a:ext cx="720" cy="21852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1438A78-05C9-46B9-B194-6AA6DBF4B94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60060" y="1879140"/>
                  <a:ext cx="18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DDDF6F40-D071-4970-86A3-86B341F6BFD7}"/>
                    </a:ext>
                  </a:extLst>
                </p14:cNvPr>
                <p14:cNvContentPartPr/>
                <p14:nvPr/>
              </p14:nvContentPartPr>
              <p14:xfrm>
                <a:off x="7267860" y="1941780"/>
                <a:ext cx="163800" cy="16416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DDDF6F40-D071-4970-86A3-86B341F6BFD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258860" y="1933140"/>
                  <a:ext cx="181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38A63D1D-5C2B-48EE-8501-1D1E2724FD79}"/>
                    </a:ext>
                  </a:extLst>
                </p14:cNvPr>
                <p14:cNvContentPartPr/>
                <p14:nvPr/>
              </p14:nvContentPartPr>
              <p14:xfrm>
                <a:off x="7542180" y="2018100"/>
                <a:ext cx="159120" cy="1512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38A63D1D-5C2B-48EE-8501-1D1E2724FD7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533180" y="2009100"/>
                  <a:ext cx="176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B1526203-1603-4CAE-830A-88DD3181C67C}"/>
                    </a:ext>
                  </a:extLst>
                </p14:cNvPr>
                <p14:cNvContentPartPr/>
                <p14:nvPr/>
              </p14:nvContentPartPr>
              <p14:xfrm>
                <a:off x="7723980" y="1937820"/>
                <a:ext cx="343800" cy="18972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B1526203-1603-4CAE-830A-88DD3181C67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714980" y="1928820"/>
                  <a:ext cx="3614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9A2F1682-472A-48AD-9D06-09DED6245CD4}"/>
                    </a:ext>
                  </a:extLst>
                </p14:cNvPr>
                <p14:cNvContentPartPr/>
                <p14:nvPr/>
              </p14:nvContentPartPr>
              <p14:xfrm>
                <a:off x="7983900" y="1930620"/>
                <a:ext cx="7920" cy="19872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9A2F1682-472A-48AD-9D06-09DED6245CD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974900" y="1921620"/>
                  <a:ext cx="25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7534132A-8882-4365-A347-78694AC920BB}"/>
                    </a:ext>
                  </a:extLst>
                </p14:cNvPr>
                <p14:cNvContentPartPr/>
                <p14:nvPr/>
              </p14:nvContentPartPr>
              <p14:xfrm>
                <a:off x="8182980" y="1943580"/>
                <a:ext cx="196920" cy="22572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7534132A-8882-4365-A347-78694AC920BB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174340" y="1934940"/>
                  <a:ext cx="214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E3D2B91D-4322-4744-82D2-BCE2032EC4F0}"/>
                    </a:ext>
                  </a:extLst>
                </p14:cNvPr>
                <p14:cNvContentPartPr/>
                <p14:nvPr/>
              </p14:nvContentPartPr>
              <p14:xfrm>
                <a:off x="5181300" y="2338500"/>
                <a:ext cx="12960" cy="108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E3D2B91D-4322-4744-82D2-BCE2032EC4F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172300" y="2329860"/>
                  <a:ext cx="306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6CF95EAE-E689-49B1-8117-C1B6932C4E7A}"/>
                    </a:ext>
                  </a:extLst>
                </p14:cNvPr>
                <p14:cNvContentPartPr/>
                <p14:nvPr/>
              </p14:nvContentPartPr>
              <p14:xfrm>
                <a:off x="5184900" y="2295300"/>
                <a:ext cx="24480" cy="27720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6CF95EAE-E689-49B1-8117-C1B6932C4E7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176260" y="2286300"/>
                  <a:ext cx="421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92A42D5B-9CFE-415C-AD7B-AF5BE9706714}"/>
                    </a:ext>
                  </a:extLst>
                </p14:cNvPr>
                <p14:cNvContentPartPr/>
                <p14:nvPr/>
              </p14:nvContentPartPr>
              <p14:xfrm>
                <a:off x="5076180" y="2447580"/>
                <a:ext cx="147600" cy="17532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92A42D5B-9CFE-415C-AD7B-AF5BE9706714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067540" y="2438940"/>
                  <a:ext cx="165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42D33A9B-0CD0-41E4-A35E-F4B880BEA1B2}"/>
                    </a:ext>
                  </a:extLst>
                </p14:cNvPr>
                <p14:cNvContentPartPr/>
                <p14:nvPr/>
              </p14:nvContentPartPr>
              <p14:xfrm>
                <a:off x="5216220" y="2515260"/>
                <a:ext cx="112320" cy="9792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42D33A9B-0CD0-41E4-A35E-F4B880BEA1B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207580" y="2506620"/>
                  <a:ext cx="129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EDE3CC28-E901-4563-A0CD-B213FA291EC6}"/>
                    </a:ext>
                  </a:extLst>
                </p14:cNvPr>
                <p14:cNvContentPartPr/>
                <p14:nvPr/>
              </p14:nvContentPartPr>
              <p14:xfrm>
                <a:off x="5724900" y="935580"/>
                <a:ext cx="23400" cy="27504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EDE3CC28-E901-4563-A0CD-B213FA291EC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716260" y="926580"/>
                  <a:ext cx="410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20B6B437-0552-41A2-96F6-1C405107357C}"/>
                    </a:ext>
                  </a:extLst>
                </p14:cNvPr>
                <p14:cNvContentPartPr/>
                <p14:nvPr/>
              </p14:nvContentPartPr>
              <p14:xfrm>
                <a:off x="5623380" y="1062660"/>
                <a:ext cx="125280" cy="15048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20B6B437-0552-41A2-96F6-1C405107357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614380" y="1053660"/>
                  <a:ext cx="142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817E3BD9-B52D-4482-80A5-50A7A98783D8}"/>
                    </a:ext>
                  </a:extLst>
                </p14:cNvPr>
                <p14:cNvContentPartPr/>
                <p14:nvPr/>
              </p14:nvContentPartPr>
              <p14:xfrm>
                <a:off x="5745060" y="1119900"/>
                <a:ext cx="106200" cy="6876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817E3BD9-B52D-4482-80A5-50A7A98783D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736420" y="1110900"/>
                  <a:ext cx="123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0A242DDC-74D8-4538-A50C-51626A3D64E0}"/>
                    </a:ext>
                  </a:extLst>
                </p14:cNvPr>
                <p14:cNvContentPartPr/>
                <p14:nvPr/>
              </p14:nvContentPartPr>
              <p14:xfrm>
                <a:off x="8136900" y="659100"/>
                <a:ext cx="15840" cy="18504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0A242DDC-74D8-4538-A50C-51626A3D64E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127900" y="650100"/>
                  <a:ext cx="334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D7047D6A-221F-46CF-871E-43DCA236AC20}"/>
                    </a:ext>
                  </a:extLst>
                </p14:cNvPr>
                <p14:cNvContentPartPr/>
                <p14:nvPr/>
              </p14:nvContentPartPr>
              <p14:xfrm>
                <a:off x="8204580" y="731820"/>
                <a:ext cx="113400" cy="13068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D7047D6A-221F-46CF-871E-43DCA236AC2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195940" y="722820"/>
                  <a:ext cx="131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8E9170DB-0ABD-4C1F-BF7F-7F6FA21B140E}"/>
                    </a:ext>
                  </a:extLst>
                </p14:cNvPr>
                <p14:cNvContentPartPr/>
                <p14:nvPr/>
              </p14:nvContentPartPr>
              <p14:xfrm>
                <a:off x="8402580" y="706620"/>
                <a:ext cx="48600" cy="14976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8E9170DB-0ABD-4C1F-BF7F-7F6FA21B140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393580" y="697980"/>
                  <a:ext cx="66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C871BF3B-1536-486E-BD4E-16774C3B63DD}"/>
                    </a:ext>
                  </a:extLst>
                </p14:cNvPr>
                <p14:cNvContentPartPr/>
                <p14:nvPr/>
              </p14:nvContentPartPr>
              <p14:xfrm>
                <a:off x="8362980" y="793380"/>
                <a:ext cx="133200" cy="396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C871BF3B-1536-486E-BD4E-16774C3B63D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354340" y="784380"/>
                  <a:ext cx="150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C46773EF-061C-4B24-8F43-6C74AA6EB39E}"/>
                    </a:ext>
                  </a:extLst>
                </p14:cNvPr>
                <p14:cNvContentPartPr/>
                <p14:nvPr/>
              </p14:nvContentPartPr>
              <p14:xfrm>
                <a:off x="8665740" y="727500"/>
                <a:ext cx="110520" cy="13104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C46773EF-061C-4B24-8F43-6C74AA6EB39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656740" y="718860"/>
                  <a:ext cx="128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31CC8DF5-709D-4ABA-974E-714D9CC6A509}"/>
                    </a:ext>
                  </a:extLst>
                </p14:cNvPr>
                <p14:cNvContentPartPr/>
                <p14:nvPr/>
              </p14:nvContentPartPr>
              <p14:xfrm>
                <a:off x="8872020" y="684300"/>
                <a:ext cx="78480" cy="16704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31CC8DF5-709D-4ABA-974E-714D9CC6A50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863380" y="675300"/>
                  <a:ext cx="96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0B77C37-D50F-4222-BC20-33FE49A15213}"/>
                    </a:ext>
                  </a:extLst>
                </p14:cNvPr>
                <p14:cNvContentPartPr/>
                <p14:nvPr/>
              </p14:nvContentPartPr>
              <p14:xfrm>
                <a:off x="8840340" y="769980"/>
                <a:ext cx="126360" cy="468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0B77C37-D50F-4222-BC20-33FE49A1521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831700" y="760980"/>
                  <a:ext cx="144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197A04B5-CC66-4F3B-A390-5CA490A25B32}"/>
                    </a:ext>
                  </a:extLst>
                </p14:cNvPr>
                <p14:cNvContentPartPr/>
                <p14:nvPr/>
              </p14:nvContentPartPr>
              <p14:xfrm>
                <a:off x="8949780" y="716340"/>
                <a:ext cx="204120" cy="14148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197A04B5-CC66-4F3B-A390-5CA490A25B3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940780" y="707340"/>
                  <a:ext cx="2217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82846EF4-A149-40C0-A71D-A1D99D38D4C3}"/>
                    </a:ext>
                  </a:extLst>
                </p14:cNvPr>
                <p14:cNvContentPartPr/>
                <p14:nvPr/>
              </p14:nvContentPartPr>
              <p14:xfrm>
                <a:off x="9172620" y="790860"/>
                <a:ext cx="92520" cy="7740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82846EF4-A149-40C0-A71D-A1D99D38D4C3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163620" y="781860"/>
                  <a:ext cx="110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1D6AD4BD-31FA-403C-81B7-5702072644A5}"/>
                    </a:ext>
                  </a:extLst>
                </p14:cNvPr>
                <p14:cNvContentPartPr/>
                <p14:nvPr/>
              </p14:nvContentPartPr>
              <p14:xfrm>
                <a:off x="9316620" y="772500"/>
                <a:ext cx="216360" cy="10332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1D6AD4BD-31FA-403C-81B7-5702072644A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307620" y="763860"/>
                  <a:ext cx="234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7042C578-7B29-42C9-BB67-54D517A02BD7}"/>
                    </a:ext>
                  </a:extLst>
                </p14:cNvPr>
                <p14:cNvContentPartPr/>
                <p14:nvPr/>
              </p14:nvContentPartPr>
              <p14:xfrm>
                <a:off x="9580140" y="787260"/>
                <a:ext cx="94320" cy="10260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7042C578-7B29-42C9-BB67-54D517A02BD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571500" y="778260"/>
                  <a:ext cx="111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BBE0952D-C4F2-4252-A904-119408D03708}"/>
                    </a:ext>
                  </a:extLst>
                </p14:cNvPr>
                <p14:cNvContentPartPr/>
                <p14:nvPr/>
              </p14:nvContentPartPr>
              <p14:xfrm>
                <a:off x="9694980" y="741900"/>
                <a:ext cx="205200" cy="15120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BBE0952D-C4F2-4252-A904-119408D03708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686340" y="733260"/>
                  <a:ext cx="222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BCFAA205-6B7C-48ED-81C7-15677E942F9A}"/>
                    </a:ext>
                  </a:extLst>
                </p14:cNvPr>
                <p14:cNvContentPartPr/>
                <p14:nvPr/>
              </p14:nvContentPartPr>
              <p14:xfrm>
                <a:off x="9903780" y="850620"/>
                <a:ext cx="94680" cy="540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BCFAA205-6B7C-48ED-81C7-15677E942F9A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895140" y="841620"/>
                  <a:ext cx="112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42921E17-A4E4-4B56-AB20-A95BB967851E}"/>
                    </a:ext>
                  </a:extLst>
                </p14:cNvPr>
                <p14:cNvContentPartPr/>
                <p14:nvPr/>
              </p14:nvContentPartPr>
              <p14:xfrm>
                <a:off x="5952060" y="1061940"/>
                <a:ext cx="179280" cy="16920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42921E17-A4E4-4B56-AB20-A95BB967851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943420" y="1052940"/>
                  <a:ext cx="196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CB7F86B0-A462-43CC-8E23-79C2E412CDE9}"/>
                    </a:ext>
                  </a:extLst>
                </p14:cNvPr>
                <p14:cNvContentPartPr/>
                <p14:nvPr/>
              </p14:nvContentPartPr>
              <p14:xfrm>
                <a:off x="6160140" y="1116660"/>
                <a:ext cx="153360" cy="14112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CB7F86B0-A462-43CC-8E23-79C2E412CDE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151140" y="1108020"/>
                  <a:ext cx="171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C524E53D-CD2F-4B11-90BC-52D461890557}"/>
                    </a:ext>
                  </a:extLst>
                </p14:cNvPr>
                <p14:cNvContentPartPr/>
                <p14:nvPr/>
              </p14:nvContentPartPr>
              <p14:xfrm>
                <a:off x="6358860" y="1112700"/>
                <a:ext cx="118080" cy="15552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C524E53D-CD2F-4B11-90BC-52D46189055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350220" y="1104060"/>
                  <a:ext cx="1357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6208A8A7-B13C-4690-A922-7BE9AF16BEE4}"/>
                    </a:ext>
                  </a:extLst>
                </p14:cNvPr>
                <p14:cNvContentPartPr/>
                <p14:nvPr/>
              </p14:nvContentPartPr>
              <p14:xfrm>
                <a:off x="6755940" y="1061220"/>
                <a:ext cx="73080" cy="15480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6208A8A7-B13C-4690-A922-7BE9AF16BEE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747300" y="1052220"/>
                  <a:ext cx="90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1F76DA0E-9BDB-4E4C-B2C5-43443DDB0FCF}"/>
                    </a:ext>
                  </a:extLst>
                </p14:cNvPr>
                <p14:cNvContentPartPr/>
                <p14:nvPr/>
              </p14:nvContentPartPr>
              <p14:xfrm>
                <a:off x="6757740" y="1122420"/>
                <a:ext cx="132120" cy="10548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1F76DA0E-9BDB-4E4C-B2C5-43443DDB0FCF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748740" y="1113780"/>
                  <a:ext cx="149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B048062A-C074-43EB-BEED-50ED8E1F09C5}"/>
                    </a:ext>
                  </a:extLst>
                </p14:cNvPr>
                <p14:cNvContentPartPr/>
                <p14:nvPr/>
              </p14:nvContentPartPr>
              <p14:xfrm>
                <a:off x="6899220" y="1062660"/>
                <a:ext cx="3240" cy="20160"/>
              </p14:xfrm>
            </p:contentPart>
          </mc:Choice>
          <mc:Fallback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B048062A-C074-43EB-BEED-50ED8E1F09C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890220" y="1054020"/>
                  <a:ext cx="20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7C3CC58B-6F2D-46E9-8077-A524633305DD}"/>
                    </a:ext>
                  </a:extLst>
                </p14:cNvPr>
                <p14:cNvContentPartPr/>
                <p14:nvPr/>
              </p14:nvContentPartPr>
              <p14:xfrm>
                <a:off x="6899220" y="1074900"/>
                <a:ext cx="434520" cy="18396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7C3CC58B-6F2D-46E9-8077-A524633305D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890220" y="1065900"/>
                  <a:ext cx="452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1A4A85D8-D8CB-40CC-8F59-A29C8375F51D}"/>
                    </a:ext>
                  </a:extLst>
                </p14:cNvPr>
                <p14:cNvContentPartPr/>
                <p14:nvPr/>
              </p14:nvContentPartPr>
              <p14:xfrm>
                <a:off x="6506100" y="1593660"/>
                <a:ext cx="33120" cy="30780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1A4A85D8-D8CB-40CC-8F59-A29C8375F51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497460" y="1585020"/>
                  <a:ext cx="50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793E6ED8-F4F0-4163-A4F1-3BCC8539444B}"/>
                    </a:ext>
                  </a:extLst>
                </p14:cNvPr>
                <p14:cNvContentPartPr/>
                <p14:nvPr/>
              </p14:nvContentPartPr>
              <p14:xfrm>
                <a:off x="6427620" y="1785180"/>
                <a:ext cx="111960" cy="8856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793E6ED8-F4F0-4163-A4F1-3BCC8539444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418620" y="1776180"/>
                  <a:ext cx="129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2D334821-B40E-437D-A34C-6F376A0D828B}"/>
                    </a:ext>
                  </a:extLst>
                </p14:cNvPr>
                <p14:cNvContentPartPr/>
                <p14:nvPr/>
              </p14:nvContentPartPr>
              <p14:xfrm>
                <a:off x="6516180" y="1819740"/>
                <a:ext cx="113040" cy="10188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2D334821-B40E-437D-A34C-6F376A0D828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507180" y="1811100"/>
                  <a:ext cx="130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62503390-2AC6-42D5-B397-E657C2F80C0C}"/>
                    </a:ext>
                  </a:extLst>
                </p14:cNvPr>
                <p14:cNvContentPartPr/>
                <p14:nvPr/>
              </p14:nvContentPartPr>
              <p14:xfrm>
                <a:off x="6832980" y="1616700"/>
                <a:ext cx="137160" cy="18432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62503390-2AC6-42D5-B397-E657C2F80C0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823980" y="1608060"/>
                  <a:ext cx="1548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40B2AE03-3C05-45F0-BB44-576A88BA33E9}"/>
                    </a:ext>
                  </a:extLst>
                </p14:cNvPr>
                <p14:cNvContentPartPr/>
                <p14:nvPr/>
              </p14:nvContentPartPr>
              <p14:xfrm>
                <a:off x="7066620" y="1678620"/>
                <a:ext cx="200520" cy="11664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40B2AE03-3C05-45F0-BB44-576A88BA33E9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057620" y="1669620"/>
                  <a:ext cx="218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D29C845C-D9C4-4C36-8869-53E790AC979F}"/>
                    </a:ext>
                  </a:extLst>
                </p14:cNvPr>
                <p14:cNvContentPartPr/>
                <p14:nvPr/>
              </p14:nvContentPartPr>
              <p14:xfrm>
                <a:off x="7293420" y="1615980"/>
                <a:ext cx="135720" cy="219960"/>
              </p14:xfrm>
            </p:contentPart>
          </mc:Choice>
          <mc:Fallback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D29C845C-D9C4-4C36-8869-53E790AC979F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284420" y="1606980"/>
                  <a:ext cx="153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F67179E9-4EC6-42E3-96E1-97108EF3E181}"/>
                    </a:ext>
                  </a:extLst>
                </p14:cNvPr>
                <p14:cNvContentPartPr/>
                <p14:nvPr/>
              </p14:nvContentPartPr>
              <p14:xfrm>
                <a:off x="7767900" y="1584300"/>
                <a:ext cx="90000" cy="21708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F67179E9-4EC6-42E3-96E1-97108EF3E181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759260" y="1575300"/>
                  <a:ext cx="107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5F38F55F-8029-4AE0-9E9F-9E54688B1B76}"/>
                    </a:ext>
                  </a:extLst>
                </p14:cNvPr>
                <p14:cNvContentPartPr/>
                <p14:nvPr/>
              </p14:nvContentPartPr>
              <p14:xfrm>
                <a:off x="7787340" y="1577100"/>
                <a:ext cx="195120" cy="23436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5F38F55F-8029-4AE0-9E9F-9E54688B1B76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778700" y="1568460"/>
                  <a:ext cx="212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98F58152-8E41-4253-91B4-EB9C92A0A305}"/>
                    </a:ext>
                  </a:extLst>
                </p14:cNvPr>
                <p14:cNvContentPartPr/>
                <p14:nvPr/>
              </p14:nvContentPartPr>
              <p14:xfrm>
                <a:off x="8028180" y="1644060"/>
                <a:ext cx="284400" cy="155520"/>
              </p14:xfrm>
            </p:contentPart>
          </mc:Choice>
          <mc:Fallback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98F58152-8E41-4253-91B4-EB9C92A0A30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019180" y="1635060"/>
                  <a:ext cx="3020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8F5DA579-6648-4A60-8BE9-7F41AFAED8B5}"/>
                    </a:ext>
                  </a:extLst>
                </p14:cNvPr>
                <p14:cNvContentPartPr/>
                <p14:nvPr/>
              </p14:nvContentPartPr>
              <p14:xfrm>
                <a:off x="8378100" y="1621380"/>
                <a:ext cx="106920" cy="21240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8F5DA579-6648-4A60-8BE9-7F41AFAED8B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369100" y="1612740"/>
                  <a:ext cx="1245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B07D4A5A-76E7-496A-A532-7F8DD1806180}"/>
                    </a:ext>
                  </a:extLst>
                </p14:cNvPr>
                <p14:cNvContentPartPr/>
                <p14:nvPr/>
              </p14:nvContentPartPr>
              <p14:xfrm>
                <a:off x="5618340" y="2350380"/>
                <a:ext cx="142560" cy="20088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B07D4A5A-76E7-496A-A532-7F8DD180618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609340" y="2341380"/>
                  <a:ext cx="160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083A6ED8-FA42-4A7B-B170-420543F70B00}"/>
                    </a:ext>
                  </a:extLst>
                </p14:cNvPr>
                <p14:cNvContentPartPr/>
                <p14:nvPr/>
              </p14:nvContentPartPr>
              <p14:xfrm>
                <a:off x="5841180" y="2405460"/>
                <a:ext cx="125280" cy="14580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083A6ED8-FA42-4A7B-B170-420543F70B00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832540" y="2396460"/>
                  <a:ext cx="142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61D4C65E-6F8D-49FC-8826-A519C4C83D67}"/>
                    </a:ext>
                  </a:extLst>
                </p14:cNvPr>
                <p14:cNvContentPartPr/>
                <p14:nvPr/>
              </p14:nvContentPartPr>
              <p14:xfrm>
                <a:off x="6364980" y="2400780"/>
                <a:ext cx="56160" cy="19440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61D4C65E-6F8D-49FC-8826-A519C4C83D6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355980" y="2392140"/>
                  <a:ext cx="73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DA03F5B4-E034-4845-9BC4-6A82B500FC19}"/>
                    </a:ext>
                  </a:extLst>
                </p14:cNvPr>
                <p14:cNvContentPartPr/>
                <p14:nvPr/>
              </p14:nvContentPartPr>
              <p14:xfrm>
                <a:off x="6333300" y="2388900"/>
                <a:ext cx="169920" cy="22464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DA03F5B4-E034-4845-9BC4-6A82B500FC1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324300" y="2379900"/>
                  <a:ext cx="1875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544FD7FA-2B56-4E21-B4EE-2775D78CE4D3}"/>
                    </a:ext>
                  </a:extLst>
                </p14:cNvPr>
                <p14:cNvContentPartPr/>
                <p14:nvPr/>
              </p14:nvContentPartPr>
              <p14:xfrm>
                <a:off x="6639300" y="2495460"/>
                <a:ext cx="320040" cy="13896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544FD7FA-2B56-4E21-B4EE-2775D78CE4D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630300" y="2486460"/>
                  <a:ext cx="337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EE7EA2B2-4FFD-44CB-B550-FA3462F73325}"/>
                    </a:ext>
                  </a:extLst>
                </p14:cNvPr>
                <p14:cNvContentPartPr/>
                <p14:nvPr/>
              </p14:nvContentPartPr>
              <p14:xfrm>
                <a:off x="7039260" y="2463060"/>
                <a:ext cx="239400" cy="20412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EE7EA2B2-4FFD-44CB-B550-FA3462F7332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030620" y="2454060"/>
                  <a:ext cx="2570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1C708F90-FEDA-46A5-A2BF-F2987DAFE963}"/>
                    </a:ext>
                  </a:extLst>
                </p14:cNvPr>
                <p14:cNvContentPartPr/>
                <p14:nvPr/>
              </p14:nvContentPartPr>
              <p14:xfrm>
                <a:off x="2450340" y="3121140"/>
                <a:ext cx="130680" cy="2952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1C708F90-FEDA-46A5-A2BF-F2987DAFE96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441340" y="3112140"/>
                  <a:ext cx="148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297718F4-F669-4807-A306-000C1ECFE54B}"/>
                    </a:ext>
                  </a:extLst>
                </p14:cNvPr>
                <p14:cNvContentPartPr/>
                <p14:nvPr/>
              </p14:nvContentPartPr>
              <p14:xfrm>
                <a:off x="2458260" y="3221940"/>
                <a:ext cx="195840" cy="648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297718F4-F669-4807-A306-000C1ECFE54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449620" y="3213300"/>
                  <a:ext cx="213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F9BA4C14-509D-47AA-BD28-08A3C93F45B3}"/>
                    </a:ext>
                  </a:extLst>
                </p14:cNvPr>
                <p14:cNvContentPartPr/>
                <p14:nvPr/>
              </p14:nvContentPartPr>
              <p14:xfrm>
                <a:off x="2783700" y="3012420"/>
                <a:ext cx="167040" cy="28188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F9BA4C14-509D-47AA-BD28-08A3C93F45B3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2774700" y="3003780"/>
                  <a:ext cx="1846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2D7DF5C8-AC71-45B5-A312-7AB07AC7C78D}"/>
                    </a:ext>
                  </a:extLst>
                </p14:cNvPr>
                <p14:cNvContentPartPr/>
                <p14:nvPr/>
              </p14:nvContentPartPr>
              <p14:xfrm>
                <a:off x="3054060" y="2969220"/>
                <a:ext cx="193680" cy="40320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2D7DF5C8-AC71-45B5-A312-7AB07AC7C78D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045420" y="2960220"/>
                  <a:ext cx="2113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F48609BF-8C46-4097-895D-393506AF839E}"/>
                    </a:ext>
                  </a:extLst>
                </p14:cNvPr>
                <p14:cNvContentPartPr/>
                <p14:nvPr/>
              </p14:nvContentPartPr>
              <p14:xfrm>
                <a:off x="3283020" y="3138420"/>
                <a:ext cx="154800" cy="162720"/>
              </p14:xfrm>
            </p:contentPart>
          </mc:Choice>
          <mc:Fallback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F48609BF-8C46-4097-895D-393506AF839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274020" y="3129420"/>
                  <a:ext cx="172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314D0D1B-BACE-40A3-91A5-0A7F07FAAFE6}"/>
                    </a:ext>
                  </a:extLst>
                </p14:cNvPr>
                <p14:cNvContentPartPr/>
                <p14:nvPr/>
              </p14:nvContentPartPr>
              <p14:xfrm>
                <a:off x="3551580" y="3193500"/>
                <a:ext cx="174600" cy="1944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314D0D1B-BACE-40A3-91A5-0A7F07FAAFE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542940" y="3184860"/>
                  <a:ext cx="192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4E0AC5B7-0BEB-4472-99FA-E811B3AB1086}"/>
                    </a:ext>
                  </a:extLst>
                </p14:cNvPr>
                <p14:cNvContentPartPr/>
                <p14:nvPr/>
              </p14:nvContentPartPr>
              <p14:xfrm>
                <a:off x="3833820" y="3050220"/>
                <a:ext cx="171000" cy="17964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4E0AC5B7-0BEB-4472-99FA-E811B3AB1086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824820" y="3041220"/>
                  <a:ext cx="188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988AB7D3-2C3F-4AD1-91B5-051307B098A4}"/>
                    </a:ext>
                  </a:extLst>
                </p14:cNvPr>
                <p14:cNvContentPartPr/>
                <p14:nvPr/>
              </p14:nvContentPartPr>
              <p14:xfrm>
                <a:off x="4053420" y="3064260"/>
                <a:ext cx="141840" cy="13212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988AB7D3-2C3F-4AD1-91B5-051307B098A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044420" y="3055620"/>
                  <a:ext cx="159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F92C160A-32C2-45E9-B0D4-F9C386F05E45}"/>
                    </a:ext>
                  </a:extLst>
                </p14:cNvPr>
                <p14:cNvContentPartPr/>
                <p14:nvPr/>
              </p14:nvContentPartPr>
              <p14:xfrm>
                <a:off x="4264020" y="2971020"/>
                <a:ext cx="127440" cy="34092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F92C160A-32C2-45E9-B0D4-F9C386F05E4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255020" y="2962020"/>
                  <a:ext cx="1450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151F920B-3F4D-40AE-BA47-9BE45B706692}"/>
                    </a:ext>
                  </a:extLst>
                </p14:cNvPr>
                <p14:cNvContentPartPr/>
                <p14:nvPr/>
              </p14:nvContentPartPr>
              <p14:xfrm>
                <a:off x="4491900" y="3063540"/>
                <a:ext cx="211680" cy="2124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151F920B-3F4D-40AE-BA47-9BE45B70669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483260" y="3054900"/>
                  <a:ext cx="229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40183E5B-C492-41E1-9CC8-89E3D58DC734}"/>
                    </a:ext>
                  </a:extLst>
                </p14:cNvPr>
                <p14:cNvContentPartPr/>
                <p14:nvPr/>
              </p14:nvContentPartPr>
              <p14:xfrm>
                <a:off x="4606740" y="2977140"/>
                <a:ext cx="57240" cy="25776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40183E5B-C492-41E1-9CC8-89E3D58DC734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597740" y="2968140"/>
                  <a:ext cx="748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A92CD10E-5EAE-4640-AFE4-5262BC6C7691}"/>
                    </a:ext>
                  </a:extLst>
                </p14:cNvPr>
                <p14:cNvContentPartPr/>
                <p14:nvPr/>
              </p14:nvContentPartPr>
              <p14:xfrm>
                <a:off x="4907700" y="3034740"/>
                <a:ext cx="159120" cy="21384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A92CD10E-5EAE-4640-AFE4-5262BC6C769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899060" y="3026100"/>
                  <a:ext cx="176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4C2BFA24-7CE7-45FB-8E48-A42F54530A10}"/>
                    </a:ext>
                  </a:extLst>
                </p14:cNvPr>
                <p14:cNvContentPartPr/>
                <p14:nvPr/>
              </p14:nvContentPartPr>
              <p14:xfrm>
                <a:off x="5209020" y="3133740"/>
                <a:ext cx="157320" cy="1260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4C2BFA24-7CE7-45FB-8E48-A42F54530A1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200380" y="3125100"/>
                  <a:ext cx="174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5AB40421-BFDB-4049-A54F-81A8631D94D8}"/>
                    </a:ext>
                  </a:extLst>
                </p14:cNvPr>
                <p14:cNvContentPartPr/>
                <p14:nvPr/>
              </p14:nvContentPartPr>
              <p14:xfrm>
                <a:off x="5395140" y="3008100"/>
                <a:ext cx="190800" cy="227160"/>
              </p14:xfrm>
            </p:contentPart>
          </mc:Choice>
          <mc:Fallback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5AB40421-BFDB-4049-A54F-81A8631D94D8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386140" y="2999460"/>
                  <a:ext cx="208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5184626E-D793-4F5D-A605-B7EA48B9698B}"/>
                    </a:ext>
                  </a:extLst>
                </p14:cNvPr>
                <p14:cNvContentPartPr/>
                <p14:nvPr/>
              </p14:nvContentPartPr>
              <p14:xfrm>
                <a:off x="5691420" y="3024300"/>
                <a:ext cx="113040" cy="25848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5184626E-D793-4F5D-A605-B7EA48B9698B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682420" y="3015660"/>
                  <a:ext cx="130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3B9E1347-F1E6-4E03-8D98-2239CF333C2B}"/>
                    </a:ext>
                  </a:extLst>
                </p14:cNvPr>
                <p14:cNvContentPartPr/>
                <p14:nvPr/>
              </p14:nvContentPartPr>
              <p14:xfrm>
                <a:off x="6023340" y="3127620"/>
                <a:ext cx="160200" cy="2016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3B9E1347-F1E6-4E03-8D98-2239CF333C2B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014340" y="3118980"/>
                  <a:ext cx="177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D0A96FB3-6FE6-4027-9960-75ADB2677A53}"/>
                    </a:ext>
                  </a:extLst>
                </p14:cNvPr>
                <p14:cNvContentPartPr/>
                <p14:nvPr/>
              </p14:nvContentPartPr>
              <p14:xfrm>
                <a:off x="6089580" y="3024660"/>
                <a:ext cx="30240" cy="19188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D0A96FB3-6FE6-4027-9960-75ADB2677A5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080940" y="3015660"/>
                  <a:ext cx="47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290877BC-F422-4C23-9EE9-E91637884AE8}"/>
                    </a:ext>
                  </a:extLst>
                </p14:cNvPr>
                <p14:cNvContentPartPr/>
                <p14:nvPr/>
              </p14:nvContentPartPr>
              <p14:xfrm>
                <a:off x="4798980" y="2913780"/>
                <a:ext cx="179280" cy="37980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290877BC-F422-4C23-9EE9-E91637884AE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4790340" y="2904780"/>
                  <a:ext cx="1969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BFEBE64E-55B8-48F0-9CB2-EE26556459B8}"/>
                    </a:ext>
                  </a:extLst>
                </p14:cNvPr>
                <p14:cNvContentPartPr/>
                <p14:nvPr/>
              </p14:nvContentPartPr>
              <p14:xfrm>
                <a:off x="5863500" y="2864460"/>
                <a:ext cx="88920" cy="484560"/>
              </p14:xfrm>
            </p:contentPart>
          </mc:Choice>
          <mc:Fallback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BFEBE64E-55B8-48F0-9CB2-EE26556459B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854860" y="2855460"/>
                  <a:ext cx="1065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677E1054-CC97-4528-99A2-C4FA3556DA64}"/>
                    </a:ext>
                  </a:extLst>
                </p14:cNvPr>
                <p14:cNvContentPartPr/>
                <p14:nvPr/>
              </p14:nvContentPartPr>
              <p14:xfrm>
                <a:off x="6492060" y="2862660"/>
                <a:ext cx="114840" cy="34668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677E1054-CC97-4528-99A2-C4FA3556DA64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483060" y="2853660"/>
                  <a:ext cx="1324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8AE30CF5-B1BD-4EEB-89A5-985808117294}"/>
                    </a:ext>
                  </a:extLst>
                </p14:cNvPr>
                <p14:cNvContentPartPr/>
                <p14:nvPr/>
              </p14:nvContentPartPr>
              <p14:xfrm>
                <a:off x="6650820" y="3034380"/>
                <a:ext cx="118800" cy="146520"/>
              </p14:xfrm>
            </p:contentPart>
          </mc:Choice>
          <mc:Fallback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8AE30CF5-B1BD-4EEB-89A5-985808117294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642180" y="3025380"/>
                  <a:ext cx="136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2ED037F6-5E0E-4E24-8EA5-744DD683C242}"/>
                    </a:ext>
                  </a:extLst>
                </p14:cNvPr>
                <p14:cNvContentPartPr/>
                <p14:nvPr/>
              </p14:nvContentPartPr>
              <p14:xfrm>
                <a:off x="6915420" y="3080820"/>
                <a:ext cx="103320" cy="18720"/>
              </p14:xfrm>
            </p:contentPart>
          </mc:Choice>
          <mc:Fallback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2ED037F6-5E0E-4E24-8EA5-744DD683C242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906780" y="3072180"/>
                  <a:ext cx="120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DD082D6C-F06F-49E4-AE4D-1CE827BCE462}"/>
                    </a:ext>
                  </a:extLst>
                </p14:cNvPr>
                <p14:cNvContentPartPr/>
                <p14:nvPr/>
              </p14:nvContentPartPr>
              <p14:xfrm>
                <a:off x="7091460" y="2924220"/>
                <a:ext cx="140760" cy="191880"/>
              </p14:xfrm>
            </p:contentPart>
          </mc:Choice>
          <mc:Fallback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DD082D6C-F06F-49E4-AE4D-1CE827BCE462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082820" y="2915220"/>
                  <a:ext cx="158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942A1AD4-F1B6-40BA-9239-7F7EE0660B95}"/>
                    </a:ext>
                  </a:extLst>
                </p14:cNvPr>
                <p14:cNvContentPartPr/>
                <p14:nvPr/>
              </p14:nvContentPartPr>
              <p14:xfrm>
                <a:off x="7347780" y="2945100"/>
                <a:ext cx="159120" cy="20052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942A1AD4-F1B6-40BA-9239-7F7EE0660B9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339140" y="2936100"/>
                  <a:ext cx="176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0CD12E25-D5BA-4925-BB1A-BBF5C86B07DE}"/>
                    </a:ext>
                  </a:extLst>
                </p14:cNvPr>
                <p14:cNvContentPartPr/>
                <p14:nvPr/>
              </p14:nvContentPartPr>
              <p14:xfrm>
                <a:off x="7525620" y="2849700"/>
                <a:ext cx="123480" cy="32004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0CD12E25-D5BA-4925-BB1A-BBF5C86B07DE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516980" y="2840700"/>
                  <a:ext cx="1411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1B5AC3E7-FCDF-4097-BB41-AF26D983EE49}"/>
                    </a:ext>
                  </a:extLst>
                </p14:cNvPr>
                <p14:cNvContentPartPr/>
                <p14:nvPr/>
              </p14:nvContentPartPr>
              <p14:xfrm>
                <a:off x="7831620" y="3040140"/>
                <a:ext cx="131400" cy="4680"/>
              </p14:xfrm>
            </p:contentPart>
          </mc:Choice>
          <mc:Fallback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1B5AC3E7-FCDF-4097-BB41-AF26D983EE4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822980" y="3031500"/>
                  <a:ext cx="149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59E97577-3432-4BE4-A480-5B00109405CB}"/>
                    </a:ext>
                  </a:extLst>
                </p14:cNvPr>
                <p14:cNvContentPartPr/>
                <p14:nvPr/>
              </p14:nvContentPartPr>
              <p14:xfrm>
                <a:off x="7915500" y="2958060"/>
                <a:ext cx="18720" cy="203760"/>
              </p14:xfrm>
            </p:contentPart>
          </mc:Choice>
          <mc:Fallback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59E97577-3432-4BE4-A480-5B00109405CB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906860" y="2949060"/>
                  <a:ext cx="36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8D703570-F2F3-480D-9B7D-7652D2D5F7D4}"/>
                    </a:ext>
                  </a:extLst>
                </p14:cNvPr>
                <p14:cNvContentPartPr/>
                <p14:nvPr/>
              </p14:nvContentPartPr>
              <p14:xfrm>
                <a:off x="8188020" y="3081900"/>
                <a:ext cx="286200" cy="1584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8D703570-F2F3-480D-9B7D-7652D2D5F7D4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179020" y="3072900"/>
                  <a:ext cx="30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DDC379CF-01D2-4A7E-868D-62887B8261C3}"/>
                    </a:ext>
                  </a:extLst>
                </p14:cNvPr>
                <p14:cNvContentPartPr/>
                <p14:nvPr/>
              </p14:nvContentPartPr>
              <p14:xfrm>
                <a:off x="8571780" y="3099180"/>
                <a:ext cx="102240" cy="6480"/>
              </p14:xfrm>
            </p:contentPart>
          </mc:Choice>
          <mc:Fallback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DDC379CF-01D2-4A7E-868D-62887B8261C3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563140" y="3090180"/>
                  <a:ext cx="119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83DF9F2B-A47E-4FAE-8833-F7D1EEF3F6C1}"/>
                    </a:ext>
                  </a:extLst>
                </p14:cNvPr>
                <p14:cNvContentPartPr/>
                <p14:nvPr/>
              </p14:nvContentPartPr>
              <p14:xfrm>
                <a:off x="8720100" y="2958060"/>
                <a:ext cx="95760" cy="158760"/>
              </p14:xfrm>
            </p:contentPart>
          </mc:Choice>
          <mc:Fallback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83DF9F2B-A47E-4FAE-8833-F7D1EEF3F6C1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711460" y="2949060"/>
                  <a:ext cx="113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8C103A12-2A70-43B9-AA61-CE2789A21002}"/>
                    </a:ext>
                  </a:extLst>
                </p14:cNvPr>
                <p14:cNvContentPartPr/>
                <p14:nvPr/>
              </p14:nvContentPartPr>
              <p14:xfrm>
                <a:off x="8834580" y="2942220"/>
                <a:ext cx="210960" cy="209880"/>
              </p14:xfrm>
            </p:contentPart>
          </mc:Choice>
          <mc:Fallback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8C103A12-2A70-43B9-AA61-CE2789A21002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825940" y="2933580"/>
                  <a:ext cx="228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D30AB367-C584-46DE-A689-16845B97D59E}"/>
                    </a:ext>
                  </a:extLst>
                </p14:cNvPr>
                <p14:cNvContentPartPr/>
                <p14:nvPr/>
              </p14:nvContentPartPr>
              <p14:xfrm>
                <a:off x="5209740" y="3404100"/>
                <a:ext cx="7200" cy="218880"/>
              </p14:xfrm>
            </p:contentPart>
          </mc:Choice>
          <mc:Fallback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D30AB367-C584-46DE-A689-16845B97D59E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5201100" y="3395460"/>
                  <a:ext cx="24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53A26038-FF48-4E6E-8A7B-58B1FE028EA6}"/>
                    </a:ext>
                  </a:extLst>
                </p14:cNvPr>
                <p14:cNvContentPartPr/>
                <p14:nvPr/>
              </p14:nvContentPartPr>
              <p14:xfrm>
                <a:off x="5121540" y="3511380"/>
                <a:ext cx="102600" cy="102600"/>
              </p14:xfrm>
            </p:contentPart>
          </mc:Choice>
          <mc:Fallback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53A26038-FF48-4E6E-8A7B-58B1FE028EA6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5112540" y="3502740"/>
                  <a:ext cx="120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6840EF39-A18E-4A05-99B9-C8CE94DA011E}"/>
                    </a:ext>
                  </a:extLst>
                </p14:cNvPr>
                <p14:cNvContentPartPr/>
                <p14:nvPr/>
              </p14:nvContentPartPr>
              <p14:xfrm>
                <a:off x="5193540" y="3548820"/>
                <a:ext cx="105120" cy="100800"/>
              </p14:xfrm>
            </p:contentPart>
          </mc:Choice>
          <mc:Fallback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6840EF39-A18E-4A05-99B9-C8CE94DA011E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5184900" y="3539820"/>
                  <a:ext cx="122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772C1BD2-32A7-45A4-8EA3-A9FD09F78B03}"/>
                    </a:ext>
                  </a:extLst>
                </p14:cNvPr>
                <p14:cNvContentPartPr/>
                <p14:nvPr/>
              </p14:nvContentPartPr>
              <p14:xfrm>
                <a:off x="5580540" y="3418860"/>
                <a:ext cx="21600" cy="156240"/>
              </p14:xfrm>
            </p:contentPart>
          </mc:Choice>
          <mc:Fallback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772C1BD2-32A7-45A4-8EA3-A9FD09F78B03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5571900" y="3409860"/>
                  <a:ext cx="39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D9B102F7-7610-481A-992C-B164762DBD44}"/>
                    </a:ext>
                  </a:extLst>
                </p14:cNvPr>
                <p14:cNvContentPartPr/>
                <p14:nvPr/>
              </p14:nvContentPartPr>
              <p14:xfrm>
                <a:off x="5599260" y="3430740"/>
                <a:ext cx="153720" cy="195120"/>
              </p14:xfrm>
            </p:contentPart>
          </mc:Choice>
          <mc:Fallback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D9B102F7-7610-481A-992C-B164762DBD44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5590620" y="3422100"/>
                  <a:ext cx="171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E6C7FE3A-BF0A-4BCC-BCFE-EC31D8697723}"/>
                    </a:ext>
                  </a:extLst>
                </p14:cNvPr>
                <p14:cNvContentPartPr/>
                <p14:nvPr/>
              </p14:nvContentPartPr>
              <p14:xfrm>
                <a:off x="6133140" y="3410580"/>
                <a:ext cx="73440" cy="176400"/>
              </p14:xfrm>
            </p:contentPart>
          </mc:Choice>
          <mc:Fallback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E6C7FE3A-BF0A-4BCC-BCFE-EC31D8697723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124140" y="3401940"/>
                  <a:ext cx="91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1B079DBD-43C3-4C8A-B92A-2E74A1745B7C}"/>
                    </a:ext>
                  </a:extLst>
                </p14:cNvPr>
                <p14:cNvContentPartPr/>
                <p14:nvPr/>
              </p14:nvContentPartPr>
              <p14:xfrm>
                <a:off x="6048180" y="3468180"/>
                <a:ext cx="211320" cy="117720"/>
              </p14:xfrm>
            </p:contentPart>
          </mc:Choice>
          <mc:Fallback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1B079DBD-43C3-4C8A-B92A-2E74A1745B7C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039540" y="3459180"/>
                  <a:ext cx="228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3C89A982-37BA-4E6E-BE4F-03C22461E51C}"/>
                    </a:ext>
                  </a:extLst>
                </p14:cNvPr>
                <p14:cNvContentPartPr/>
                <p14:nvPr/>
              </p14:nvContentPartPr>
              <p14:xfrm>
                <a:off x="6264900" y="3374580"/>
                <a:ext cx="2160" cy="34200"/>
              </p14:xfrm>
            </p:contentPart>
          </mc:Choice>
          <mc:Fallback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3C89A982-37BA-4E6E-BE4F-03C22461E51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255900" y="3365580"/>
                  <a:ext cx="198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17B6DA25-06CC-433B-AF24-3869E665FA8C}"/>
                    </a:ext>
                  </a:extLst>
                </p14:cNvPr>
                <p14:cNvContentPartPr/>
                <p14:nvPr/>
              </p14:nvContentPartPr>
              <p14:xfrm>
                <a:off x="6339060" y="3475020"/>
                <a:ext cx="298800" cy="121680"/>
              </p14:xfrm>
            </p:contentPart>
          </mc:Choice>
          <mc:Fallback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17B6DA25-06CC-433B-AF24-3869E665FA8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6330060" y="3466020"/>
                  <a:ext cx="316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2C843FE5-26D7-4936-92CB-5C98520E10DB}"/>
                    </a:ext>
                  </a:extLst>
                </p14:cNvPr>
                <p14:cNvContentPartPr/>
                <p14:nvPr/>
              </p14:nvContentPartPr>
              <p14:xfrm>
                <a:off x="6709140" y="3400500"/>
                <a:ext cx="289800" cy="181080"/>
              </p14:xfrm>
            </p:contentPart>
          </mc:Choice>
          <mc:Fallback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2C843FE5-26D7-4936-92CB-5C98520E10DB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700140" y="3391860"/>
                  <a:ext cx="307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B77516CB-2FE2-422E-AACA-A04CA76E5B01}"/>
                    </a:ext>
                  </a:extLst>
                </p14:cNvPr>
                <p14:cNvContentPartPr/>
                <p14:nvPr/>
              </p14:nvContentPartPr>
              <p14:xfrm>
                <a:off x="4304340" y="205860"/>
                <a:ext cx="201960" cy="2160"/>
              </p14:xfrm>
            </p:contentPart>
          </mc:Choice>
          <mc:Fallback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B77516CB-2FE2-422E-AACA-A04CA76E5B0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295700" y="197220"/>
                  <a:ext cx="219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5189D42B-C7E3-41C0-A5B7-7B07C70B9B44}"/>
                    </a:ext>
                  </a:extLst>
                </p14:cNvPr>
                <p14:cNvContentPartPr/>
                <p14:nvPr/>
              </p14:nvContentPartPr>
              <p14:xfrm>
                <a:off x="4293900" y="104700"/>
                <a:ext cx="141840" cy="238320"/>
              </p14:xfrm>
            </p:contentPart>
          </mc:Choice>
          <mc:Fallback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5189D42B-C7E3-41C0-A5B7-7B07C70B9B4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284900" y="96060"/>
                  <a:ext cx="1594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B5C25B08-177F-4963-A742-5D9D1B57BA85}"/>
                    </a:ext>
                  </a:extLst>
                </p14:cNvPr>
                <p14:cNvContentPartPr/>
                <p14:nvPr/>
              </p14:nvContentPartPr>
              <p14:xfrm>
                <a:off x="2286900" y="136020"/>
                <a:ext cx="19800" cy="216720"/>
              </p14:xfrm>
            </p:contentPart>
          </mc:Choice>
          <mc:Fallback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B5C25B08-177F-4963-A742-5D9D1B57BA8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278260" y="127380"/>
                  <a:ext cx="37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48207146-9C76-493E-BB94-DD4FD2A2B46B}"/>
                    </a:ext>
                  </a:extLst>
                </p14:cNvPr>
                <p14:cNvContentPartPr/>
                <p14:nvPr/>
              </p14:nvContentPartPr>
              <p14:xfrm>
                <a:off x="4932540" y="2670420"/>
                <a:ext cx="171720" cy="166320"/>
              </p14:xfrm>
            </p:contentPart>
          </mc:Choice>
          <mc:Fallback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48207146-9C76-493E-BB94-DD4FD2A2B46B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923900" y="2661780"/>
                  <a:ext cx="189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7A297ADF-8D68-479A-95D3-8B9522BE3201}"/>
                    </a:ext>
                  </a:extLst>
                </p14:cNvPr>
                <p14:cNvContentPartPr/>
                <p14:nvPr/>
              </p14:nvContentPartPr>
              <p14:xfrm>
                <a:off x="5256180" y="2736300"/>
                <a:ext cx="109080" cy="360"/>
              </p14:xfrm>
            </p:contentPart>
          </mc:Choice>
          <mc:Fallback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7A297ADF-8D68-479A-95D3-8B9522BE3201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247540" y="2727300"/>
                  <a:ext cx="126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D1E79603-1DFE-4B82-B4D0-B075D176D5FD}"/>
                    </a:ext>
                  </a:extLst>
                </p14:cNvPr>
                <p14:cNvContentPartPr/>
                <p14:nvPr/>
              </p14:nvContentPartPr>
              <p14:xfrm>
                <a:off x="5380380" y="2679060"/>
                <a:ext cx="141840" cy="119880"/>
              </p14:xfrm>
            </p:contentPart>
          </mc:Choice>
          <mc:Fallback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D1E79603-1DFE-4B82-B4D0-B075D176D5F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371380" y="2670060"/>
                  <a:ext cx="159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543FC34B-8B97-4E5E-ADAA-7485DA687709}"/>
                    </a:ext>
                  </a:extLst>
                </p14:cNvPr>
                <p14:cNvContentPartPr/>
                <p14:nvPr/>
              </p14:nvContentPartPr>
              <p14:xfrm>
                <a:off x="5557140" y="2689500"/>
                <a:ext cx="122760" cy="135360"/>
              </p14:xfrm>
            </p:contentPart>
          </mc:Choice>
          <mc:Fallback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543FC34B-8B97-4E5E-ADAA-7485DA68770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548500" y="2680500"/>
                  <a:ext cx="140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F13289CE-B935-4D7E-84D5-E30C6BBAC65F}"/>
                    </a:ext>
                  </a:extLst>
                </p14:cNvPr>
                <p14:cNvContentPartPr/>
                <p14:nvPr/>
              </p14:nvContentPartPr>
              <p14:xfrm>
                <a:off x="5751900" y="2737740"/>
                <a:ext cx="109080" cy="4680"/>
              </p14:xfrm>
            </p:contentPart>
          </mc:Choice>
          <mc:Fallback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F13289CE-B935-4D7E-84D5-E30C6BBAC65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742900" y="2729100"/>
                  <a:ext cx="126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99531C64-23D2-49E3-A3A0-CDBE11B9D21F}"/>
                    </a:ext>
                  </a:extLst>
                </p14:cNvPr>
                <p14:cNvContentPartPr/>
                <p14:nvPr/>
              </p14:nvContentPartPr>
              <p14:xfrm>
                <a:off x="5811660" y="2663220"/>
                <a:ext cx="151560" cy="194760"/>
              </p14:xfrm>
            </p:contentPart>
          </mc:Choice>
          <mc:Fallback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99531C64-23D2-49E3-A3A0-CDBE11B9D21F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02660" y="2654220"/>
                  <a:ext cx="1692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944DB9EB-90E7-458D-8143-86DFD71BD7F7}"/>
              </a:ext>
            </a:extLst>
          </p:cNvPr>
          <p:cNvGrpSpPr/>
          <p:nvPr/>
        </p:nvGrpSpPr>
        <p:grpSpPr>
          <a:xfrm>
            <a:off x="6421860" y="3927180"/>
            <a:ext cx="1598760" cy="324360"/>
            <a:chOff x="6421860" y="3927180"/>
            <a:chExt cx="159876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E5F208F4-92B0-4B2F-9831-39F0B2AE4C2E}"/>
                    </a:ext>
                  </a:extLst>
                </p14:cNvPr>
                <p14:cNvContentPartPr/>
                <p14:nvPr/>
              </p14:nvContentPartPr>
              <p14:xfrm>
                <a:off x="6421860" y="3927180"/>
                <a:ext cx="167760" cy="324360"/>
              </p14:xfrm>
            </p:contentPart>
          </mc:Choice>
          <mc:Fallback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E5F208F4-92B0-4B2F-9831-39F0B2AE4C2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6412860" y="3918180"/>
                  <a:ext cx="1854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E3E5F322-3BD2-4039-951F-73E3D02170E4}"/>
                    </a:ext>
                  </a:extLst>
                </p14:cNvPr>
                <p14:cNvContentPartPr/>
                <p14:nvPr/>
              </p14:nvContentPartPr>
              <p14:xfrm>
                <a:off x="6586380" y="4034460"/>
                <a:ext cx="157320" cy="171720"/>
              </p14:xfrm>
            </p:contentPart>
          </mc:Choice>
          <mc:Fallback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E3E5F322-3BD2-4039-951F-73E3D02170E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577380" y="4025820"/>
                  <a:ext cx="174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7C987085-70C3-4987-9672-70CD0E7D2C00}"/>
                    </a:ext>
                  </a:extLst>
                </p14:cNvPr>
                <p14:cNvContentPartPr/>
                <p14:nvPr/>
              </p14:nvContentPartPr>
              <p14:xfrm>
                <a:off x="6854940" y="4100340"/>
                <a:ext cx="127440" cy="10800"/>
              </p14:xfrm>
            </p:contentPart>
          </mc:Choice>
          <mc:Fallback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7C987085-70C3-4987-9672-70CD0E7D2C00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845940" y="4091700"/>
                  <a:ext cx="145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EBB7A76E-B25A-468E-9B3D-E53AF75CC9A0}"/>
                    </a:ext>
                  </a:extLst>
                </p14:cNvPr>
                <p14:cNvContentPartPr/>
                <p14:nvPr/>
              </p14:nvContentPartPr>
              <p14:xfrm>
                <a:off x="7039980" y="3992700"/>
                <a:ext cx="30600" cy="194760"/>
              </p14:xfrm>
            </p:contentPart>
          </mc:Choice>
          <mc:Fallback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EBB7A76E-B25A-468E-9B3D-E53AF75CC9A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030980" y="3984060"/>
                  <a:ext cx="48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D9A7494C-1266-49D1-B12C-EB59428D93D7}"/>
                    </a:ext>
                  </a:extLst>
                </p14:cNvPr>
                <p14:cNvContentPartPr/>
                <p14:nvPr/>
              </p14:nvContentPartPr>
              <p14:xfrm>
                <a:off x="7043580" y="4024020"/>
                <a:ext cx="147600" cy="156240"/>
              </p14:xfrm>
            </p:contentPart>
          </mc:Choice>
          <mc:Fallback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D9A7494C-1266-49D1-B12C-EB59428D93D7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034580" y="4015380"/>
                  <a:ext cx="165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317A2428-4433-491D-AFB7-BFE33E1AEA34}"/>
                    </a:ext>
                  </a:extLst>
                </p14:cNvPr>
                <p14:cNvContentPartPr/>
                <p14:nvPr/>
              </p14:nvContentPartPr>
              <p14:xfrm>
                <a:off x="7307100" y="4010340"/>
                <a:ext cx="340200" cy="117360"/>
              </p14:xfrm>
            </p:contentPart>
          </mc:Choice>
          <mc:Fallback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317A2428-4433-491D-AFB7-BFE33E1AEA3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298460" y="4001700"/>
                  <a:ext cx="357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602B1F77-56E1-411A-96EB-150DE3E713DE}"/>
                    </a:ext>
                  </a:extLst>
                </p14:cNvPr>
                <p14:cNvContentPartPr/>
                <p14:nvPr/>
              </p14:nvContentPartPr>
              <p14:xfrm>
                <a:off x="7660620" y="3928620"/>
                <a:ext cx="93960" cy="286560"/>
              </p14:xfrm>
            </p:contentPart>
          </mc:Choice>
          <mc:Fallback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602B1F77-56E1-411A-96EB-150DE3E713D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651620" y="3919620"/>
                  <a:ext cx="1116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98BC02F8-5AF7-4536-B738-8395BBA3AAB4}"/>
                    </a:ext>
                  </a:extLst>
                </p14:cNvPr>
                <p14:cNvContentPartPr/>
                <p14:nvPr/>
              </p14:nvContentPartPr>
              <p14:xfrm>
                <a:off x="7909740" y="4086660"/>
                <a:ext cx="110880" cy="10800"/>
              </p14:xfrm>
            </p:contentPart>
          </mc:Choice>
          <mc:Fallback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98BC02F8-5AF7-4536-B738-8395BBA3AAB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900740" y="4077660"/>
                  <a:ext cx="128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7D2E653A-339D-4E93-899B-16A05817DE9C}"/>
                    </a:ext>
                  </a:extLst>
                </p14:cNvPr>
                <p14:cNvContentPartPr/>
                <p14:nvPr/>
              </p14:nvContentPartPr>
              <p14:xfrm>
                <a:off x="7956900" y="4025100"/>
                <a:ext cx="18720" cy="120600"/>
              </p14:xfrm>
            </p:contentPart>
          </mc:Choice>
          <mc:Fallback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7D2E653A-339D-4E93-899B-16A05817DE9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947900" y="4016100"/>
                  <a:ext cx="36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34DEB6E3-C539-40F3-B315-2129C0D9EBD8}"/>
                    </a:ext>
                  </a:extLst>
                </p14:cNvPr>
                <p14:cNvContentPartPr/>
                <p14:nvPr/>
              </p14:nvContentPartPr>
              <p14:xfrm>
                <a:off x="7358220" y="3976500"/>
                <a:ext cx="4320" cy="193680"/>
              </p14:xfrm>
            </p:contentPart>
          </mc:Choice>
          <mc:Fallback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34DEB6E3-C539-40F3-B315-2129C0D9EBD8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349580" y="3967860"/>
                  <a:ext cx="2196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4">
            <p14:nvContentPartPr>
              <p14:cNvPr id="804" name="Ink 803">
                <a:extLst>
                  <a:ext uri="{FF2B5EF4-FFF2-40B4-BE49-F238E27FC236}">
                    <a16:creationId xmlns:a16="http://schemas.microsoft.com/office/drawing/2014/main" id="{D6AF2FDD-F31E-4518-858B-383CF8DCF4D4}"/>
                  </a:ext>
                </a:extLst>
              </p14:cNvPr>
              <p14:cNvContentPartPr/>
              <p14:nvPr/>
            </p14:nvContentPartPr>
            <p14:xfrm>
              <a:off x="4903020" y="4380060"/>
              <a:ext cx="19440" cy="270720"/>
            </p14:xfrm>
          </p:contentPart>
        </mc:Choice>
        <mc:Fallback>
          <p:pic>
            <p:nvPicPr>
              <p:cNvPr id="804" name="Ink 803">
                <a:extLst>
                  <a:ext uri="{FF2B5EF4-FFF2-40B4-BE49-F238E27FC236}">
                    <a16:creationId xmlns:a16="http://schemas.microsoft.com/office/drawing/2014/main" id="{D6AF2FDD-F31E-4518-858B-383CF8DCF4D4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4894020" y="4371060"/>
                <a:ext cx="3708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6">
            <p14:nvContentPartPr>
              <p14:cNvPr id="805" name="Ink 804">
                <a:extLst>
                  <a:ext uri="{FF2B5EF4-FFF2-40B4-BE49-F238E27FC236}">
                    <a16:creationId xmlns:a16="http://schemas.microsoft.com/office/drawing/2014/main" id="{A6EE823C-FAE7-46CB-983C-4BF754BF234A}"/>
                  </a:ext>
                </a:extLst>
              </p14:cNvPr>
              <p14:cNvContentPartPr/>
              <p14:nvPr/>
            </p14:nvContentPartPr>
            <p14:xfrm>
              <a:off x="7318980" y="4355220"/>
              <a:ext cx="3960" cy="210960"/>
            </p14:xfrm>
          </p:contentPart>
        </mc:Choice>
        <mc:Fallback>
          <p:pic>
            <p:nvPicPr>
              <p:cNvPr id="805" name="Ink 804">
                <a:extLst>
                  <a:ext uri="{FF2B5EF4-FFF2-40B4-BE49-F238E27FC236}">
                    <a16:creationId xmlns:a16="http://schemas.microsoft.com/office/drawing/2014/main" id="{A6EE823C-FAE7-46CB-983C-4BF754BF234A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7309980" y="4346580"/>
                <a:ext cx="216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8">
            <p14:nvContentPartPr>
              <p14:cNvPr id="808" name="Ink 807">
                <a:extLst>
                  <a:ext uri="{FF2B5EF4-FFF2-40B4-BE49-F238E27FC236}">
                    <a16:creationId xmlns:a16="http://schemas.microsoft.com/office/drawing/2014/main" id="{2E50ABC2-72DD-4278-894C-683574084BD2}"/>
                  </a:ext>
                </a:extLst>
              </p14:cNvPr>
              <p14:cNvContentPartPr/>
              <p14:nvPr/>
            </p14:nvContentPartPr>
            <p14:xfrm>
              <a:off x="3477420" y="3980820"/>
              <a:ext cx="203400" cy="19440"/>
            </p14:xfrm>
          </p:contentPart>
        </mc:Choice>
        <mc:Fallback>
          <p:pic>
            <p:nvPicPr>
              <p:cNvPr id="808" name="Ink 807">
                <a:extLst>
                  <a:ext uri="{FF2B5EF4-FFF2-40B4-BE49-F238E27FC236}">
                    <a16:creationId xmlns:a16="http://schemas.microsoft.com/office/drawing/2014/main" id="{2E50ABC2-72DD-4278-894C-683574084BD2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3468780" y="3972180"/>
                <a:ext cx="2210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3" name="Group 812">
            <a:extLst>
              <a:ext uri="{FF2B5EF4-FFF2-40B4-BE49-F238E27FC236}">
                <a16:creationId xmlns:a16="http://schemas.microsoft.com/office/drawing/2014/main" id="{635F465F-D64A-487C-94E3-120056E9CCA0}"/>
              </a:ext>
            </a:extLst>
          </p:cNvPr>
          <p:cNvGrpSpPr/>
          <p:nvPr/>
        </p:nvGrpSpPr>
        <p:grpSpPr>
          <a:xfrm>
            <a:off x="1896300" y="1801380"/>
            <a:ext cx="336960" cy="204840"/>
            <a:chOff x="1896300" y="1801380"/>
            <a:chExt cx="336960" cy="2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104EB0A8-C0AF-417A-9ABA-C146EE4B23CF}"/>
                    </a:ext>
                  </a:extLst>
                </p14:cNvPr>
                <p14:cNvContentPartPr/>
                <p14:nvPr/>
              </p14:nvContentPartPr>
              <p14:xfrm>
                <a:off x="1944900" y="1900380"/>
                <a:ext cx="288360" cy="16200"/>
              </p14:xfrm>
            </p:contentPart>
          </mc:Choice>
          <mc:Fallback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104EB0A8-C0AF-417A-9ABA-C146EE4B23CF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935900" y="1891380"/>
                  <a:ext cx="306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A44A22FF-1753-4DD5-B442-E14ED7BF5C9F}"/>
                    </a:ext>
                  </a:extLst>
                </p14:cNvPr>
                <p14:cNvContentPartPr/>
                <p14:nvPr/>
              </p14:nvContentPartPr>
              <p14:xfrm>
                <a:off x="2002140" y="1846740"/>
                <a:ext cx="360" cy="360"/>
              </p14:xfrm>
            </p:contentPart>
          </mc:Choice>
          <mc:Fallback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A44A22FF-1753-4DD5-B442-E14ED7BF5C9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93140" y="18377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3742ED71-220E-40D6-8569-A0289746C539}"/>
                    </a:ext>
                  </a:extLst>
                </p14:cNvPr>
                <p14:cNvContentPartPr/>
                <p14:nvPr/>
              </p14:nvContentPartPr>
              <p14:xfrm>
                <a:off x="1896300" y="1801380"/>
                <a:ext cx="163080" cy="204840"/>
              </p14:xfrm>
            </p:contentPart>
          </mc:Choice>
          <mc:Fallback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3742ED71-220E-40D6-8569-A0289746C539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887300" y="1792740"/>
                  <a:ext cx="18072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2" name="Group 821">
            <a:extLst>
              <a:ext uri="{FF2B5EF4-FFF2-40B4-BE49-F238E27FC236}">
                <a16:creationId xmlns:a16="http://schemas.microsoft.com/office/drawing/2014/main" id="{1BF8A3CB-E00E-45C4-9D59-F320030EDB52}"/>
              </a:ext>
            </a:extLst>
          </p:cNvPr>
          <p:cNvGrpSpPr/>
          <p:nvPr/>
        </p:nvGrpSpPr>
        <p:grpSpPr>
          <a:xfrm>
            <a:off x="6168780" y="4330020"/>
            <a:ext cx="1514520" cy="313200"/>
            <a:chOff x="6168780" y="4330020"/>
            <a:chExt cx="151452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3E95ED5E-9C73-4CBC-89A5-84E310D5AF92}"/>
                    </a:ext>
                  </a:extLst>
                </p14:cNvPr>
                <p14:cNvContentPartPr/>
                <p14:nvPr/>
              </p14:nvContentPartPr>
              <p14:xfrm>
                <a:off x="6229260" y="4413180"/>
                <a:ext cx="135000" cy="156960"/>
              </p14:xfrm>
            </p:contentPart>
          </mc:Choice>
          <mc:Fallback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3E95ED5E-9C73-4CBC-89A5-84E310D5AF92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220620" y="4404180"/>
                  <a:ext cx="152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81A480CE-6619-445B-882F-D55D6DDC2CC1}"/>
                    </a:ext>
                  </a:extLst>
                </p14:cNvPr>
                <p14:cNvContentPartPr/>
                <p14:nvPr/>
              </p14:nvContentPartPr>
              <p14:xfrm>
                <a:off x="6454620" y="4500660"/>
                <a:ext cx="116640" cy="1080"/>
              </p14:xfrm>
            </p:contentPart>
          </mc:Choice>
          <mc:Fallback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81A480CE-6619-445B-882F-D55D6DDC2CC1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445620" y="4491660"/>
                  <a:ext cx="1342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D0AF7F80-DB4D-42E8-A1F7-77E6D9AC99ED}"/>
                    </a:ext>
                  </a:extLst>
                </p14:cNvPr>
                <p14:cNvContentPartPr/>
                <p14:nvPr/>
              </p14:nvContentPartPr>
              <p14:xfrm>
                <a:off x="6655500" y="4423620"/>
                <a:ext cx="165960" cy="155520"/>
              </p14:xfrm>
            </p:contentPart>
          </mc:Choice>
          <mc:Fallback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D0AF7F80-DB4D-42E8-A1F7-77E6D9AC99ED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6646500" y="4414620"/>
                  <a:ext cx="183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B1398433-D2B0-4C28-8AA3-9B70837B87CE}"/>
                    </a:ext>
                  </a:extLst>
                </p14:cNvPr>
                <p14:cNvContentPartPr/>
                <p14:nvPr/>
              </p14:nvContentPartPr>
              <p14:xfrm>
                <a:off x="6904620" y="4472940"/>
                <a:ext cx="120960" cy="17640"/>
              </p14:xfrm>
            </p:contentPart>
          </mc:Choice>
          <mc:Fallback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B1398433-D2B0-4C28-8AA3-9B70837B87CE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895620" y="4463940"/>
                  <a:ext cx="138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2C7F927B-B9C1-453A-8B66-300427B81427}"/>
                    </a:ext>
                  </a:extLst>
                </p14:cNvPr>
                <p14:cNvContentPartPr/>
                <p14:nvPr/>
              </p14:nvContentPartPr>
              <p14:xfrm>
                <a:off x="6988500" y="4389060"/>
                <a:ext cx="7920" cy="159840"/>
              </p14:xfrm>
            </p:contentPart>
          </mc:Choice>
          <mc:Fallback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2C7F927B-B9C1-453A-8B66-300427B81427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979860" y="4380060"/>
                  <a:ext cx="25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AB1F7B20-0A3E-43E2-B34F-853E3B1B0F57}"/>
                    </a:ext>
                  </a:extLst>
                </p14:cNvPr>
                <p14:cNvContentPartPr/>
                <p14:nvPr/>
              </p14:nvContentPartPr>
              <p14:xfrm>
                <a:off x="7126380" y="4407780"/>
                <a:ext cx="18720" cy="147960"/>
              </p14:xfrm>
            </p:contentPart>
          </mc:Choice>
          <mc:Fallback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AB1F7B20-0A3E-43E2-B34F-853E3B1B0F57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7117380" y="4399140"/>
                  <a:ext cx="36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1C393E24-9354-4701-96A5-8E463D61DD7F}"/>
                    </a:ext>
                  </a:extLst>
                </p14:cNvPr>
                <p14:cNvContentPartPr/>
                <p14:nvPr/>
              </p14:nvContentPartPr>
              <p14:xfrm>
                <a:off x="7258140" y="4484100"/>
                <a:ext cx="140040" cy="13680"/>
              </p14:xfrm>
            </p:contentPart>
          </mc:Choice>
          <mc:Fallback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1C393E24-9354-4701-96A5-8E463D61DD7F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249140" y="4475460"/>
                  <a:ext cx="157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7437B124-34F5-4D3D-AC21-70A95452C49E}"/>
                    </a:ext>
                  </a:extLst>
                </p14:cNvPr>
                <p14:cNvContentPartPr/>
                <p14:nvPr/>
              </p14:nvContentPartPr>
              <p14:xfrm>
                <a:off x="7504380" y="4345140"/>
                <a:ext cx="178920" cy="161280"/>
              </p14:xfrm>
            </p:contentPart>
          </mc:Choice>
          <mc:Fallback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7437B124-34F5-4D3D-AC21-70A95452C49E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495740" y="4336500"/>
                  <a:ext cx="196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904F71F5-AABE-4DD5-822B-3FA6FFE215E4}"/>
                    </a:ext>
                  </a:extLst>
                </p14:cNvPr>
                <p14:cNvContentPartPr/>
                <p14:nvPr/>
              </p14:nvContentPartPr>
              <p14:xfrm>
                <a:off x="6168780" y="4330020"/>
                <a:ext cx="249840" cy="313200"/>
              </p14:xfrm>
            </p:contentPart>
          </mc:Choice>
          <mc:Fallback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904F71F5-AABE-4DD5-822B-3FA6FFE215E4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6159780" y="4321020"/>
                  <a:ext cx="267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7892349A-F397-4B29-A879-D429BCAD9A88}"/>
                    </a:ext>
                  </a:extLst>
                </p14:cNvPr>
                <p14:cNvContentPartPr/>
                <p14:nvPr/>
              </p14:nvContentPartPr>
              <p14:xfrm>
                <a:off x="6592860" y="4417500"/>
                <a:ext cx="187560" cy="190800"/>
              </p14:xfrm>
            </p:contentPart>
          </mc:Choice>
          <mc:Fallback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7892349A-F397-4B29-A879-D429BCAD9A88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6583860" y="4408500"/>
                  <a:ext cx="205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ABCF3DD6-417B-441C-BB8E-43CD673D4830}"/>
                    </a:ext>
                  </a:extLst>
                </p14:cNvPr>
                <p14:cNvContentPartPr/>
                <p14:nvPr/>
              </p14:nvContentPartPr>
              <p14:xfrm>
                <a:off x="7170660" y="4575180"/>
                <a:ext cx="512280" cy="8280"/>
              </p14:xfrm>
            </p:contentPart>
          </mc:Choice>
          <mc:Fallback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ABCF3DD6-417B-441C-BB8E-43CD673D4830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162020" y="4566180"/>
                  <a:ext cx="5299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5" name="Group 824">
            <a:extLst>
              <a:ext uri="{FF2B5EF4-FFF2-40B4-BE49-F238E27FC236}">
                <a16:creationId xmlns:a16="http://schemas.microsoft.com/office/drawing/2014/main" id="{0B024ACA-32FE-4D9B-B731-F1261C94F098}"/>
              </a:ext>
            </a:extLst>
          </p:cNvPr>
          <p:cNvGrpSpPr/>
          <p:nvPr/>
        </p:nvGrpSpPr>
        <p:grpSpPr>
          <a:xfrm>
            <a:off x="2473020" y="3949860"/>
            <a:ext cx="3340080" cy="649080"/>
            <a:chOff x="2473020" y="3949860"/>
            <a:chExt cx="3340080" cy="64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DF68C8EF-AAB2-48E1-A4F9-E0E691393A4B}"/>
                    </a:ext>
                  </a:extLst>
                </p14:cNvPr>
                <p14:cNvContentPartPr/>
                <p14:nvPr/>
              </p14:nvContentPartPr>
              <p14:xfrm>
                <a:off x="4066740" y="4145340"/>
                <a:ext cx="202680" cy="25560"/>
              </p14:xfrm>
            </p:contentPart>
          </mc:Choice>
          <mc:Fallback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DF68C8EF-AAB2-48E1-A4F9-E0E691393A4B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4057740" y="4136700"/>
                  <a:ext cx="220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6E5CBBDD-8675-4A26-8C8C-468FE200D807}"/>
                    </a:ext>
                  </a:extLst>
                </p14:cNvPr>
                <p14:cNvContentPartPr/>
                <p14:nvPr/>
              </p14:nvContentPartPr>
              <p14:xfrm>
                <a:off x="4153140" y="4065780"/>
                <a:ext cx="49320" cy="218520"/>
              </p14:xfrm>
            </p:contentPart>
          </mc:Choice>
          <mc:Fallback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6E5CBBDD-8675-4A26-8C8C-468FE200D807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4144500" y="4057140"/>
                  <a:ext cx="66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3CDAA9FF-6E5E-46F1-83F7-B96E2FDBDB6B}"/>
                    </a:ext>
                  </a:extLst>
                </p14:cNvPr>
                <p14:cNvContentPartPr/>
                <p14:nvPr/>
              </p14:nvContentPartPr>
              <p14:xfrm>
                <a:off x="4503780" y="3949860"/>
                <a:ext cx="190800" cy="339840"/>
              </p14:xfrm>
            </p:contentPart>
          </mc:Choice>
          <mc:Fallback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3CDAA9FF-6E5E-46F1-83F7-B96E2FDBDB6B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4495140" y="3940860"/>
                  <a:ext cx="2084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D2529F5F-9894-4A01-AAD6-BA9DEB0104C3}"/>
                    </a:ext>
                  </a:extLst>
                </p14:cNvPr>
                <p14:cNvContentPartPr/>
                <p14:nvPr/>
              </p14:nvContentPartPr>
              <p14:xfrm>
                <a:off x="4697100" y="4058940"/>
                <a:ext cx="155160" cy="160560"/>
              </p14:xfrm>
            </p:contentPart>
          </mc:Choice>
          <mc:Fallback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D2529F5F-9894-4A01-AAD6-BA9DEB0104C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4688100" y="4049940"/>
                  <a:ext cx="1728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1A2DF604-E4F5-49AA-BB6F-636E568A981C}"/>
                    </a:ext>
                  </a:extLst>
                </p14:cNvPr>
                <p14:cNvContentPartPr/>
                <p14:nvPr/>
              </p14:nvContentPartPr>
              <p14:xfrm>
                <a:off x="4972140" y="4133460"/>
                <a:ext cx="147600" cy="20160"/>
              </p14:xfrm>
            </p:contentPart>
          </mc:Choice>
          <mc:Fallback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1A2DF604-E4F5-49AA-BB6F-636E568A981C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4963500" y="4124460"/>
                  <a:ext cx="165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BFD74873-2E5F-4A0A-A05E-6537C2AF40F6}"/>
                    </a:ext>
                  </a:extLst>
                </p14:cNvPr>
                <p14:cNvContentPartPr/>
                <p14:nvPr/>
              </p14:nvContentPartPr>
              <p14:xfrm>
                <a:off x="5167620" y="4034460"/>
                <a:ext cx="19800" cy="183240"/>
              </p14:xfrm>
            </p:contentPart>
          </mc:Choice>
          <mc:Fallback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BFD74873-2E5F-4A0A-A05E-6537C2AF40F6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5158620" y="4025820"/>
                  <a:ext cx="37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468FC929-8592-4EDD-B00D-6C9407AA13AE}"/>
                    </a:ext>
                  </a:extLst>
                </p14:cNvPr>
                <p14:cNvContentPartPr/>
                <p14:nvPr/>
              </p14:nvContentPartPr>
              <p14:xfrm>
                <a:off x="5201100" y="4069020"/>
                <a:ext cx="141120" cy="151920"/>
              </p14:xfrm>
            </p:contentPart>
          </mc:Choice>
          <mc:Fallback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468FC929-8592-4EDD-B00D-6C9407AA13AE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5192460" y="4060380"/>
                  <a:ext cx="158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41E7E222-45BC-49CA-A564-ABA7366A8D2E}"/>
                    </a:ext>
                  </a:extLst>
                </p14:cNvPr>
                <p14:cNvContentPartPr/>
                <p14:nvPr/>
              </p14:nvContentPartPr>
              <p14:xfrm>
                <a:off x="5620860" y="4056780"/>
                <a:ext cx="21600" cy="179280"/>
              </p14:xfrm>
            </p:contentPart>
          </mc:Choice>
          <mc:Fallback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41E7E222-45BC-49CA-A564-ABA7366A8D2E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5612220" y="4047780"/>
                  <a:ext cx="39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0EC209DC-055D-4947-998C-7DF39C26CCB7}"/>
                    </a:ext>
                  </a:extLst>
                </p14:cNvPr>
                <p14:cNvContentPartPr/>
                <p14:nvPr/>
              </p14:nvContentPartPr>
              <p14:xfrm>
                <a:off x="5705820" y="3976500"/>
                <a:ext cx="107280" cy="342360"/>
              </p14:xfrm>
            </p:contentPart>
          </mc:Choice>
          <mc:Fallback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0EC209DC-055D-4947-998C-7DF39C26CCB7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5696820" y="3967860"/>
                  <a:ext cx="1249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C5D287EC-6029-4B57-BD60-099375FDFDA6}"/>
                    </a:ext>
                  </a:extLst>
                </p14:cNvPr>
                <p14:cNvContentPartPr/>
                <p14:nvPr/>
              </p14:nvContentPartPr>
              <p14:xfrm>
                <a:off x="5421780" y="4131660"/>
                <a:ext cx="87120" cy="360"/>
              </p14:xfrm>
            </p:contentPart>
          </mc:Choice>
          <mc:Fallback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C5D287EC-6029-4B57-BD60-099375FDFDA6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5412780" y="4122660"/>
                  <a:ext cx="104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B3404A40-200A-4F62-B44D-E200198D2B43}"/>
                    </a:ext>
                  </a:extLst>
                </p14:cNvPr>
                <p14:cNvContentPartPr/>
                <p14:nvPr/>
              </p14:nvContentPartPr>
              <p14:xfrm>
                <a:off x="5420700" y="4014300"/>
                <a:ext cx="26640" cy="222480"/>
              </p14:xfrm>
            </p:contentPart>
          </mc:Choice>
          <mc:Fallback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B3404A40-200A-4F62-B44D-E200198D2B43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5412060" y="4005300"/>
                  <a:ext cx="44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EEE5E2F5-194A-411B-AEF6-8B116A374DCC}"/>
                    </a:ext>
                  </a:extLst>
                </p14:cNvPr>
                <p14:cNvContentPartPr/>
                <p14:nvPr/>
              </p14:nvContentPartPr>
              <p14:xfrm>
                <a:off x="3731580" y="4436580"/>
                <a:ext cx="151560" cy="162360"/>
              </p14:xfrm>
            </p:contentPart>
          </mc:Choice>
          <mc:Fallback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EEE5E2F5-194A-411B-AEF6-8B116A374DC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722580" y="4427580"/>
                  <a:ext cx="169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3D5FC3F6-B36C-45EE-9326-4494784E6932}"/>
                    </a:ext>
                  </a:extLst>
                </p14:cNvPr>
                <p14:cNvContentPartPr/>
                <p14:nvPr/>
              </p14:nvContentPartPr>
              <p14:xfrm>
                <a:off x="4008060" y="4492740"/>
                <a:ext cx="80280" cy="13320"/>
              </p14:xfrm>
            </p:contentPart>
          </mc:Choice>
          <mc:Fallback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3D5FC3F6-B36C-45EE-9326-4494784E6932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3999060" y="4484100"/>
                  <a:ext cx="97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B9CC1E83-A55A-465C-A17E-897E4284AEC2}"/>
                    </a:ext>
                  </a:extLst>
                </p14:cNvPr>
                <p14:cNvContentPartPr/>
                <p14:nvPr/>
              </p14:nvContentPartPr>
              <p14:xfrm>
                <a:off x="4187340" y="4429740"/>
                <a:ext cx="146160" cy="147600"/>
              </p14:xfrm>
            </p:contentPart>
          </mc:Choice>
          <mc:Fallback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B9CC1E83-A55A-465C-A17E-897E4284AEC2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178340" y="4420740"/>
                  <a:ext cx="163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552EA390-2372-4E8E-B5D0-9F93BF982AE1}"/>
                    </a:ext>
                  </a:extLst>
                </p14:cNvPr>
                <p14:cNvContentPartPr/>
                <p14:nvPr/>
              </p14:nvContentPartPr>
              <p14:xfrm>
                <a:off x="4420620" y="4469340"/>
                <a:ext cx="121680" cy="19440"/>
              </p14:xfrm>
            </p:contentPart>
          </mc:Choice>
          <mc:Fallback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552EA390-2372-4E8E-B5D0-9F93BF982AE1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4411980" y="4460700"/>
                  <a:ext cx="139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ACFDA783-4A41-4D85-A7B5-B11406ABB62B}"/>
                    </a:ext>
                  </a:extLst>
                </p14:cNvPr>
                <p14:cNvContentPartPr/>
                <p14:nvPr/>
              </p14:nvContentPartPr>
              <p14:xfrm>
                <a:off x="4458060" y="4401300"/>
                <a:ext cx="34200" cy="183960"/>
              </p14:xfrm>
            </p:contentPart>
          </mc:Choice>
          <mc:Fallback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ACFDA783-4A41-4D85-A7B5-B11406ABB62B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4449060" y="4392300"/>
                  <a:ext cx="51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BC93BB02-CDC3-41A8-B6FB-DE4AB7B6A3D3}"/>
                    </a:ext>
                  </a:extLst>
                </p14:cNvPr>
                <p14:cNvContentPartPr/>
                <p14:nvPr/>
              </p14:nvContentPartPr>
              <p14:xfrm>
                <a:off x="4680540" y="4393740"/>
                <a:ext cx="2160" cy="11880"/>
              </p14:xfrm>
            </p:contentPart>
          </mc:Choice>
          <mc:Fallback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BC93BB02-CDC3-41A8-B6FB-DE4AB7B6A3D3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4671900" y="4385100"/>
                  <a:ext cx="19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D84A366C-CA9E-4EA5-B73C-5BDE7BC36A35}"/>
                    </a:ext>
                  </a:extLst>
                </p14:cNvPr>
                <p14:cNvContentPartPr/>
                <p14:nvPr/>
              </p14:nvContentPartPr>
              <p14:xfrm>
                <a:off x="4671180" y="4389420"/>
                <a:ext cx="18720" cy="186120"/>
              </p14:xfrm>
            </p:contentPart>
          </mc:Choice>
          <mc:Fallback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D84A366C-CA9E-4EA5-B73C-5BDE7BC36A35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4662180" y="4380420"/>
                  <a:ext cx="36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8BFE24C4-B14B-43AD-88A2-7652C9EE4ACF}"/>
                    </a:ext>
                  </a:extLst>
                </p14:cNvPr>
                <p14:cNvContentPartPr/>
                <p14:nvPr/>
              </p14:nvContentPartPr>
              <p14:xfrm>
                <a:off x="4833540" y="4484820"/>
                <a:ext cx="88560" cy="9000"/>
              </p14:xfrm>
            </p:contentPart>
          </mc:Choice>
          <mc:Fallback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8BFE24C4-B14B-43AD-88A2-7652C9EE4ACF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4824900" y="4476180"/>
                  <a:ext cx="1062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FE752523-7EBC-4B8E-9BF4-50FFABF49B10}"/>
                    </a:ext>
                  </a:extLst>
                </p14:cNvPr>
                <p14:cNvContentPartPr/>
                <p14:nvPr/>
              </p14:nvContentPartPr>
              <p14:xfrm>
                <a:off x="5000940" y="4400940"/>
                <a:ext cx="21600" cy="198000"/>
              </p14:xfrm>
            </p:contentPart>
          </mc:Choice>
          <mc:Fallback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FE752523-7EBC-4B8E-9BF4-50FFABF49B10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4992300" y="4392300"/>
                  <a:ext cx="39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A7FEE773-E081-4351-8343-03B5BA563A96}"/>
                    </a:ext>
                  </a:extLst>
                </p14:cNvPr>
                <p14:cNvContentPartPr/>
                <p14:nvPr/>
              </p14:nvContentPartPr>
              <p14:xfrm>
                <a:off x="2473020" y="4080900"/>
                <a:ext cx="119880" cy="186480"/>
              </p14:xfrm>
            </p:contentPart>
          </mc:Choice>
          <mc:Fallback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A7FEE773-E081-4351-8343-03B5BA563A96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464380" y="4071900"/>
                  <a:ext cx="1375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5D6DAE3D-23F4-40DD-8658-C137FFBC0B07}"/>
                    </a:ext>
                  </a:extLst>
                </p14:cNvPr>
                <p14:cNvContentPartPr/>
                <p14:nvPr/>
              </p14:nvContentPartPr>
              <p14:xfrm>
                <a:off x="2737260" y="3973980"/>
                <a:ext cx="186480" cy="352800"/>
              </p14:xfrm>
            </p:contentPart>
          </mc:Choice>
          <mc:Fallback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5D6DAE3D-23F4-40DD-8658-C137FFBC0B07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2728260" y="3964980"/>
                  <a:ext cx="2041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7E911134-3D59-4712-9540-CB426AD9888C}"/>
                    </a:ext>
                  </a:extLst>
                </p14:cNvPr>
                <p14:cNvContentPartPr/>
                <p14:nvPr/>
              </p14:nvContentPartPr>
              <p14:xfrm>
                <a:off x="2986740" y="4072980"/>
                <a:ext cx="158040" cy="163080"/>
              </p14:xfrm>
            </p:contentPart>
          </mc:Choice>
          <mc:Fallback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7E911134-3D59-4712-9540-CB426AD9888C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2977740" y="4063980"/>
                  <a:ext cx="175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1533C2EA-E06A-47CE-90EF-766D8CF938C8}"/>
                    </a:ext>
                  </a:extLst>
                </p14:cNvPr>
                <p14:cNvContentPartPr/>
                <p14:nvPr/>
              </p14:nvContentPartPr>
              <p14:xfrm>
                <a:off x="3250620" y="4162620"/>
                <a:ext cx="128160" cy="11520"/>
              </p14:xfrm>
            </p:contentPart>
          </mc:Choice>
          <mc:Fallback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1533C2EA-E06A-47CE-90EF-766D8CF938C8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241620" y="4153980"/>
                  <a:ext cx="145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BC31C0B7-3DC8-4F0C-AD16-F8600E13D8EC}"/>
                    </a:ext>
                  </a:extLst>
                </p14:cNvPr>
                <p14:cNvContentPartPr/>
                <p14:nvPr/>
              </p14:nvContentPartPr>
              <p14:xfrm>
                <a:off x="3509460" y="4058580"/>
                <a:ext cx="14760" cy="160200"/>
              </p14:xfrm>
            </p:contentPart>
          </mc:Choice>
          <mc:Fallback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BC31C0B7-3DC8-4F0C-AD16-F8600E13D8E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3500460" y="4049580"/>
                  <a:ext cx="32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A8A2E1E9-1C5A-4DC8-A8FB-2AD57BD23DE6}"/>
                    </a:ext>
                  </a:extLst>
                </p14:cNvPr>
                <p14:cNvContentPartPr/>
                <p14:nvPr/>
              </p14:nvContentPartPr>
              <p14:xfrm>
                <a:off x="3519900" y="4105740"/>
                <a:ext cx="149760" cy="114480"/>
              </p14:xfrm>
            </p:contentPart>
          </mc:Choice>
          <mc:Fallback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A8A2E1E9-1C5A-4DC8-A8FB-2AD57BD23DE6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3510900" y="4097100"/>
                  <a:ext cx="167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380C0A01-A697-406D-8776-57A348FAAFBD}"/>
                    </a:ext>
                  </a:extLst>
                </p14:cNvPr>
                <p14:cNvContentPartPr/>
                <p14:nvPr/>
              </p14:nvContentPartPr>
              <p14:xfrm>
                <a:off x="3715380" y="3966060"/>
                <a:ext cx="97920" cy="285120"/>
              </p14:xfrm>
            </p:contentPart>
          </mc:Choice>
          <mc:Fallback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380C0A01-A697-406D-8776-57A348FAAFBD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3706380" y="3957420"/>
                  <a:ext cx="1155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28262297-7FE1-4B5A-86C5-EFCA5AF7407F}"/>
                    </a:ext>
                  </a:extLst>
                </p14:cNvPr>
                <p14:cNvContentPartPr/>
                <p14:nvPr/>
              </p14:nvContentPartPr>
              <p14:xfrm>
                <a:off x="4089780" y="4315980"/>
                <a:ext cx="272520" cy="267120"/>
              </p14:xfrm>
            </p:contentPart>
          </mc:Choice>
          <mc:Fallback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28262297-7FE1-4B5A-86C5-EFCA5AF7407F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4081140" y="4307340"/>
                  <a:ext cx="2901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EE19B754-8C87-41C2-9DF2-A29C1AB7BB34}"/>
                    </a:ext>
                  </a:extLst>
                </p14:cNvPr>
                <p14:cNvContentPartPr/>
                <p14:nvPr/>
              </p14:nvContentPartPr>
              <p14:xfrm>
                <a:off x="3766140" y="4328220"/>
                <a:ext cx="344160" cy="245520"/>
              </p14:xfrm>
            </p:contentPart>
          </mc:Choice>
          <mc:Fallback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EE19B754-8C87-41C2-9DF2-A29C1AB7BB34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3757140" y="4319220"/>
                  <a:ext cx="3618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8A470627-75E2-4FFA-96A3-62D060844645}"/>
                    </a:ext>
                  </a:extLst>
                </p14:cNvPr>
                <p14:cNvContentPartPr/>
                <p14:nvPr/>
              </p14:nvContentPartPr>
              <p14:xfrm>
                <a:off x="5237100" y="4328220"/>
                <a:ext cx="360" cy="360"/>
              </p14:xfrm>
            </p:contentPart>
          </mc:Choice>
          <mc:Fallback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8A470627-75E2-4FFA-96A3-62D06084464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28100" y="4319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824" name="Ink 823">
                  <a:extLst>
                    <a:ext uri="{FF2B5EF4-FFF2-40B4-BE49-F238E27FC236}">
                      <a16:creationId xmlns:a16="http://schemas.microsoft.com/office/drawing/2014/main" id="{21E27AA9-7231-4342-BC50-544091F7E0CB}"/>
                    </a:ext>
                  </a:extLst>
                </p14:cNvPr>
                <p14:cNvContentPartPr/>
                <p14:nvPr/>
              </p14:nvContentPartPr>
              <p14:xfrm>
                <a:off x="5237100" y="4312740"/>
                <a:ext cx="402120" cy="25560"/>
              </p14:xfrm>
            </p:contentPart>
          </mc:Choice>
          <mc:Fallback>
            <p:pic>
              <p:nvPicPr>
                <p:cNvPr id="824" name="Ink 823">
                  <a:extLst>
                    <a:ext uri="{FF2B5EF4-FFF2-40B4-BE49-F238E27FC236}">
                      <a16:creationId xmlns:a16="http://schemas.microsoft.com/office/drawing/2014/main" id="{21E27AA9-7231-4342-BC50-544091F7E0CB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5228100" y="4303740"/>
                  <a:ext cx="419760" cy="43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D41D2E3-2A5D-4099-BC19-63F868073DC3}"/>
              </a:ext>
            </a:extLst>
          </p:cNvPr>
          <p:cNvGrpSpPr/>
          <p:nvPr/>
        </p:nvGrpSpPr>
        <p:grpSpPr>
          <a:xfrm>
            <a:off x="3404340" y="295140"/>
            <a:ext cx="907920" cy="41760"/>
            <a:chOff x="3404340" y="295140"/>
            <a:chExt cx="907920" cy="4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07AE93-B7B0-4B31-9E19-0774DC35B425}"/>
                    </a:ext>
                  </a:extLst>
                </p14:cNvPr>
                <p14:cNvContentPartPr/>
                <p14:nvPr/>
              </p14:nvContentPartPr>
              <p14:xfrm>
                <a:off x="3404340" y="295140"/>
                <a:ext cx="396000" cy="41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07AE93-B7B0-4B31-9E19-0774DC35B42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95700" y="286500"/>
                  <a:ext cx="4136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5CF56F-93E9-4A5C-B4D6-E63AC5772B2C}"/>
                    </a:ext>
                  </a:extLst>
                </p14:cNvPr>
                <p14:cNvContentPartPr/>
                <p14:nvPr/>
              </p14:nvContentPartPr>
              <p14:xfrm>
                <a:off x="3940380" y="303780"/>
                <a:ext cx="371880" cy="11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5CF56F-93E9-4A5C-B4D6-E63AC5772B2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31740" y="295140"/>
                  <a:ext cx="38952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7E8EDCB-6DDE-404D-A235-4DC11BD1A315}"/>
                  </a:ext>
                </a:extLst>
              </p14:cNvPr>
              <p14:cNvContentPartPr/>
              <p14:nvPr/>
            </p14:nvContentPartPr>
            <p14:xfrm>
              <a:off x="4576860" y="151500"/>
              <a:ext cx="129240" cy="203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7E8EDCB-6DDE-404D-A235-4DC11BD1A3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67860" y="142500"/>
                <a:ext cx="146880" cy="22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5863A35C-07B5-4F66-932E-C46D92665005}"/>
              </a:ext>
            </a:extLst>
          </p:cNvPr>
          <p:cNvGrpSpPr/>
          <p:nvPr/>
        </p:nvGrpSpPr>
        <p:grpSpPr>
          <a:xfrm>
            <a:off x="4886460" y="163740"/>
            <a:ext cx="965880" cy="186480"/>
            <a:chOff x="4886460" y="163740"/>
            <a:chExt cx="96588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A380AB1-E914-4234-A6DB-34EE2C818415}"/>
                    </a:ext>
                  </a:extLst>
                </p14:cNvPr>
                <p14:cNvContentPartPr/>
                <p14:nvPr/>
              </p14:nvContentPartPr>
              <p14:xfrm>
                <a:off x="4886460" y="195780"/>
                <a:ext cx="177480" cy="147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A380AB1-E914-4234-A6DB-34EE2C81841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77820" y="186780"/>
                  <a:ext cx="1951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4837FF8-1640-408A-B822-352D7AAA9EE8}"/>
                    </a:ext>
                  </a:extLst>
                </p14:cNvPr>
                <p14:cNvContentPartPr/>
                <p14:nvPr/>
              </p14:nvContentPartPr>
              <p14:xfrm>
                <a:off x="5210100" y="245100"/>
                <a:ext cx="135000" cy="23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4837FF8-1640-408A-B822-352D7AAA9E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01100" y="236100"/>
                  <a:ext cx="152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C03D90-7201-4BB9-AE84-7CC865AE9792}"/>
                    </a:ext>
                  </a:extLst>
                </p14:cNvPr>
                <p14:cNvContentPartPr/>
                <p14:nvPr/>
              </p14:nvContentPartPr>
              <p14:xfrm>
                <a:off x="5385060" y="165180"/>
                <a:ext cx="206280" cy="133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C03D90-7201-4BB9-AE84-7CC865AE979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76420" y="156180"/>
                  <a:ext cx="223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308039-0ABB-4F93-B18B-BC705072CA5F}"/>
                    </a:ext>
                  </a:extLst>
                </p14:cNvPr>
                <p14:cNvContentPartPr/>
                <p14:nvPr/>
              </p14:nvContentPartPr>
              <p14:xfrm>
                <a:off x="5720940" y="163740"/>
                <a:ext cx="131400" cy="18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308039-0ABB-4F93-B18B-BC705072CA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12300" y="154740"/>
                  <a:ext cx="14904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95B9E2-33C1-4938-B5A4-9DAE663F4E46}"/>
              </a:ext>
            </a:extLst>
          </p:cNvPr>
          <p:cNvGrpSpPr/>
          <p:nvPr/>
        </p:nvGrpSpPr>
        <p:grpSpPr>
          <a:xfrm>
            <a:off x="6072300" y="166260"/>
            <a:ext cx="480960" cy="185760"/>
            <a:chOff x="6072300" y="166260"/>
            <a:chExt cx="48096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CF7A96-717F-49E8-BA1A-CFD914164D64}"/>
                    </a:ext>
                  </a:extLst>
                </p14:cNvPr>
                <p14:cNvContentPartPr/>
                <p14:nvPr/>
              </p14:nvContentPartPr>
              <p14:xfrm>
                <a:off x="6072300" y="166260"/>
                <a:ext cx="170640" cy="161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CF7A96-717F-49E8-BA1A-CFD914164D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63660" y="157260"/>
                  <a:ext cx="188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1D8C1B-4067-4441-BE5F-258F54B29689}"/>
                    </a:ext>
                  </a:extLst>
                </p14:cNvPr>
                <p14:cNvContentPartPr/>
                <p14:nvPr/>
              </p14:nvContentPartPr>
              <p14:xfrm>
                <a:off x="6377580" y="194700"/>
                <a:ext cx="175680" cy="157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1D8C1B-4067-4441-BE5F-258F54B296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68580" y="185700"/>
                  <a:ext cx="19332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E398B48-758B-48B6-A809-8057D49390A3}"/>
              </a:ext>
            </a:extLst>
          </p:cNvPr>
          <p:cNvGrpSpPr/>
          <p:nvPr/>
        </p:nvGrpSpPr>
        <p:grpSpPr>
          <a:xfrm>
            <a:off x="6777900" y="95340"/>
            <a:ext cx="169920" cy="225720"/>
            <a:chOff x="6777900" y="95340"/>
            <a:chExt cx="16992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C6AD43-B9C3-458E-800B-954FBAC088BA}"/>
                    </a:ext>
                  </a:extLst>
                </p14:cNvPr>
                <p14:cNvContentPartPr/>
                <p14:nvPr/>
              </p14:nvContentPartPr>
              <p14:xfrm>
                <a:off x="6777900" y="221700"/>
                <a:ext cx="169920" cy="12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C6AD43-B9C3-458E-800B-954FBAC088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8900" y="212700"/>
                  <a:ext cx="187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B8A010-9E19-4FB5-8FF0-563348797E47}"/>
                    </a:ext>
                  </a:extLst>
                </p14:cNvPr>
                <p14:cNvContentPartPr/>
                <p14:nvPr/>
              </p14:nvContentPartPr>
              <p14:xfrm>
                <a:off x="6870420" y="95340"/>
                <a:ext cx="16560" cy="225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B8A010-9E19-4FB5-8FF0-563348797E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61420" y="86340"/>
                  <a:ext cx="3420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A38EF84-5A11-40AE-934A-A919C049BD8A}"/>
                  </a:ext>
                </a:extLst>
              </p14:cNvPr>
              <p14:cNvContentPartPr/>
              <p14:nvPr/>
            </p14:nvContentPartPr>
            <p14:xfrm>
              <a:off x="7104060" y="136740"/>
              <a:ext cx="201960" cy="265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A38EF84-5A11-40AE-934A-A919C049BD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95420" y="128100"/>
                <a:ext cx="21960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3E4E497-37CE-4F80-8569-3F2B31A37BD3}"/>
                  </a:ext>
                </a:extLst>
              </p14:cNvPr>
              <p14:cNvContentPartPr/>
              <p14:nvPr/>
            </p14:nvContentPartPr>
            <p14:xfrm>
              <a:off x="3433140" y="875460"/>
              <a:ext cx="169920" cy="28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3E4E497-37CE-4F80-8569-3F2B31A37BD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24500" y="866820"/>
                <a:ext cx="18756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449E698-F4F0-42B8-8B4A-8BF75119D3A1}"/>
              </a:ext>
            </a:extLst>
          </p:cNvPr>
          <p:cNvGrpSpPr/>
          <p:nvPr/>
        </p:nvGrpSpPr>
        <p:grpSpPr>
          <a:xfrm>
            <a:off x="3815460" y="708780"/>
            <a:ext cx="798120" cy="249480"/>
            <a:chOff x="3815460" y="708780"/>
            <a:chExt cx="79812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3C6A90-7A3B-4978-9D98-ABBFCB5A90A4}"/>
                    </a:ext>
                  </a:extLst>
                </p14:cNvPr>
                <p14:cNvContentPartPr/>
                <p14:nvPr/>
              </p14:nvContentPartPr>
              <p14:xfrm>
                <a:off x="3815460" y="845220"/>
                <a:ext cx="380520" cy="7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3C6A90-7A3B-4978-9D98-ABBFCB5A90A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06460" y="836580"/>
                  <a:ext cx="398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8CDB6D-87B2-4D57-920E-3A6461AB6D3D}"/>
                    </a:ext>
                  </a:extLst>
                </p14:cNvPr>
                <p14:cNvContentPartPr/>
                <p14:nvPr/>
              </p14:nvContentPartPr>
              <p14:xfrm>
                <a:off x="4346820" y="840900"/>
                <a:ext cx="69120" cy="1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8CDB6D-87B2-4D57-920E-3A6461AB6D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37820" y="832260"/>
                  <a:ext cx="86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88AB148-81A7-4B5B-841A-5E7340097305}"/>
                    </a:ext>
                  </a:extLst>
                </p14:cNvPr>
                <p14:cNvContentPartPr/>
                <p14:nvPr/>
              </p14:nvContentPartPr>
              <p14:xfrm>
                <a:off x="4374540" y="814980"/>
                <a:ext cx="239040" cy="2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88AB148-81A7-4B5B-841A-5E734009730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65900" y="805980"/>
                  <a:ext cx="256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55EE878-D368-4AEE-957F-9A58ACEDE8FE}"/>
                    </a:ext>
                  </a:extLst>
                </p14:cNvPr>
                <p14:cNvContentPartPr/>
                <p14:nvPr/>
              </p14:nvContentPartPr>
              <p14:xfrm>
                <a:off x="4486860" y="708780"/>
                <a:ext cx="17280" cy="249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55EE878-D368-4AEE-957F-9A58ACEDE8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78220" y="699780"/>
                  <a:ext cx="34920" cy="26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AE605C3-7BA1-4847-A4BC-B86E732C1BD9}"/>
                  </a:ext>
                </a:extLst>
              </p14:cNvPr>
              <p14:cNvContentPartPr/>
              <p14:nvPr/>
            </p14:nvContentPartPr>
            <p14:xfrm>
              <a:off x="4842540" y="752700"/>
              <a:ext cx="158760" cy="201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AE605C3-7BA1-4847-A4BC-B86E732C1BD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33900" y="743700"/>
                <a:ext cx="1764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491E79C-88D2-4A7E-B64F-B1F7414B2915}"/>
                  </a:ext>
                </a:extLst>
              </p14:cNvPr>
              <p14:cNvContentPartPr/>
              <p14:nvPr/>
            </p14:nvContentPartPr>
            <p14:xfrm>
              <a:off x="5197500" y="682500"/>
              <a:ext cx="145800" cy="1062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491E79C-88D2-4A7E-B64F-B1F7414B291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88860" y="673500"/>
                <a:ext cx="16344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6FCAF348-7382-41BF-BD73-C89971A4B62D}"/>
              </a:ext>
            </a:extLst>
          </p:cNvPr>
          <p:cNvGrpSpPr/>
          <p:nvPr/>
        </p:nvGrpSpPr>
        <p:grpSpPr>
          <a:xfrm>
            <a:off x="5518980" y="670260"/>
            <a:ext cx="502920" cy="196200"/>
            <a:chOff x="5518980" y="670260"/>
            <a:chExt cx="50292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294AE80-44EB-46F0-94E1-9F7FD452B349}"/>
                    </a:ext>
                  </a:extLst>
                </p14:cNvPr>
                <p14:cNvContentPartPr/>
                <p14:nvPr/>
              </p14:nvContentPartPr>
              <p14:xfrm>
                <a:off x="5518980" y="670260"/>
                <a:ext cx="237240" cy="165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294AE80-44EB-46F0-94E1-9F7FD452B34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09980" y="661620"/>
                  <a:ext cx="254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1E24EE2-1A38-4137-83B9-F9D59729CF63}"/>
                    </a:ext>
                  </a:extLst>
                </p14:cNvPr>
                <p14:cNvContentPartPr/>
                <p14:nvPr/>
              </p14:nvContentPartPr>
              <p14:xfrm>
                <a:off x="5897340" y="772500"/>
                <a:ext cx="124560" cy="9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1E24EE2-1A38-4137-83B9-F9D59729CF6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88340" y="763860"/>
                  <a:ext cx="142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1441ED7-D45B-44C5-B75D-6CDB78AAD243}"/>
                    </a:ext>
                  </a:extLst>
                </p14:cNvPr>
                <p14:cNvContentPartPr/>
                <p14:nvPr/>
              </p14:nvContentPartPr>
              <p14:xfrm>
                <a:off x="5959620" y="693660"/>
                <a:ext cx="20520" cy="172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1441ED7-D45B-44C5-B75D-6CDB78AAD24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50980" y="685020"/>
                  <a:ext cx="3816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FFDD6A1-E614-4BE3-83EB-1CAC86B735AA}"/>
              </a:ext>
            </a:extLst>
          </p:cNvPr>
          <p:cNvGrpSpPr/>
          <p:nvPr/>
        </p:nvGrpSpPr>
        <p:grpSpPr>
          <a:xfrm>
            <a:off x="6231060" y="515100"/>
            <a:ext cx="1508400" cy="585720"/>
            <a:chOff x="6231060" y="515100"/>
            <a:chExt cx="1508400" cy="58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76C1E03-6A7E-41CB-8589-AECD9B7F59E9}"/>
                    </a:ext>
                  </a:extLst>
                </p14:cNvPr>
                <p14:cNvContentPartPr/>
                <p14:nvPr/>
              </p14:nvContentPartPr>
              <p14:xfrm>
                <a:off x="6231060" y="683220"/>
                <a:ext cx="450720" cy="169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76C1E03-6A7E-41CB-8589-AECD9B7F59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22420" y="674580"/>
                  <a:ext cx="4683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CD2E688-22BF-41DA-B30E-2F8C5247264A}"/>
                    </a:ext>
                  </a:extLst>
                </p14:cNvPr>
                <p14:cNvContentPartPr/>
                <p14:nvPr/>
              </p14:nvContentPartPr>
              <p14:xfrm>
                <a:off x="6717420" y="688980"/>
                <a:ext cx="498960" cy="19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CD2E688-22BF-41DA-B30E-2F8C524726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08420" y="679980"/>
                  <a:ext cx="5166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0CD21B1-793E-40E2-9F93-BABEFE4D9742}"/>
                    </a:ext>
                  </a:extLst>
                </p14:cNvPr>
                <p14:cNvContentPartPr/>
                <p14:nvPr/>
              </p14:nvContentPartPr>
              <p14:xfrm>
                <a:off x="7106220" y="656580"/>
                <a:ext cx="45720" cy="19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0CD21B1-793E-40E2-9F93-BABEFE4D97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97220" y="647580"/>
                  <a:ext cx="63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B28E417-DC20-4A8B-82D0-A55255E05F2F}"/>
                    </a:ext>
                  </a:extLst>
                </p14:cNvPr>
                <p14:cNvContentPartPr/>
                <p14:nvPr/>
              </p14:nvContentPartPr>
              <p14:xfrm>
                <a:off x="7335180" y="668460"/>
                <a:ext cx="223920" cy="270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B28E417-DC20-4A8B-82D0-A55255E05F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26180" y="659820"/>
                  <a:ext cx="2415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9D37D54-D751-4425-9B3C-B0C87298C5E3}"/>
                    </a:ext>
                  </a:extLst>
                </p14:cNvPr>
                <p14:cNvContentPartPr/>
                <p14:nvPr/>
              </p14:nvContentPartPr>
              <p14:xfrm>
                <a:off x="7476660" y="515100"/>
                <a:ext cx="262800" cy="585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9D37D54-D751-4425-9B3C-B0C87298C5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67660" y="506460"/>
                  <a:ext cx="280440" cy="60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066407F-8AAF-4011-8C35-0322302A6DCA}"/>
              </a:ext>
            </a:extLst>
          </p:cNvPr>
          <p:cNvGrpSpPr/>
          <p:nvPr/>
        </p:nvGrpSpPr>
        <p:grpSpPr>
          <a:xfrm>
            <a:off x="925020" y="156180"/>
            <a:ext cx="2302200" cy="1546200"/>
            <a:chOff x="925020" y="156180"/>
            <a:chExt cx="2302200" cy="154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55077BC-7FF0-4695-B928-5E6DF8F41372}"/>
                    </a:ext>
                  </a:extLst>
                </p14:cNvPr>
                <p14:cNvContentPartPr/>
                <p14:nvPr/>
              </p14:nvContentPartPr>
              <p14:xfrm>
                <a:off x="925020" y="194340"/>
                <a:ext cx="107280" cy="158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55077BC-7FF0-4695-B928-5E6DF8F413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6380" y="185340"/>
                  <a:ext cx="124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AF0E78-3730-4F80-AF92-EAADB10A69D0}"/>
                    </a:ext>
                  </a:extLst>
                </p14:cNvPr>
                <p14:cNvContentPartPr/>
                <p14:nvPr/>
              </p14:nvContentPartPr>
              <p14:xfrm>
                <a:off x="1178820" y="181740"/>
                <a:ext cx="104400" cy="198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AF0E78-3730-4F80-AF92-EAADB10A69D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70180" y="172740"/>
                  <a:ext cx="122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9EBC16A-FAB6-4F48-A1DD-CD7492B95F59}"/>
                    </a:ext>
                  </a:extLst>
                </p14:cNvPr>
                <p14:cNvContentPartPr/>
                <p14:nvPr/>
              </p14:nvContentPartPr>
              <p14:xfrm>
                <a:off x="1369620" y="210180"/>
                <a:ext cx="7920" cy="134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9EBC16A-FAB6-4F48-A1DD-CD7492B95F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60980" y="201540"/>
                  <a:ext cx="25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871D7E-E5D4-4141-95F4-94F95B76734A}"/>
                    </a:ext>
                  </a:extLst>
                </p14:cNvPr>
                <p14:cNvContentPartPr/>
                <p14:nvPr/>
              </p14:nvContentPartPr>
              <p14:xfrm>
                <a:off x="1496340" y="160860"/>
                <a:ext cx="65520" cy="209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871D7E-E5D4-4141-95F4-94F95B7673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87700" y="152220"/>
                  <a:ext cx="83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C765FE-81F7-42F5-AB7C-47255D4849F9}"/>
                    </a:ext>
                  </a:extLst>
                </p14:cNvPr>
                <p14:cNvContentPartPr/>
                <p14:nvPr/>
              </p14:nvContentPartPr>
              <p14:xfrm>
                <a:off x="1754820" y="182820"/>
                <a:ext cx="136080" cy="257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C765FE-81F7-42F5-AB7C-47255D4849F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45820" y="174180"/>
                  <a:ext cx="153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E81E76B-C852-440C-95A7-E6A7106B3BBC}"/>
                    </a:ext>
                  </a:extLst>
                </p14:cNvPr>
                <p14:cNvContentPartPr/>
                <p14:nvPr/>
              </p14:nvContentPartPr>
              <p14:xfrm>
                <a:off x="2067660" y="206580"/>
                <a:ext cx="276480" cy="165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E81E76B-C852-440C-95A7-E6A7106B3B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58660" y="197580"/>
                  <a:ext cx="294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A17182-735B-47B5-85D0-3F3D000B2535}"/>
                    </a:ext>
                  </a:extLst>
                </p14:cNvPr>
                <p14:cNvContentPartPr/>
                <p14:nvPr/>
              </p14:nvContentPartPr>
              <p14:xfrm>
                <a:off x="2410380" y="254460"/>
                <a:ext cx="124560" cy="20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A17182-735B-47B5-85D0-3F3D000B253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01380" y="245820"/>
                  <a:ext cx="142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A2CB40-C0DE-4A11-BEC1-3E6508D9DBBC}"/>
                    </a:ext>
                  </a:extLst>
                </p14:cNvPr>
                <p14:cNvContentPartPr/>
                <p14:nvPr/>
              </p14:nvContentPartPr>
              <p14:xfrm>
                <a:off x="2466900" y="177780"/>
                <a:ext cx="13680" cy="232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A2CB40-C0DE-4A11-BEC1-3E6508D9DB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8260" y="168780"/>
                  <a:ext cx="313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3B0AC34-E06B-4845-B4B8-23B8FD6DC5CA}"/>
                    </a:ext>
                  </a:extLst>
                </p14:cNvPr>
                <p14:cNvContentPartPr/>
                <p14:nvPr/>
              </p14:nvContentPartPr>
              <p14:xfrm>
                <a:off x="2686140" y="156180"/>
                <a:ext cx="182880" cy="240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3B0AC34-E06B-4845-B4B8-23B8FD6DC5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77140" y="147540"/>
                  <a:ext cx="2005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C216522-D695-41C9-9B4D-0AAD8414003A}"/>
                    </a:ext>
                  </a:extLst>
                </p14:cNvPr>
                <p14:cNvContentPartPr/>
                <p14:nvPr/>
              </p14:nvContentPartPr>
              <p14:xfrm>
                <a:off x="3015540" y="251940"/>
                <a:ext cx="140040" cy="9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C216522-D695-41C9-9B4D-0AAD841400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06540" y="243300"/>
                  <a:ext cx="157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604066D-0776-40B8-B0D4-09DEDC8CCE51}"/>
                    </a:ext>
                  </a:extLst>
                </p14:cNvPr>
                <p14:cNvContentPartPr/>
                <p14:nvPr/>
              </p14:nvContentPartPr>
              <p14:xfrm>
                <a:off x="3097260" y="173820"/>
                <a:ext cx="43560" cy="207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604066D-0776-40B8-B0D4-09DEDC8CCE5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88620" y="165180"/>
                  <a:ext cx="61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2B84B2-8E15-47AE-9FA2-1F35DC8FFAEE}"/>
                    </a:ext>
                  </a:extLst>
                </p14:cNvPr>
                <p14:cNvContentPartPr/>
                <p14:nvPr/>
              </p14:nvContentPartPr>
              <p14:xfrm>
                <a:off x="986940" y="450300"/>
                <a:ext cx="479160" cy="46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2B84B2-8E15-47AE-9FA2-1F35DC8FFA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7940" y="441300"/>
                  <a:ext cx="496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663B0CF-C610-4DC1-8CBF-3EBFD77C166E}"/>
                    </a:ext>
                  </a:extLst>
                </p14:cNvPr>
                <p14:cNvContentPartPr/>
                <p14:nvPr/>
              </p14:nvContentPartPr>
              <p14:xfrm>
                <a:off x="1443060" y="638220"/>
                <a:ext cx="83160" cy="196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663B0CF-C610-4DC1-8CBF-3EBFD77C16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34060" y="629580"/>
                  <a:ext cx="100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9144B1-B474-4149-AA9A-1E240601D5A7}"/>
                    </a:ext>
                  </a:extLst>
                </p14:cNvPr>
                <p14:cNvContentPartPr/>
                <p14:nvPr/>
              </p14:nvContentPartPr>
              <p14:xfrm>
                <a:off x="1680300" y="768180"/>
                <a:ext cx="159120" cy="7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9144B1-B474-4149-AA9A-1E240601D5A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71660" y="759540"/>
                  <a:ext cx="1767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E6C334C-8E51-43E6-8543-83EEC2DD8D02}"/>
                    </a:ext>
                  </a:extLst>
                </p14:cNvPr>
                <p14:cNvContentPartPr/>
                <p14:nvPr/>
              </p14:nvContentPartPr>
              <p14:xfrm>
                <a:off x="1760580" y="686820"/>
                <a:ext cx="10080" cy="195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E6C334C-8E51-43E6-8543-83EEC2DD8D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51580" y="677820"/>
                  <a:ext cx="27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4E2C17A-AFE7-4921-92EB-B48CAFD45AD9}"/>
                    </a:ext>
                  </a:extLst>
                </p14:cNvPr>
                <p14:cNvContentPartPr/>
                <p14:nvPr/>
              </p14:nvContentPartPr>
              <p14:xfrm>
                <a:off x="1995300" y="724620"/>
                <a:ext cx="264960" cy="128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4E2C17A-AFE7-4921-92EB-B48CAFD45A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86660" y="715980"/>
                  <a:ext cx="2826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688ED6B-071E-4831-A24D-CF75427D7613}"/>
                    </a:ext>
                  </a:extLst>
                </p14:cNvPr>
                <p14:cNvContentPartPr/>
                <p14:nvPr/>
              </p14:nvContentPartPr>
              <p14:xfrm>
                <a:off x="2320740" y="749100"/>
                <a:ext cx="170640" cy="9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88ED6B-071E-4831-A24D-CF75427D761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11740" y="740460"/>
                  <a:ext cx="188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F6150B-E5B2-48B1-A49D-CC2820E28E08}"/>
                    </a:ext>
                  </a:extLst>
                </p14:cNvPr>
                <p14:cNvContentPartPr/>
                <p14:nvPr/>
              </p14:nvContentPartPr>
              <p14:xfrm>
                <a:off x="2429100" y="660540"/>
                <a:ext cx="21960" cy="212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F6150B-E5B2-48B1-A49D-CC2820E28E0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20100" y="651900"/>
                  <a:ext cx="39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FDB641-9F91-495D-9EB9-B242C043E06E}"/>
                    </a:ext>
                  </a:extLst>
                </p14:cNvPr>
                <p14:cNvContentPartPr/>
                <p14:nvPr/>
              </p14:nvContentPartPr>
              <p14:xfrm>
                <a:off x="2613420" y="749460"/>
                <a:ext cx="173880" cy="202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FDB641-9F91-495D-9EB9-B242C043E06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04420" y="740460"/>
                  <a:ext cx="191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DBA0D9B-D351-41D6-856A-402CD4E05751}"/>
                    </a:ext>
                  </a:extLst>
                </p14:cNvPr>
                <p14:cNvContentPartPr/>
                <p14:nvPr/>
              </p14:nvContentPartPr>
              <p14:xfrm>
                <a:off x="3023460" y="850620"/>
                <a:ext cx="203760" cy="16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DBA0D9B-D351-41D6-856A-402CD4E057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14460" y="841620"/>
                  <a:ext cx="221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FAC493-F67A-46A1-B18F-61C5F59140F1}"/>
                    </a:ext>
                  </a:extLst>
                </p14:cNvPr>
                <p14:cNvContentPartPr/>
                <p14:nvPr/>
              </p14:nvContentPartPr>
              <p14:xfrm>
                <a:off x="3134340" y="754500"/>
                <a:ext cx="41400" cy="179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FAC493-F67A-46A1-B18F-61C5F59140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25340" y="745500"/>
                  <a:ext cx="59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9370CC0-4AD6-4D97-8B91-67BBBDF35AE1}"/>
                    </a:ext>
                  </a:extLst>
                </p14:cNvPr>
                <p14:cNvContentPartPr/>
                <p14:nvPr/>
              </p14:nvContentPartPr>
              <p14:xfrm>
                <a:off x="1197900" y="551460"/>
                <a:ext cx="350280" cy="467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9370CC0-4AD6-4D97-8B91-67BBBDF35A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88900" y="542460"/>
                  <a:ext cx="3679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77BF5B1-445F-40E4-AC2B-C58CBB0A6DBB}"/>
                    </a:ext>
                  </a:extLst>
                </p14:cNvPr>
                <p14:cNvContentPartPr/>
                <p14:nvPr/>
              </p14:nvContentPartPr>
              <p14:xfrm>
                <a:off x="1242900" y="1011540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77BF5B1-445F-40E4-AC2B-C58CBB0A6DB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33900" y="1002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C19032B-C424-415A-8091-C8E31D90437F}"/>
                    </a:ext>
                  </a:extLst>
                </p14:cNvPr>
                <p14:cNvContentPartPr/>
                <p14:nvPr/>
              </p14:nvContentPartPr>
              <p14:xfrm>
                <a:off x="1210500" y="1087860"/>
                <a:ext cx="356040" cy="435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C19032B-C424-415A-8091-C8E31D9043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01500" y="1078860"/>
                  <a:ext cx="3736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7FCF8FF-A3ED-4A64-BE40-4834C5585A2B}"/>
                    </a:ext>
                  </a:extLst>
                </p14:cNvPr>
                <p14:cNvContentPartPr/>
                <p14:nvPr/>
              </p14:nvContentPartPr>
              <p14:xfrm>
                <a:off x="1337220" y="1371180"/>
                <a:ext cx="267120" cy="331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7FCF8FF-A3ED-4A64-BE40-4834C5585A2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28220" y="1362180"/>
                  <a:ext cx="284760" cy="34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F692A2E-2B1D-43AE-B59C-E25F6850A4E1}"/>
              </a:ext>
            </a:extLst>
          </p:cNvPr>
          <p:cNvGrpSpPr/>
          <p:nvPr/>
        </p:nvGrpSpPr>
        <p:grpSpPr>
          <a:xfrm>
            <a:off x="2347020" y="1360020"/>
            <a:ext cx="866160" cy="240840"/>
            <a:chOff x="2347020" y="1360020"/>
            <a:chExt cx="86616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E577D5-D3C9-4D16-AF74-26FB54A67533}"/>
                    </a:ext>
                  </a:extLst>
                </p14:cNvPr>
                <p14:cNvContentPartPr/>
                <p14:nvPr/>
              </p14:nvContentPartPr>
              <p14:xfrm>
                <a:off x="2347020" y="1360020"/>
                <a:ext cx="161640" cy="180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E577D5-D3C9-4D16-AF74-26FB54A675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38380" y="1351020"/>
                  <a:ext cx="179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9ED5823-1827-46D5-B417-BE21A9F31AFE}"/>
                    </a:ext>
                  </a:extLst>
                </p14:cNvPr>
                <p14:cNvContentPartPr/>
                <p14:nvPr/>
              </p14:nvContentPartPr>
              <p14:xfrm>
                <a:off x="2546460" y="1441380"/>
                <a:ext cx="177120" cy="123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9ED5823-1827-46D5-B417-BE21A9F31A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37460" y="1432380"/>
                  <a:ext cx="194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C7B8F3C-1ADA-4495-9333-FE41BE54D581}"/>
                    </a:ext>
                  </a:extLst>
                </p14:cNvPr>
                <p14:cNvContentPartPr/>
                <p14:nvPr/>
              </p14:nvContentPartPr>
              <p14:xfrm>
                <a:off x="2822940" y="1471260"/>
                <a:ext cx="390240" cy="129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C7B8F3C-1ADA-4495-9333-FE41BE54D58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14300" y="1462620"/>
                  <a:ext cx="4078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4A9CEFA-7433-42F8-8AFA-61985AF95BC0}"/>
              </a:ext>
            </a:extLst>
          </p:cNvPr>
          <p:cNvGrpSpPr/>
          <p:nvPr/>
        </p:nvGrpSpPr>
        <p:grpSpPr>
          <a:xfrm>
            <a:off x="3451860" y="1340940"/>
            <a:ext cx="442800" cy="393480"/>
            <a:chOff x="3451860" y="1340940"/>
            <a:chExt cx="44280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4E6F2C4-1480-4E2D-BB3F-F6CC9A69F88C}"/>
                    </a:ext>
                  </a:extLst>
                </p14:cNvPr>
                <p14:cNvContentPartPr/>
                <p14:nvPr/>
              </p14:nvContentPartPr>
              <p14:xfrm>
                <a:off x="3451860" y="1340940"/>
                <a:ext cx="290520" cy="393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4E6F2C4-1480-4E2D-BB3F-F6CC9A69F88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43220" y="1332300"/>
                  <a:ext cx="3081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3321398-1119-429B-BB77-BA990FB5AAD1}"/>
                    </a:ext>
                  </a:extLst>
                </p14:cNvPr>
                <p14:cNvContentPartPr/>
                <p14:nvPr/>
              </p14:nvContentPartPr>
              <p14:xfrm>
                <a:off x="3668220" y="1615260"/>
                <a:ext cx="226440" cy="40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3321398-1119-429B-BB77-BA990FB5AAD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59220" y="1606620"/>
                  <a:ext cx="24408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D44B35D-BBB9-4096-BF98-4DBEBD0FEEDE}"/>
                  </a:ext>
                </a:extLst>
              </p14:cNvPr>
              <p14:cNvContentPartPr/>
              <p14:nvPr/>
            </p14:nvContentPartPr>
            <p14:xfrm>
              <a:off x="4371300" y="1371540"/>
              <a:ext cx="372600" cy="1922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D44B35D-BBB9-4096-BF98-4DBEBD0FEED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362300" y="1362540"/>
                <a:ext cx="390240" cy="20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1B2F0598-C403-4FA3-A884-B661ED056B94}"/>
              </a:ext>
            </a:extLst>
          </p:cNvPr>
          <p:cNvGrpSpPr/>
          <p:nvPr/>
        </p:nvGrpSpPr>
        <p:grpSpPr>
          <a:xfrm>
            <a:off x="5240700" y="1315740"/>
            <a:ext cx="1322280" cy="259200"/>
            <a:chOff x="5240700" y="1315740"/>
            <a:chExt cx="132228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DAFBA65-94B2-465D-B5CF-9CE5736B92A2}"/>
                    </a:ext>
                  </a:extLst>
                </p14:cNvPr>
                <p14:cNvContentPartPr/>
                <p14:nvPr/>
              </p14:nvContentPartPr>
              <p14:xfrm>
                <a:off x="5240700" y="1315740"/>
                <a:ext cx="592200" cy="259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DAFBA65-94B2-465D-B5CF-9CE5736B92A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32060" y="1306740"/>
                  <a:ext cx="6098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81909D8-A833-493A-9195-3D884931FFB5}"/>
                    </a:ext>
                  </a:extLst>
                </p14:cNvPr>
                <p14:cNvContentPartPr/>
                <p14:nvPr/>
              </p14:nvContentPartPr>
              <p14:xfrm>
                <a:off x="5801940" y="1434180"/>
                <a:ext cx="235080" cy="12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81909D8-A833-493A-9195-3D884931FFB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92940" y="1425540"/>
                  <a:ext cx="252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227F78-D8A9-4D14-82B1-70C0EB1A43C1}"/>
                    </a:ext>
                  </a:extLst>
                </p14:cNvPr>
                <p14:cNvContentPartPr/>
                <p14:nvPr/>
              </p14:nvContentPartPr>
              <p14:xfrm>
                <a:off x="6080220" y="1430580"/>
                <a:ext cx="225720" cy="109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227F78-D8A9-4D14-82B1-70C0EB1A43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71220" y="1421580"/>
                  <a:ext cx="243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EAB211C-03A4-4A1F-ACC0-EB044B380DC4}"/>
                    </a:ext>
                  </a:extLst>
                </p14:cNvPr>
                <p14:cNvContentPartPr/>
                <p14:nvPr/>
              </p14:nvContentPartPr>
              <p14:xfrm>
                <a:off x="6300540" y="1338420"/>
                <a:ext cx="262440" cy="233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EAB211C-03A4-4A1F-ACC0-EB044B380DC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91540" y="1329420"/>
                  <a:ext cx="28008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95D8D81-A243-4442-B464-B19F686C88E8}"/>
              </a:ext>
            </a:extLst>
          </p:cNvPr>
          <p:cNvGrpSpPr/>
          <p:nvPr/>
        </p:nvGrpSpPr>
        <p:grpSpPr>
          <a:xfrm>
            <a:off x="6942420" y="1282620"/>
            <a:ext cx="1394640" cy="228240"/>
            <a:chOff x="6942420" y="1282620"/>
            <a:chExt cx="139464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C46EFC2-3AD4-4BFD-8BF9-A458DECC9724}"/>
                    </a:ext>
                  </a:extLst>
                </p14:cNvPr>
                <p14:cNvContentPartPr/>
                <p14:nvPr/>
              </p14:nvContentPartPr>
              <p14:xfrm>
                <a:off x="6942420" y="1333740"/>
                <a:ext cx="172800" cy="177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C46EFC2-3AD4-4BFD-8BF9-A458DECC97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33420" y="1325100"/>
                  <a:ext cx="190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46472B2-9AC9-44CE-A4D2-D9AC49E27B57}"/>
                    </a:ext>
                  </a:extLst>
                </p14:cNvPr>
                <p14:cNvContentPartPr/>
                <p14:nvPr/>
              </p14:nvContentPartPr>
              <p14:xfrm>
                <a:off x="7219260" y="1358940"/>
                <a:ext cx="198000" cy="148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46472B2-9AC9-44CE-A4D2-D9AC49E27B5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10620" y="1349940"/>
                  <a:ext cx="215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41B066C-A1DA-41CF-B0A9-E9CC86781C2F}"/>
                    </a:ext>
                  </a:extLst>
                </p14:cNvPr>
                <p14:cNvContentPartPr/>
                <p14:nvPr/>
              </p14:nvContentPartPr>
              <p14:xfrm>
                <a:off x="7473780" y="1377300"/>
                <a:ext cx="229320" cy="114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41B066C-A1DA-41CF-B0A9-E9CC86781C2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64780" y="1368300"/>
                  <a:ext cx="246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218155F-29A5-4DF0-85B6-9566EF8C7072}"/>
                    </a:ext>
                  </a:extLst>
                </p14:cNvPr>
                <p14:cNvContentPartPr/>
                <p14:nvPr/>
              </p14:nvContentPartPr>
              <p14:xfrm>
                <a:off x="7769340" y="1282620"/>
                <a:ext cx="144000" cy="189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218155F-29A5-4DF0-85B6-9566EF8C707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60700" y="1273980"/>
                  <a:ext cx="161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C85239A-1AEF-40B5-9206-47E0B26DC24E}"/>
                    </a:ext>
                  </a:extLst>
                </p14:cNvPr>
                <p14:cNvContentPartPr/>
                <p14:nvPr/>
              </p14:nvContentPartPr>
              <p14:xfrm>
                <a:off x="7982820" y="1344540"/>
                <a:ext cx="78480" cy="166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C85239A-1AEF-40B5-9206-47E0B26DC24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73820" y="1335900"/>
                  <a:ext cx="96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9688067-DF8B-4848-B107-C32B862A3E5D}"/>
                    </a:ext>
                  </a:extLst>
                </p14:cNvPr>
                <p14:cNvContentPartPr/>
                <p14:nvPr/>
              </p14:nvContentPartPr>
              <p14:xfrm>
                <a:off x="8100180" y="1366500"/>
                <a:ext cx="236880" cy="141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9688067-DF8B-4848-B107-C32B862A3E5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91540" y="1357500"/>
                  <a:ext cx="25452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00FEC3E-3D28-4B1E-A70D-69B64EB889D3}"/>
              </a:ext>
            </a:extLst>
          </p:cNvPr>
          <p:cNvGrpSpPr/>
          <p:nvPr/>
        </p:nvGrpSpPr>
        <p:grpSpPr>
          <a:xfrm>
            <a:off x="3177900" y="2377740"/>
            <a:ext cx="1827720" cy="606240"/>
            <a:chOff x="3177900" y="2377740"/>
            <a:chExt cx="1827720" cy="60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F86ED5-EEE6-47D2-AE59-C14B3EA06ACD}"/>
                    </a:ext>
                  </a:extLst>
                </p14:cNvPr>
                <p14:cNvContentPartPr/>
                <p14:nvPr/>
              </p14:nvContentPartPr>
              <p14:xfrm>
                <a:off x="3334140" y="2521740"/>
                <a:ext cx="300600" cy="278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F86ED5-EEE6-47D2-AE59-C14B3EA06AC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25500" y="2513100"/>
                  <a:ext cx="318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CEE574B-1C2B-4199-B7A9-CDAEF3473285}"/>
                    </a:ext>
                  </a:extLst>
                </p14:cNvPr>
                <p14:cNvContentPartPr/>
                <p14:nvPr/>
              </p14:nvContentPartPr>
              <p14:xfrm>
                <a:off x="3753180" y="2443620"/>
                <a:ext cx="242640" cy="383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CEE574B-1C2B-4199-B7A9-CDAEF34732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44180" y="2434980"/>
                  <a:ext cx="2602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D04A19A-DC25-464D-BBB0-FCCF5908AEF6}"/>
                    </a:ext>
                  </a:extLst>
                </p14:cNvPr>
                <p14:cNvContentPartPr/>
                <p14:nvPr/>
              </p14:nvContentPartPr>
              <p14:xfrm>
                <a:off x="4046580" y="2561340"/>
                <a:ext cx="171720" cy="209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D04A19A-DC25-464D-BBB0-FCCF5908AE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37580" y="2552340"/>
                  <a:ext cx="189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261F2F-3C04-457A-A260-8A578D2A08D7}"/>
                    </a:ext>
                  </a:extLst>
                </p14:cNvPr>
                <p14:cNvContentPartPr/>
                <p14:nvPr/>
              </p14:nvContentPartPr>
              <p14:xfrm>
                <a:off x="4366260" y="2626140"/>
                <a:ext cx="181800" cy="18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261F2F-3C04-457A-A260-8A578D2A08D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57620" y="2617500"/>
                  <a:ext cx="199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317461-6FCB-43A2-97EF-FDA1D1A12616}"/>
                    </a:ext>
                  </a:extLst>
                </p14:cNvPr>
                <p14:cNvContentPartPr/>
                <p14:nvPr/>
              </p14:nvContentPartPr>
              <p14:xfrm>
                <a:off x="4445820" y="2520660"/>
                <a:ext cx="1440" cy="223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317461-6FCB-43A2-97EF-FDA1D1A1261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37180" y="2512020"/>
                  <a:ext cx="190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6795933-DA55-4275-84EA-C42D39330D5B}"/>
                    </a:ext>
                  </a:extLst>
                </p14:cNvPr>
                <p14:cNvContentPartPr/>
                <p14:nvPr/>
              </p14:nvContentPartPr>
              <p14:xfrm>
                <a:off x="4652820" y="2377740"/>
                <a:ext cx="352800" cy="507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6795933-DA55-4275-84EA-C42D39330D5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43820" y="2368740"/>
                  <a:ext cx="3704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2C64F6E-537D-47FD-B507-81C6BC416310}"/>
                    </a:ext>
                  </a:extLst>
                </p14:cNvPr>
                <p14:cNvContentPartPr/>
                <p14:nvPr/>
              </p14:nvContentPartPr>
              <p14:xfrm>
                <a:off x="3177900" y="2912700"/>
                <a:ext cx="1666440" cy="71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2C64F6E-537D-47FD-B507-81C6BC41631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68900" y="2904060"/>
                  <a:ext cx="168408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3CC11699-3A95-4ED8-A775-9FF06D0D2116}"/>
                  </a:ext>
                </a:extLst>
              </p14:cNvPr>
              <p14:cNvContentPartPr/>
              <p14:nvPr/>
            </p14:nvContentPartPr>
            <p14:xfrm>
              <a:off x="4072860" y="3081900"/>
              <a:ext cx="290520" cy="4082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3CC11699-3A95-4ED8-A775-9FF06D0D211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063860" y="3072900"/>
                <a:ext cx="308160" cy="42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5F502714-4847-4B35-84D3-2983ED482B0B}"/>
              </a:ext>
            </a:extLst>
          </p:cNvPr>
          <p:cNvGrpSpPr/>
          <p:nvPr/>
        </p:nvGrpSpPr>
        <p:grpSpPr>
          <a:xfrm>
            <a:off x="5386140" y="2791380"/>
            <a:ext cx="291960" cy="101160"/>
            <a:chOff x="5386140" y="2791380"/>
            <a:chExt cx="29196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941FDF3-A620-4FAE-ABE2-B86F085BA8D1}"/>
                    </a:ext>
                  </a:extLst>
                </p14:cNvPr>
                <p14:cNvContentPartPr/>
                <p14:nvPr/>
              </p14:nvContentPartPr>
              <p14:xfrm>
                <a:off x="5428980" y="2791380"/>
                <a:ext cx="136800" cy="8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941FDF3-A620-4FAE-ABE2-B86F085BA8D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420340" y="2782740"/>
                  <a:ext cx="154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E357D4F-47FC-40E7-9AA4-2933E17B48BC}"/>
                    </a:ext>
                  </a:extLst>
                </p14:cNvPr>
                <p14:cNvContentPartPr/>
                <p14:nvPr/>
              </p14:nvContentPartPr>
              <p14:xfrm>
                <a:off x="5386140" y="2887860"/>
                <a:ext cx="291960" cy="4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E357D4F-47FC-40E7-9AA4-2933E17B48B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77500" y="2878860"/>
                  <a:ext cx="30960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1741D33-5702-486B-8103-269665B4B12F}"/>
              </a:ext>
            </a:extLst>
          </p:cNvPr>
          <p:cNvGrpSpPr/>
          <p:nvPr/>
        </p:nvGrpSpPr>
        <p:grpSpPr>
          <a:xfrm>
            <a:off x="5992020" y="2340300"/>
            <a:ext cx="1575720" cy="798840"/>
            <a:chOff x="5992020" y="2340300"/>
            <a:chExt cx="1575720" cy="79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AF5ACE7-6A3D-4C12-B0AE-46B13EDD29E3}"/>
                    </a:ext>
                  </a:extLst>
                </p14:cNvPr>
                <p14:cNvContentPartPr/>
                <p14:nvPr/>
              </p14:nvContentPartPr>
              <p14:xfrm>
                <a:off x="6008580" y="2653140"/>
                <a:ext cx="15120" cy="15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AF5ACE7-6A3D-4C12-B0AE-46B13EDD29E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99580" y="2644140"/>
                  <a:ext cx="32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B44F98-DAEA-4B00-95CC-2972A6E7D7C4}"/>
                    </a:ext>
                  </a:extLst>
                </p14:cNvPr>
                <p14:cNvContentPartPr/>
                <p14:nvPr/>
              </p14:nvContentPartPr>
              <p14:xfrm>
                <a:off x="5992020" y="2541180"/>
                <a:ext cx="329760" cy="357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B44F98-DAEA-4B00-95CC-2972A6E7D7C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83020" y="2532180"/>
                  <a:ext cx="3474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A48E833-65E8-4750-B37B-45A50CF9F1E8}"/>
                    </a:ext>
                  </a:extLst>
                </p14:cNvPr>
                <p14:cNvContentPartPr/>
                <p14:nvPr/>
              </p14:nvContentPartPr>
              <p14:xfrm>
                <a:off x="6539220" y="2467740"/>
                <a:ext cx="240120" cy="491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A48E833-65E8-4750-B37B-45A50CF9F1E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30220" y="2458740"/>
                  <a:ext cx="25776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EC13742-DF48-455D-908B-F8BF42E76AF0}"/>
                    </a:ext>
                  </a:extLst>
                </p14:cNvPr>
                <p14:cNvContentPartPr/>
                <p14:nvPr/>
              </p14:nvContentPartPr>
              <p14:xfrm>
                <a:off x="6822540" y="2644500"/>
                <a:ext cx="185040" cy="206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EC13742-DF48-455D-908B-F8BF42E76AF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13540" y="2635500"/>
                  <a:ext cx="202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4686B96-4EDB-4485-90E8-25F9ACB310EF}"/>
                    </a:ext>
                  </a:extLst>
                </p14:cNvPr>
                <p14:cNvContentPartPr/>
                <p14:nvPr/>
              </p14:nvContentPartPr>
              <p14:xfrm>
                <a:off x="7114140" y="2508060"/>
                <a:ext cx="200160" cy="168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4686B96-4EDB-4485-90E8-25F9ACB310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05140" y="2499420"/>
                  <a:ext cx="2178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6C50766-D0C1-49F0-9FDD-C02C3DB2976F}"/>
                    </a:ext>
                  </a:extLst>
                </p14:cNvPr>
                <p14:cNvContentPartPr/>
                <p14:nvPr/>
              </p14:nvContentPartPr>
              <p14:xfrm>
                <a:off x="7269660" y="2340300"/>
                <a:ext cx="208800" cy="604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6C50766-D0C1-49F0-9FDD-C02C3DB2976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61020" y="2331660"/>
                  <a:ext cx="22644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00D939F-3A20-4BE7-970D-BDBF16CF9C6C}"/>
                    </a:ext>
                  </a:extLst>
                </p14:cNvPr>
                <p14:cNvContentPartPr/>
                <p14:nvPr/>
              </p14:nvContentPartPr>
              <p14:xfrm>
                <a:off x="6032340" y="3042660"/>
                <a:ext cx="1422360" cy="96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00D939F-3A20-4BE7-970D-BDBF16CF9C6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23700" y="3034020"/>
                  <a:ext cx="1440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879DEC0-9E94-45A4-B5F8-A3030F6EB6C5}"/>
                    </a:ext>
                  </a:extLst>
                </p14:cNvPr>
                <p14:cNvContentPartPr/>
                <p14:nvPr/>
              </p14:nvContentPartPr>
              <p14:xfrm>
                <a:off x="5999220" y="3008460"/>
                <a:ext cx="1568520" cy="76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879DEC0-9E94-45A4-B5F8-A3030F6EB6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90580" y="2999460"/>
                  <a:ext cx="1586160" cy="9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4743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T(n)	= 1		if n =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= T(n-1).n		if n &gt; 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T(n)	=	1	if n =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=	T(n/2) + n	if n&gt;1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169</Words>
  <Application>Microsoft Office PowerPoint</Application>
  <PresentationFormat>On-screen Show (16:9)</PresentationFormat>
  <Paragraphs>15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Proxima Nova</vt:lpstr>
      <vt:lpstr>Arial</vt:lpstr>
      <vt:lpstr>Spearmint</vt:lpstr>
      <vt:lpstr>Recurrence Relation Solving</vt:lpstr>
      <vt:lpstr>Substitution Method</vt:lpstr>
      <vt:lpstr>PowerPoint Presentation</vt:lpstr>
      <vt:lpstr>PowerPoint Presentation</vt:lpstr>
      <vt:lpstr>Problem 1</vt:lpstr>
      <vt:lpstr>PowerPoint Presentation</vt:lpstr>
      <vt:lpstr>Problem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Recurrence Relation Solving</dc:title>
  <cp:lastModifiedBy>Priya Bhatia</cp:lastModifiedBy>
  <cp:revision>4</cp:revision>
  <dcterms:modified xsi:type="dcterms:W3CDTF">2021-03-13T08:39:51Z</dcterms:modified>
</cp:coreProperties>
</file>