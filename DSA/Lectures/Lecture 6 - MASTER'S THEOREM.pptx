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notesSlides/notesSlide3.xml" ContentType="application/vnd.openxmlformats-officedocument.presentationml.notesSlide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notesSlides/notesSlide4.xml" ContentType="application/vnd.openxmlformats-officedocument.presentationml.notesSlide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ppt/ink/ink1042.xml" ContentType="application/inkml+xml"/>
  <Override PartName="/ppt/ink/ink1043.xml" ContentType="application/inkml+xml"/>
  <Override PartName="/ppt/ink/ink1044.xml" ContentType="application/inkml+xml"/>
  <Override PartName="/ppt/ink/ink1045.xml" ContentType="application/inkml+xml"/>
  <Override PartName="/ppt/ink/ink1046.xml" ContentType="application/inkml+xml"/>
  <Override PartName="/ppt/ink/ink1047.xml" ContentType="application/inkml+xml"/>
  <Override PartName="/ppt/ink/ink1048.xml" ContentType="application/inkml+xml"/>
  <Override PartName="/ppt/ink/ink1049.xml" ContentType="application/inkml+xml"/>
  <Override PartName="/ppt/ink/ink1050.xml" ContentType="application/inkml+xml"/>
  <Override PartName="/ppt/ink/ink1051.xml" ContentType="application/inkml+xml"/>
  <Override PartName="/ppt/ink/ink1052.xml" ContentType="application/inkml+xml"/>
  <Override PartName="/ppt/ink/ink1053.xml" ContentType="application/inkml+xml"/>
  <Override PartName="/ppt/ink/ink1054.xml" ContentType="application/inkml+xml"/>
  <Override PartName="/ppt/ink/ink1055.xml" ContentType="application/inkml+xml"/>
  <Override PartName="/ppt/ink/ink1056.xml" ContentType="application/inkml+xml"/>
  <Override PartName="/ppt/ink/ink1057.xml" ContentType="application/inkml+xml"/>
  <Override PartName="/ppt/ink/ink1058.xml" ContentType="application/inkml+xml"/>
  <Override PartName="/ppt/ink/ink1059.xml" ContentType="application/inkml+xml"/>
  <Override PartName="/ppt/ink/ink1060.xml" ContentType="application/inkml+xml"/>
  <Override PartName="/ppt/ink/ink1061.xml" ContentType="application/inkml+xml"/>
  <Override PartName="/ppt/ink/ink1062.xml" ContentType="application/inkml+xml"/>
  <Override PartName="/ppt/ink/ink1063.xml" ContentType="application/inkml+xml"/>
  <Override PartName="/ppt/ink/ink1064.xml" ContentType="application/inkml+xml"/>
  <Override PartName="/ppt/ink/ink1065.xml" ContentType="application/inkml+xml"/>
  <Override PartName="/ppt/ink/ink1066.xml" ContentType="application/inkml+xml"/>
  <Override PartName="/ppt/ink/ink1067.xml" ContentType="application/inkml+xml"/>
  <Override PartName="/ppt/ink/ink1068.xml" ContentType="application/inkml+xml"/>
  <Override PartName="/ppt/ink/ink1069.xml" ContentType="application/inkml+xml"/>
  <Override PartName="/ppt/ink/ink1070.xml" ContentType="application/inkml+xml"/>
  <Override PartName="/ppt/ink/ink1071.xml" ContentType="application/inkml+xml"/>
  <Override PartName="/ppt/ink/ink1072.xml" ContentType="application/inkml+xml"/>
  <Override PartName="/ppt/ink/ink1073.xml" ContentType="application/inkml+xml"/>
  <Override PartName="/ppt/ink/ink1074.xml" ContentType="application/inkml+xml"/>
  <Override PartName="/ppt/ink/ink1075.xml" ContentType="application/inkml+xml"/>
  <Override PartName="/ppt/ink/ink1076.xml" ContentType="application/inkml+xml"/>
  <Override PartName="/ppt/ink/ink1077.xml" ContentType="application/inkml+xml"/>
  <Override PartName="/ppt/ink/ink1078.xml" ContentType="application/inkml+xml"/>
  <Override PartName="/ppt/ink/ink1079.xml" ContentType="application/inkml+xml"/>
  <Override PartName="/ppt/ink/ink1080.xml" ContentType="application/inkml+xml"/>
  <Override PartName="/ppt/ink/ink1081.xml" ContentType="application/inkml+xml"/>
  <Override PartName="/ppt/ink/ink1082.xml" ContentType="application/inkml+xml"/>
  <Override PartName="/ppt/ink/ink1083.xml" ContentType="application/inkml+xml"/>
  <Override PartName="/ppt/ink/ink1084.xml" ContentType="application/inkml+xml"/>
  <Override PartName="/ppt/ink/ink1085.xml" ContentType="application/inkml+xml"/>
  <Override PartName="/ppt/ink/ink1086.xml" ContentType="application/inkml+xml"/>
  <Override PartName="/ppt/ink/ink1087.xml" ContentType="application/inkml+xml"/>
  <Override PartName="/ppt/ink/ink1088.xml" ContentType="application/inkml+xml"/>
  <Override PartName="/ppt/ink/ink1089.xml" ContentType="application/inkml+xml"/>
  <Override PartName="/ppt/ink/ink1090.xml" ContentType="application/inkml+xml"/>
  <Override PartName="/ppt/ink/ink1091.xml" ContentType="application/inkml+xml"/>
  <Override PartName="/ppt/ink/ink1092.xml" ContentType="application/inkml+xml"/>
  <Override PartName="/ppt/ink/ink1093.xml" ContentType="application/inkml+xml"/>
  <Override PartName="/ppt/ink/ink1094.xml" ContentType="application/inkml+xml"/>
  <Override PartName="/ppt/ink/ink1095.xml" ContentType="application/inkml+xml"/>
  <Override PartName="/ppt/ink/ink1096.xml" ContentType="application/inkml+xml"/>
  <Override PartName="/ppt/ink/ink1097.xml" ContentType="application/inkml+xml"/>
  <Override PartName="/ppt/ink/ink1098.xml" ContentType="application/inkml+xml"/>
  <Override PartName="/ppt/ink/ink1099.xml" ContentType="application/inkml+xml"/>
  <Override PartName="/ppt/ink/ink1100.xml" ContentType="application/inkml+xml"/>
  <Override PartName="/ppt/ink/ink1101.xml" ContentType="application/inkml+xml"/>
  <Override PartName="/ppt/ink/ink1102.xml" ContentType="application/inkml+xml"/>
  <Override PartName="/ppt/ink/ink1103.xml" ContentType="application/inkml+xml"/>
  <Override PartName="/ppt/ink/ink1104.xml" ContentType="application/inkml+xml"/>
  <Override PartName="/ppt/ink/ink1105.xml" ContentType="application/inkml+xml"/>
  <Override PartName="/ppt/ink/ink1106.xml" ContentType="application/inkml+xml"/>
  <Override PartName="/ppt/ink/ink1107.xml" ContentType="application/inkml+xml"/>
  <Override PartName="/ppt/ink/ink1108.xml" ContentType="application/inkml+xml"/>
  <Override PartName="/ppt/ink/ink1109.xml" ContentType="application/inkml+xml"/>
  <Override PartName="/ppt/ink/ink1110.xml" ContentType="application/inkml+xml"/>
  <Override PartName="/ppt/ink/ink1111.xml" ContentType="application/inkml+xml"/>
  <Override PartName="/ppt/ink/ink1112.xml" ContentType="application/inkml+xml"/>
  <Override PartName="/ppt/ink/ink1113.xml" ContentType="application/inkml+xml"/>
  <Override PartName="/ppt/ink/ink1114.xml" ContentType="application/inkml+xml"/>
  <Override PartName="/ppt/ink/ink1115.xml" ContentType="application/inkml+xml"/>
  <Override PartName="/ppt/ink/ink1116.xml" ContentType="application/inkml+xml"/>
  <Override PartName="/ppt/ink/ink1117.xml" ContentType="application/inkml+xml"/>
  <Override PartName="/ppt/ink/ink1118.xml" ContentType="application/inkml+xml"/>
  <Override PartName="/ppt/ink/ink1119.xml" ContentType="application/inkml+xml"/>
  <Override PartName="/ppt/ink/ink1120.xml" ContentType="application/inkml+xml"/>
  <Override PartName="/ppt/ink/ink1121.xml" ContentType="application/inkml+xml"/>
  <Override PartName="/ppt/ink/ink1122.xml" ContentType="application/inkml+xml"/>
  <Override PartName="/ppt/ink/ink1123.xml" ContentType="application/inkml+xml"/>
  <Override PartName="/ppt/ink/ink1124.xml" ContentType="application/inkml+xml"/>
  <Override PartName="/ppt/ink/ink1125.xml" ContentType="application/inkml+xml"/>
  <Override PartName="/ppt/ink/ink1126.xml" ContentType="application/inkml+xml"/>
  <Override PartName="/ppt/ink/ink1127.xml" ContentType="application/inkml+xml"/>
  <Override PartName="/ppt/ink/ink1128.xml" ContentType="application/inkml+xml"/>
  <Override PartName="/ppt/ink/ink1129.xml" ContentType="application/inkml+xml"/>
  <Override PartName="/ppt/ink/ink1130.xml" ContentType="application/inkml+xml"/>
  <Override PartName="/ppt/ink/ink1131.xml" ContentType="application/inkml+xml"/>
  <Override PartName="/ppt/ink/ink1132.xml" ContentType="application/inkml+xml"/>
  <Override PartName="/ppt/ink/ink1133.xml" ContentType="application/inkml+xml"/>
  <Override PartName="/ppt/ink/ink1134.xml" ContentType="application/inkml+xml"/>
  <Override PartName="/ppt/ink/ink1135.xml" ContentType="application/inkml+xml"/>
  <Override PartName="/ppt/ink/ink1136.xml" ContentType="application/inkml+xml"/>
  <Override PartName="/ppt/ink/ink1137.xml" ContentType="application/inkml+xml"/>
  <Override PartName="/ppt/ink/ink1138.xml" ContentType="application/inkml+xml"/>
  <Override PartName="/ppt/ink/ink1139.xml" ContentType="application/inkml+xml"/>
  <Override PartName="/ppt/ink/ink1140.xml" ContentType="application/inkml+xml"/>
  <Override PartName="/ppt/ink/ink1141.xml" ContentType="application/inkml+xml"/>
  <Override PartName="/ppt/ink/ink1142.xml" ContentType="application/inkml+xml"/>
  <Override PartName="/ppt/ink/ink1143.xml" ContentType="application/inkml+xml"/>
  <Override PartName="/ppt/ink/ink1144.xml" ContentType="application/inkml+xml"/>
  <Override PartName="/ppt/ink/ink1145.xml" ContentType="application/inkml+xml"/>
  <Override PartName="/ppt/ink/ink1146.xml" ContentType="application/inkml+xml"/>
  <Override PartName="/ppt/ink/ink1147.xml" ContentType="application/inkml+xml"/>
  <Override PartName="/ppt/ink/ink1148.xml" ContentType="application/inkml+xml"/>
  <Override PartName="/ppt/ink/ink1149.xml" ContentType="application/inkml+xml"/>
  <Override PartName="/ppt/ink/ink1150.xml" ContentType="application/inkml+xml"/>
  <Override PartName="/ppt/ink/ink1151.xml" ContentType="application/inkml+xml"/>
  <Override PartName="/ppt/ink/ink1152.xml" ContentType="application/inkml+xml"/>
  <Override PartName="/ppt/ink/ink1153.xml" ContentType="application/inkml+xml"/>
  <Override PartName="/ppt/ink/ink1154.xml" ContentType="application/inkml+xml"/>
  <Override PartName="/ppt/ink/ink1155.xml" ContentType="application/inkml+xml"/>
  <Override PartName="/ppt/ink/ink1156.xml" ContentType="application/inkml+xml"/>
  <Override PartName="/ppt/ink/ink1157.xml" ContentType="application/inkml+xml"/>
  <Override PartName="/ppt/ink/ink1158.xml" ContentType="application/inkml+xml"/>
  <Override PartName="/ppt/ink/ink1159.xml" ContentType="application/inkml+xml"/>
  <Override PartName="/ppt/ink/ink1160.xml" ContentType="application/inkml+xml"/>
  <Override PartName="/ppt/ink/ink1161.xml" ContentType="application/inkml+xml"/>
  <Override PartName="/ppt/ink/ink1162.xml" ContentType="application/inkml+xml"/>
  <Override PartName="/ppt/ink/ink1163.xml" ContentType="application/inkml+xml"/>
  <Override PartName="/ppt/ink/ink1164.xml" ContentType="application/inkml+xml"/>
  <Override PartName="/ppt/ink/ink1165.xml" ContentType="application/inkml+xml"/>
  <Override PartName="/ppt/ink/ink1166.xml" ContentType="application/inkml+xml"/>
  <Override PartName="/ppt/ink/ink1167.xml" ContentType="application/inkml+xml"/>
  <Override PartName="/ppt/ink/ink1168.xml" ContentType="application/inkml+xml"/>
  <Override PartName="/ppt/ink/ink1169.xml" ContentType="application/inkml+xml"/>
  <Override PartName="/ppt/ink/ink1170.xml" ContentType="application/inkml+xml"/>
  <Override PartName="/ppt/ink/ink1171.xml" ContentType="application/inkml+xml"/>
  <Override PartName="/ppt/ink/ink1172.xml" ContentType="application/inkml+xml"/>
  <Override PartName="/ppt/ink/ink1173.xml" ContentType="application/inkml+xml"/>
  <Override PartName="/ppt/ink/ink1174.xml" ContentType="application/inkml+xml"/>
  <Override PartName="/ppt/ink/ink1175.xml" ContentType="application/inkml+xml"/>
  <Override PartName="/ppt/ink/ink1176.xml" ContentType="application/inkml+xml"/>
  <Override PartName="/ppt/ink/ink1177.xml" ContentType="application/inkml+xml"/>
  <Override PartName="/ppt/ink/ink1178.xml" ContentType="application/inkml+xml"/>
  <Override PartName="/ppt/ink/ink1179.xml" ContentType="application/inkml+xml"/>
  <Override PartName="/ppt/ink/ink1180.xml" ContentType="application/inkml+xml"/>
  <Override PartName="/ppt/ink/ink1181.xml" ContentType="application/inkml+xml"/>
  <Override PartName="/ppt/ink/ink1182.xml" ContentType="application/inkml+xml"/>
  <Override PartName="/ppt/ink/ink1183.xml" ContentType="application/inkml+xml"/>
  <Override PartName="/ppt/ink/ink1184.xml" ContentType="application/inkml+xml"/>
  <Override PartName="/ppt/ink/ink1185.xml" ContentType="application/inkml+xml"/>
  <Override PartName="/ppt/ink/ink1186.xml" ContentType="application/inkml+xml"/>
  <Override PartName="/ppt/ink/ink1187.xml" ContentType="application/inkml+xml"/>
  <Override PartName="/ppt/ink/ink1188.xml" ContentType="application/inkml+xml"/>
  <Override PartName="/ppt/ink/ink1189.xml" ContentType="application/inkml+xml"/>
  <Override PartName="/ppt/ink/ink1190.xml" ContentType="application/inkml+xml"/>
  <Override PartName="/ppt/ink/ink1191.xml" ContentType="application/inkml+xml"/>
  <Override PartName="/ppt/ink/ink1192.xml" ContentType="application/inkml+xml"/>
  <Override PartName="/ppt/ink/ink1193.xml" ContentType="application/inkml+xml"/>
  <Override PartName="/ppt/ink/ink1194.xml" ContentType="application/inkml+xml"/>
  <Override PartName="/ppt/ink/ink1195.xml" ContentType="application/inkml+xml"/>
  <Override PartName="/ppt/ink/ink1196.xml" ContentType="application/inkml+xml"/>
  <Override PartName="/ppt/ink/ink1197.xml" ContentType="application/inkml+xml"/>
  <Override PartName="/ppt/ink/ink1198.xml" ContentType="application/inkml+xml"/>
  <Override PartName="/ppt/ink/ink1199.xml" ContentType="application/inkml+xml"/>
  <Override PartName="/ppt/ink/ink1200.xml" ContentType="application/inkml+xml"/>
  <Override PartName="/ppt/ink/ink1201.xml" ContentType="application/inkml+xml"/>
  <Override PartName="/ppt/ink/ink1202.xml" ContentType="application/inkml+xml"/>
  <Override PartName="/ppt/ink/ink1203.xml" ContentType="application/inkml+xml"/>
  <Override PartName="/ppt/ink/ink1204.xml" ContentType="application/inkml+xml"/>
  <Override PartName="/ppt/ink/ink1205.xml" ContentType="application/inkml+xml"/>
  <Override PartName="/ppt/ink/ink1206.xml" ContentType="application/inkml+xml"/>
  <Override PartName="/ppt/ink/ink1207.xml" ContentType="application/inkml+xml"/>
  <Override PartName="/ppt/ink/ink1208.xml" ContentType="application/inkml+xml"/>
  <Override PartName="/ppt/ink/ink1209.xml" ContentType="application/inkml+xml"/>
  <Override PartName="/ppt/ink/ink1210.xml" ContentType="application/inkml+xml"/>
  <Override PartName="/ppt/ink/ink1211.xml" ContentType="application/inkml+xml"/>
  <Override PartName="/ppt/ink/ink1212.xml" ContentType="application/inkml+xml"/>
  <Override PartName="/ppt/ink/ink1213.xml" ContentType="application/inkml+xml"/>
  <Override PartName="/ppt/ink/ink1214.xml" ContentType="application/inkml+xml"/>
  <Override PartName="/ppt/ink/ink1215.xml" ContentType="application/inkml+xml"/>
  <Override PartName="/ppt/ink/ink1216.xml" ContentType="application/inkml+xml"/>
  <Override PartName="/ppt/ink/ink1217.xml" ContentType="application/inkml+xml"/>
  <Override PartName="/ppt/ink/ink1218.xml" ContentType="application/inkml+xml"/>
  <Override PartName="/ppt/ink/ink1219.xml" ContentType="application/inkml+xml"/>
  <Override PartName="/ppt/ink/ink1220.xml" ContentType="application/inkml+xml"/>
  <Override PartName="/ppt/ink/ink1221.xml" ContentType="application/inkml+xml"/>
  <Override PartName="/ppt/ink/ink1222.xml" ContentType="application/inkml+xml"/>
  <Override PartName="/ppt/ink/ink1223.xml" ContentType="application/inkml+xml"/>
  <Override PartName="/ppt/ink/ink1224.xml" ContentType="application/inkml+xml"/>
  <Override PartName="/ppt/ink/ink1225.xml" ContentType="application/inkml+xml"/>
  <Override PartName="/ppt/ink/ink1226.xml" ContentType="application/inkml+xml"/>
  <Override PartName="/ppt/ink/ink1227.xml" ContentType="application/inkml+xml"/>
  <Override PartName="/ppt/ink/ink1228.xml" ContentType="application/inkml+xml"/>
  <Override PartName="/ppt/ink/ink1229.xml" ContentType="application/inkml+xml"/>
  <Override PartName="/ppt/ink/ink1230.xml" ContentType="application/inkml+xml"/>
  <Override PartName="/ppt/ink/ink1231.xml" ContentType="application/inkml+xml"/>
  <Override PartName="/ppt/ink/ink1232.xml" ContentType="application/inkml+xml"/>
  <Override PartName="/ppt/ink/ink1233.xml" ContentType="application/inkml+xml"/>
  <Override PartName="/ppt/ink/ink1234.xml" ContentType="application/inkml+xml"/>
  <Override PartName="/ppt/ink/ink1235.xml" ContentType="application/inkml+xml"/>
  <Override PartName="/ppt/ink/ink1236.xml" ContentType="application/inkml+xml"/>
  <Override PartName="/ppt/ink/ink1237.xml" ContentType="application/inkml+xml"/>
  <Override PartName="/ppt/ink/ink1238.xml" ContentType="application/inkml+xml"/>
  <Override PartName="/ppt/ink/ink1239.xml" ContentType="application/inkml+xml"/>
  <Override PartName="/ppt/ink/ink1240.xml" ContentType="application/inkml+xml"/>
  <Override PartName="/ppt/ink/ink1241.xml" ContentType="application/inkml+xml"/>
  <Override PartName="/ppt/ink/ink1242.xml" ContentType="application/inkml+xml"/>
  <Override PartName="/ppt/ink/ink1243.xml" ContentType="application/inkml+xml"/>
  <Override PartName="/ppt/ink/ink1244.xml" ContentType="application/inkml+xml"/>
  <Override PartName="/ppt/ink/ink1245.xml" ContentType="application/inkml+xml"/>
  <Override PartName="/ppt/ink/ink1246.xml" ContentType="application/inkml+xml"/>
  <Override PartName="/ppt/ink/ink1247.xml" ContentType="application/inkml+xml"/>
  <Override PartName="/ppt/ink/ink1248.xml" ContentType="application/inkml+xml"/>
  <Override PartName="/ppt/ink/ink1249.xml" ContentType="application/inkml+xml"/>
  <Override PartName="/ppt/ink/ink1250.xml" ContentType="application/inkml+xml"/>
  <Override PartName="/ppt/ink/ink1251.xml" ContentType="application/inkml+xml"/>
  <Override PartName="/ppt/ink/ink1252.xml" ContentType="application/inkml+xml"/>
  <Override PartName="/ppt/ink/ink1253.xml" ContentType="application/inkml+xml"/>
  <Override PartName="/ppt/ink/ink1254.xml" ContentType="application/inkml+xml"/>
  <Override PartName="/ppt/ink/ink1255.xml" ContentType="application/inkml+xml"/>
  <Override PartName="/ppt/ink/ink1256.xml" ContentType="application/inkml+xml"/>
  <Override PartName="/ppt/ink/ink1257.xml" ContentType="application/inkml+xml"/>
  <Override PartName="/ppt/ink/ink1258.xml" ContentType="application/inkml+xml"/>
  <Override PartName="/ppt/ink/ink1259.xml" ContentType="application/inkml+xml"/>
  <Override PartName="/ppt/ink/ink1260.xml" ContentType="application/inkml+xml"/>
  <Override PartName="/ppt/ink/ink1261.xml" ContentType="application/inkml+xml"/>
  <Override PartName="/ppt/ink/ink1262.xml" ContentType="application/inkml+xml"/>
  <Override PartName="/ppt/ink/ink1263.xml" ContentType="application/inkml+xml"/>
  <Override PartName="/ppt/ink/ink1264.xml" ContentType="application/inkml+xml"/>
  <Override PartName="/ppt/ink/ink1265.xml" ContentType="application/inkml+xml"/>
  <Override PartName="/ppt/ink/ink1266.xml" ContentType="application/inkml+xml"/>
  <Override PartName="/ppt/ink/ink1267.xml" ContentType="application/inkml+xml"/>
  <Override PartName="/ppt/ink/ink1268.xml" ContentType="application/inkml+xml"/>
  <Override PartName="/ppt/ink/ink1269.xml" ContentType="application/inkml+xml"/>
  <Override PartName="/ppt/ink/ink1270.xml" ContentType="application/inkml+xml"/>
  <Override PartName="/ppt/ink/ink1271.xml" ContentType="application/inkml+xml"/>
  <Override PartName="/ppt/ink/ink1272.xml" ContentType="application/inkml+xml"/>
  <Override PartName="/ppt/ink/ink1273.xml" ContentType="application/inkml+xml"/>
  <Override PartName="/ppt/ink/ink1274.xml" ContentType="application/inkml+xml"/>
  <Override PartName="/ppt/ink/ink1275.xml" ContentType="application/inkml+xml"/>
  <Override PartName="/ppt/ink/ink1276.xml" ContentType="application/inkml+xml"/>
  <Override PartName="/ppt/ink/ink1277.xml" ContentType="application/inkml+xml"/>
  <Override PartName="/ppt/ink/ink1278.xml" ContentType="application/inkml+xml"/>
  <Override PartName="/ppt/ink/ink1279.xml" ContentType="application/inkml+xml"/>
  <Override PartName="/ppt/ink/ink1280.xml" ContentType="application/inkml+xml"/>
  <Override PartName="/ppt/ink/ink1281.xml" ContentType="application/inkml+xml"/>
  <Override PartName="/ppt/ink/ink1282.xml" ContentType="application/inkml+xml"/>
  <Override PartName="/ppt/ink/ink1283.xml" ContentType="application/inkml+xml"/>
  <Override PartName="/ppt/ink/ink1284.xml" ContentType="application/inkml+xml"/>
  <Override PartName="/ppt/ink/ink1285.xml" ContentType="application/inkml+xml"/>
  <Override PartName="/ppt/ink/ink1286.xml" ContentType="application/inkml+xml"/>
  <Override PartName="/ppt/ink/ink1287.xml" ContentType="application/inkml+xml"/>
  <Override PartName="/ppt/ink/ink1288.xml" ContentType="application/inkml+xml"/>
  <Override PartName="/ppt/ink/ink1289.xml" ContentType="application/inkml+xml"/>
  <Override PartName="/ppt/ink/ink1290.xml" ContentType="application/inkml+xml"/>
  <Override PartName="/ppt/ink/ink1291.xml" ContentType="application/inkml+xml"/>
  <Override PartName="/ppt/ink/ink1292.xml" ContentType="application/inkml+xml"/>
  <Override PartName="/ppt/ink/ink1293.xml" ContentType="application/inkml+xml"/>
  <Override PartName="/ppt/ink/ink1294.xml" ContentType="application/inkml+xml"/>
  <Override PartName="/ppt/ink/ink1295.xml" ContentType="application/inkml+xml"/>
  <Override PartName="/ppt/ink/ink1296.xml" ContentType="application/inkml+xml"/>
  <Override PartName="/ppt/ink/ink1297.xml" ContentType="application/inkml+xml"/>
  <Override PartName="/ppt/ink/ink1298.xml" ContentType="application/inkml+xml"/>
  <Override PartName="/ppt/ink/ink1299.xml" ContentType="application/inkml+xml"/>
  <Override PartName="/ppt/ink/ink1300.xml" ContentType="application/inkml+xml"/>
  <Override PartName="/ppt/ink/ink1301.xml" ContentType="application/inkml+xml"/>
  <Override PartName="/ppt/ink/ink1302.xml" ContentType="application/inkml+xml"/>
  <Override PartName="/ppt/ink/ink1303.xml" ContentType="application/inkml+xml"/>
  <Override PartName="/ppt/ink/ink1304.xml" ContentType="application/inkml+xml"/>
  <Override PartName="/ppt/ink/ink1305.xml" ContentType="application/inkml+xml"/>
  <Override PartName="/ppt/ink/ink1306.xml" ContentType="application/inkml+xml"/>
  <Override PartName="/ppt/ink/ink1307.xml" ContentType="application/inkml+xml"/>
  <Override PartName="/ppt/ink/ink1308.xml" ContentType="application/inkml+xml"/>
  <Override PartName="/ppt/ink/ink1309.xml" ContentType="application/inkml+xml"/>
  <Override PartName="/ppt/ink/ink1310.xml" ContentType="application/inkml+xml"/>
  <Override PartName="/ppt/ink/ink1311.xml" ContentType="application/inkml+xml"/>
  <Override PartName="/ppt/ink/ink1312.xml" ContentType="application/inkml+xml"/>
  <Override PartName="/ppt/ink/ink1313.xml" ContentType="application/inkml+xml"/>
  <Override PartName="/ppt/ink/ink1314.xml" ContentType="application/inkml+xml"/>
  <Override PartName="/ppt/ink/ink1315.xml" ContentType="application/inkml+xml"/>
  <Override PartName="/ppt/ink/ink1316.xml" ContentType="application/inkml+xml"/>
  <Override PartName="/ppt/ink/ink1317.xml" ContentType="application/inkml+xml"/>
  <Override PartName="/ppt/ink/ink1318.xml" ContentType="application/inkml+xml"/>
  <Override PartName="/ppt/ink/ink1319.xml" ContentType="application/inkml+xml"/>
  <Override PartName="/ppt/ink/ink1320.xml" ContentType="application/inkml+xml"/>
  <Override PartName="/ppt/ink/ink1321.xml" ContentType="application/inkml+xml"/>
  <Override PartName="/ppt/ink/ink1322.xml" ContentType="application/inkml+xml"/>
  <Override PartName="/ppt/ink/ink1323.xml" ContentType="application/inkml+xml"/>
  <Override PartName="/ppt/ink/ink1324.xml" ContentType="application/inkml+xml"/>
  <Override PartName="/ppt/ink/ink1325.xml" ContentType="application/inkml+xml"/>
  <Override PartName="/ppt/ink/ink1326.xml" ContentType="application/inkml+xml"/>
  <Override PartName="/ppt/ink/ink1327.xml" ContentType="application/inkml+xml"/>
  <Override PartName="/ppt/ink/ink1328.xml" ContentType="application/inkml+xml"/>
  <Override PartName="/ppt/ink/ink1329.xml" ContentType="application/inkml+xml"/>
  <Override PartName="/ppt/ink/ink1330.xml" ContentType="application/inkml+xml"/>
  <Override PartName="/ppt/ink/ink1331.xml" ContentType="application/inkml+xml"/>
  <Override PartName="/ppt/ink/ink1332.xml" ContentType="application/inkml+xml"/>
  <Override PartName="/ppt/ink/ink1333.xml" ContentType="application/inkml+xml"/>
  <Override PartName="/ppt/ink/ink1334.xml" ContentType="application/inkml+xml"/>
  <Override PartName="/ppt/ink/ink1335.xml" ContentType="application/inkml+xml"/>
  <Override PartName="/ppt/ink/ink1336.xml" ContentType="application/inkml+xml"/>
  <Override PartName="/ppt/ink/ink1337.xml" ContentType="application/inkml+xml"/>
  <Override PartName="/ppt/ink/ink1338.xml" ContentType="application/inkml+xml"/>
  <Override PartName="/ppt/ink/ink1339.xml" ContentType="application/inkml+xml"/>
  <Override PartName="/ppt/ink/ink1340.xml" ContentType="application/inkml+xml"/>
  <Override PartName="/ppt/ink/ink1341.xml" ContentType="application/inkml+xml"/>
  <Override PartName="/ppt/ink/ink1342.xml" ContentType="application/inkml+xml"/>
  <Override PartName="/ppt/ink/ink1343.xml" ContentType="application/inkml+xml"/>
  <Override PartName="/ppt/ink/ink1344.xml" ContentType="application/inkml+xml"/>
  <Override PartName="/ppt/ink/ink1345.xml" ContentType="application/inkml+xml"/>
  <Override PartName="/ppt/ink/ink1346.xml" ContentType="application/inkml+xml"/>
  <Override PartName="/ppt/ink/ink1347.xml" ContentType="application/inkml+xml"/>
  <Override PartName="/ppt/ink/ink1348.xml" ContentType="application/inkml+xml"/>
  <Override PartName="/ppt/ink/ink1349.xml" ContentType="application/inkml+xml"/>
  <Override PartName="/ppt/ink/ink1350.xml" ContentType="application/inkml+xml"/>
  <Override PartName="/ppt/ink/ink1351.xml" ContentType="application/inkml+xml"/>
  <Override PartName="/ppt/ink/ink1352.xml" ContentType="application/inkml+xml"/>
  <Override PartName="/ppt/ink/ink1353.xml" ContentType="application/inkml+xml"/>
  <Override PartName="/ppt/ink/ink1354.xml" ContentType="application/inkml+xml"/>
  <Override PartName="/ppt/ink/ink1355.xml" ContentType="application/inkml+xml"/>
  <Override PartName="/ppt/ink/ink1356.xml" ContentType="application/inkml+xml"/>
  <Override PartName="/ppt/ink/ink1357.xml" ContentType="application/inkml+xml"/>
  <Override PartName="/ppt/ink/ink1358.xml" ContentType="application/inkml+xml"/>
  <Override PartName="/ppt/ink/ink1359.xml" ContentType="application/inkml+xml"/>
  <Override PartName="/ppt/ink/ink1360.xml" ContentType="application/inkml+xml"/>
  <Override PartName="/ppt/ink/ink1361.xml" ContentType="application/inkml+xml"/>
  <Override PartName="/ppt/ink/ink1362.xml" ContentType="application/inkml+xml"/>
  <Override PartName="/ppt/ink/ink1363.xml" ContentType="application/inkml+xml"/>
  <Override PartName="/ppt/ink/ink1364.xml" ContentType="application/inkml+xml"/>
  <Override PartName="/ppt/ink/ink1365.xml" ContentType="application/inkml+xml"/>
  <Override PartName="/ppt/ink/ink1366.xml" ContentType="application/inkml+xml"/>
  <Override PartName="/ppt/ink/ink1367.xml" ContentType="application/inkml+xml"/>
  <Override PartName="/ppt/ink/ink1368.xml" ContentType="application/inkml+xml"/>
  <Override PartName="/ppt/ink/ink1369.xml" ContentType="application/inkml+xml"/>
  <Override PartName="/ppt/ink/ink1370.xml" ContentType="application/inkml+xml"/>
  <Override PartName="/ppt/ink/ink1371.xml" ContentType="application/inkml+xml"/>
  <Override PartName="/ppt/ink/ink1372.xml" ContentType="application/inkml+xml"/>
  <Override PartName="/ppt/ink/ink1373.xml" ContentType="application/inkml+xml"/>
  <Override PartName="/ppt/ink/ink1374.xml" ContentType="application/inkml+xml"/>
  <Override PartName="/ppt/ink/ink1375.xml" ContentType="application/inkml+xml"/>
  <Override PartName="/ppt/ink/ink1376.xml" ContentType="application/inkml+xml"/>
  <Override PartName="/ppt/ink/ink1377.xml" ContentType="application/inkml+xml"/>
  <Override PartName="/ppt/ink/ink1378.xml" ContentType="application/inkml+xml"/>
  <Override PartName="/ppt/ink/ink1379.xml" ContentType="application/inkml+xml"/>
  <Override PartName="/ppt/ink/ink1380.xml" ContentType="application/inkml+xml"/>
  <Override PartName="/ppt/ink/ink1381.xml" ContentType="application/inkml+xml"/>
  <Override PartName="/ppt/ink/ink1382.xml" ContentType="application/inkml+xml"/>
  <Override PartName="/ppt/ink/ink1383.xml" ContentType="application/inkml+xml"/>
  <Override PartName="/ppt/ink/ink1384.xml" ContentType="application/inkml+xml"/>
  <Override PartName="/ppt/ink/ink1385.xml" ContentType="application/inkml+xml"/>
  <Override PartName="/ppt/ink/ink1386.xml" ContentType="application/inkml+xml"/>
  <Override PartName="/ppt/ink/ink1387.xml" ContentType="application/inkml+xml"/>
  <Override PartName="/ppt/ink/ink1388.xml" ContentType="application/inkml+xml"/>
  <Override PartName="/ppt/ink/ink1389.xml" ContentType="application/inkml+xml"/>
  <Override PartName="/ppt/ink/ink1390.xml" ContentType="application/inkml+xml"/>
  <Override PartName="/ppt/ink/ink1391.xml" ContentType="application/inkml+xml"/>
  <Override PartName="/ppt/ink/ink1392.xml" ContentType="application/inkml+xml"/>
  <Override PartName="/ppt/ink/ink1393.xml" ContentType="application/inkml+xml"/>
  <Override PartName="/ppt/ink/ink1394.xml" ContentType="application/inkml+xml"/>
  <Override PartName="/ppt/ink/ink1395.xml" ContentType="application/inkml+xml"/>
  <Override PartName="/ppt/ink/ink1396.xml" ContentType="application/inkml+xml"/>
  <Override PartName="/ppt/ink/ink1397.xml" ContentType="application/inkml+xml"/>
  <Override PartName="/ppt/ink/ink1398.xml" ContentType="application/inkml+xml"/>
  <Override PartName="/ppt/ink/ink1399.xml" ContentType="application/inkml+xml"/>
  <Override PartName="/ppt/ink/ink1400.xml" ContentType="application/inkml+xml"/>
  <Override PartName="/ppt/ink/ink1401.xml" ContentType="application/inkml+xml"/>
  <Override PartName="/ppt/ink/ink1402.xml" ContentType="application/inkml+xml"/>
  <Override PartName="/ppt/ink/ink1403.xml" ContentType="application/inkml+xml"/>
  <Override PartName="/ppt/ink/ink1404.xml" ContentType="application/inkml+xml"/>
  <Override PartName="/ppt/ink/ink1405.xml" ContentType="application/inkml+xml"/>
  <Override PartName="/ppt/ink/ink1406.xml" ContentType="application/inkml+xml"/>
  <Override PartName="/ppt/ink/ink1407.xml" ContentType="application/inkml+xml"/>
  <Override PartName="/ppt/ink/ink1408.xml" ContentType="application/inkml+xml"/>
  <Override PartName="/ppt/ink/ink1409.xml" ContentType="application/inkml+xml"/>
  <Override PartName="/ppt/ink/ink1410.xml" ContentType="application/inkml+xml"/>
  <Override PartName="/ppt/ink/ink1411.xml" ContentType="application/inkml+xml"/>
  <Override PartName="/ppt/ink/ink1412.xml" ContentType="application/inkml+xml"/>
  <Override PartName="/ppt/ink/ink1413.xml" ContentType="application/inkml+xml"/>
  <Override PartName="/ppt/ink/ink1414.xml" ContentType="application/inkml+xml"/>
  <Override PartName="/ppt/ink/ink1415.xml" ContentType="application/inkml+xml"/>
  <Override PartName="/ppt/ink/ink1416.xml" ContentType="application/inkml+xml"/>
  <Override PartName="/ppt/ink/ink1417.xml" ContentType="application/inkml+xml"/>
  <Override PartName="/ppt/ink/ink1418.xml" ContentType="application/inkml+xml"/>
  <Override PartName="/ppt/ink/ink1419.xml" ContentType="application/inkml+xml"/>
  <Override PartName="/ppt/ink/ink1420.xml" ContentType="application/inkml+xml"/>
  <Override PartName="/ppt/ink/ink142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57" r:id="rId3"/>
    <p:sldId id="261" r:id="rId4"/>
    <p:sldId id="258" r:id="rId5"/>
    <p:sldId id="259" r:id="rId6"/>
    <p:sldId id="262" r:id="rId7"/>
    <p:sldId id="260" r:id="rId8"/>
    <p:sldId id="264" r:id="rId9"/>
    <p:sldId id="265" r:id="rId10"/>
    <p:sldId id="266" r:id="rId11"/>
    <p:sldId id="267" r:id="rId12"/>
    <p:sldId id="268" r:id="rId13"/>
    <p:sldId id="269" r:id="rId14"/>
    <p:sldId id="263" r:id="rId15"/>
  </p:sldIdLst>
  <p:sldSz cx="9144000" cy="5143500" type="screen16x9"/>
  <p:notesSz cx="6858000" cy="9144000"/>
  <p:embeddedFontLst>
    <p:embeddedFont>
      <p:font typeface="Proxima Nova" panose="020B0604020202020204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780" y="4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2:54.5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1 656,'0'0'6198,"-7"0"-1896,15 0-2068,177 0-782,535 15 218,-661-11-1451,316 16 1973,-371-20-2094,1-1 0,-1 0-1,0 1 1,0-1 0,1-1-1,-1 1 1,0-1-1,0 1 1,5-5 0,-8 2 474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2:55.6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143 39 784,'0'0'4426,"-5"-1"-3783,-25-1 1717,-48 0-1,50 2-1080,27 0-556,4 0-118,524 2 1266,564-4 23,-1083 2-1882,131-5 461,-136 5-444,1 0 50,0 0 0,-1-1 0,1 0 0,0 1 0,7-4 0,-10 4 24,0-1 0,0 1 0,-1-1 0,1 1 0,0-1 0,0 0 0,-1 1 0,1-1 0,-1 0 0,1 0 0,-1 1 0,1-1 0,-1 0 0,1 0 0,-1 0 0,1 0 0,-1 0 0,0 1 0,0-1 0,0 0 0,1 0 0,-1 0 0,0 0 0,0 0 0,0 0 0,0-1 0,0 2-92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3:26.8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17 231 5907,'0'0'5437,"-3"7"-5322,-1 13 191,0 1 0,1-1 0,1 1 0,1 0 0,1 0 0,1 0 1,6 35-1,-6-52-209,0 0 1,0 1-1,1-1 0,0 0 1,0 0-1,0 0 1,0 0-1,1 0 0,-1-1 1,1 1-1,0-1 1,0 0-1,0 0 1,1 0-1,-1 0 0,1 0 1,0-1-1,-1 1 1,1-1-1,0 0 1,0 0-1,1 0 0,-1-1 1,0 0-1,1 0 1,-1 0-1,0 0 0,1 0 1,6-1-1,6 0 188,-1 0 0,1-1 0,-1-1 0,0-1 0,0 0 0,0-1 0,17-7 0,96-41 429,153-87 0,-172 81-408,329-163 2229,-394 196-1292,-45 25-1281,0 0 0,0 0 0,0 0 0,0 0 0,1 0 1,-1 0-1,0 0 0,0 0 0,0 0 0,0 0 0,0 0 0,0 0 0,1 0 0,-1 0 0,0 0 0,0 0 1,0 0-1,0 0 0,0 1 0,0-1 0,1 0 0,-1 0 0,0 0 0,0 0 0,0 0 0,0 0 0,0 0 1,0 1-1,0-1 0,0 0 0,0 0 0,0 0 0,0 0 0,0 0 0,0 1 0,0-1 0,0 0 1,0 0-1,0 0 0,0 0 0,0 0 0,0 1 0,0-1 0,0 0 0,0 0 0,0 0 0,0 0 0,0 0 1,0 1-1,0-1 0,0 0 0,0 0 0,0 0 0,0 0 0,-1 0 0,-1 12-1246,-4-3 314,0-1 0,-1 0 0,1 0 0,-2 0 0,1-1 0,-15 12 0,-38 25-4683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3:30.2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233 99 1553,'0'0'3041,"-32"-3"1625,-104 3 1329,152 0-5792,141-2 310,297-43 1,-417 38-402,4 1 224,0-2 0,43-15 0,-79 20 55,-15 1-269,-69 4-134,-107 15 0,-313 46-10,675-61 28,122-14 86,-131 3-70,-151 9-39,-10-1 1,-9 1 2,-28 1-8,-422 8 10,210-2 104,185-4-100,58-3 7,0 0 0,0 0-1,0 0 1,0 0 0,0 0 0,0 0 0,0 0-1,0 0 1,0 0 0,0 0 0,0 0 0,0 0-1,0 0 1,0 0 0,0 0 0,0 0 0,0 0-1,0 0 1,0 0 0,0 0 0,0 0-1,0 0 1,0 1 0,0-1 0,0 0 0,0 0-1,0 0 1,0 0 0,0 0 0,0 0 0,0 0-1,0 0 1,0 0 0,0 0 0,-1 0 0,1 0-1,0 0 1,0 0 0,0 0 0,0 0 0,9 1-43,220 3 10,-132-5 108,468 1 59,-1385 0-293,1591 5 939,-779-8-313,3 1-643,23 19-11290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3:32.4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177 156 224,'0'0'3017,"-5"-2"-2475,-2 0-331,-13-6 2675,-12-3 1511,14 9-3009,1 0 1,-34 2-1,25 1 1736,26-2-3188,0 0 16,0 0 18,467-1 564,-281-5-186,-131 5-381,31-3 57,115-3-43,313 8 24,-423-5-1,0-4 0,95-21 0,71-9-24,408 19 82,-504 32-45,-56-3 43,-69-9-92,-36 0-251,-12 0-6610,-21 0 1634,-15 0-1528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3:33.1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267 0 208,'0'0'3479,"-24"0"-2601,-118 0 1368,41 0 2642,126 8-3960,364 18 990,-308-24-1739,2222 20 2888,-1940-22-2500,-202-5-108,-161 5-439,0 0 0,1 0 0,-1 0 0,0-1 0,0 1 0,0 0 0,0 0 1,0 0-1,1-1 0,-1 1 0,0 0 0,0 0 0,0 0 0,0-1 0,0 1 1,0 0-1,0 0 0,0-1 0,0 1 0,0 0 0,0 0 0,0-1 0,0 1 1,0 0-1,0 0 0,0-1 0,0 1 0,0 0 0,0 0 0,0 0 0,0-1 1,-1 1-1,1 0 0,0 0 0,0 0 0,0-1 0,0 1 0,0 0 0,-1 0 1,1 0-1,0-1 0,-1 1 0,-5-10-104,2 9-130,0-1-1,0 1 1,-1-1-1,1 1 0,0 0 1,-1 1-1,1-1 1,-1 1-1,1 0 0,0 0 1,-1 0-1,-4 1 1,-10 0-1145,-7-1-1078,1 1 0,-39 7 1,-14 12-2374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3:33.6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190 87 1489,'0'0'4282,"-22"5"-3287,-73 16-219,49-8 19,24 2 590,21-15-1362,1 0 0,0 0 0,-1 1 0,1-1 0,0 0 0,0 0 0,-1 1 0,1-1 1,0 0-1,0 0 0,-1 1 0,1-1 0,0 0 0,0 1 0,0-1 0,0 0 0,0 1 0,-1-1 0,1 0 1,0 1-1,0-1 0,0 1 0,0-1 0,0 0 0,0 1 0,0-1 0,0 0 0,0 1 0,0-1 0,1 0 1,-1 1-1,0-1 0,0 0 0,0 1 0,0-1 0,0 0 0,1 1 0,-1-1 0,0 0 0,0 1 0,0-1 0,1 0 1,-1 0-1,0 1 0,1-1 0,-1 0 0,0 0 0,1 0 0,-1 1 0,0-1 0,1 0 0,-1 0 0,0 0 1,1 0-1,0 0 0,28 8 359,51 0 762,147-3 0,-134-6-801,687-16 1140,495-77 913,-1058 64-1492,-198 27-734,-12 3-50,-1-1 0,0 0 0,0 0 0,0-1 0,0 1-1,0-1 1,0-1 0,0 1 0,-1-1 0,11-7 0,-15 9 104,-1 0 30,0 0-185,0 1-141,0-2 59,0 2-156,-12 0-5368,-22 2 48,-16 8-2125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3:38.8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457 313 2449,'0'0'2193,"11"-25"-243,35-80-362,-42 98-1247,-1-1-1,0 1 1,0 0 0,-1-1 0,0 0 0,-1 0-1,1 0 1,-1 0 0,-1 1 0,0-15 0,-1 0 528,1 20-799,0 0 0,0-1 0,0 1 0,0 0 0,-1-1-1,1 1 1,-1 0 0,0 0 0,1-1 0,-1 1 0,0 0 0,0 0 0,-1 0 0,1 0 0,0 0 0,-1 0 0,1 1 0,-1-1-1,0 0 1,1 1 0,-1-1 0,0 1 0,0 0 0,0-1 0,0 1 0,0 0 0,0 0 0,0 0 0,-5-1 0,-4 0 52,-1 0 1,1 0 0,-1 1-1,-21 0 1,31 1-116,-16 1 45,0 1-1,0 1 0,0 0 0,0 1 0,0 1 1,1 1-1,0 0 0,0 2 0,1 0 0,0 0 0,0 1 1,1 1-1,0 1 0,0 0 0,-23 26 0,25-25-32,2 1 1,0 0-1,0 1 0,1 0 0,1 0 0,1 1 0,0 1 0,1-1 0,0 1 1,1 1-1,1-1 0,1 1 0,0 0 0,1 0 0,1 0 0,1 0 1,0 18-1,1-29-16,1 0 1,0-1 0,0 1 0,1 0-1,-1-1 1,1 1 0,1-1 0,-1 1-1,1-1 1,-1 0 0,2 0 0,3 6-1,-1-5 0,0 1-1,1-1 1,-1-1 0,1 1-1,0-1 1,0 0-1,13 6 1,-1-2 9,0-2 0,1 0 0,0 0 1,1-2-1,-1-1 0,26 2 0,-24-3 7,1-1 1,0-1-1,-1-2 0,26-2 0,-40 1-5,1 1 0,-1-2 1,1 1-1,-1-1 0,0 0 1,0-1-1,0 0 0,-1 0 1,1-1-1,-1 1 0,0-2 1,0 1-1,9-11 1,-5 3 34,0 0 1,-1-1-1,-1 0 1,0-1-1,-1 0 1,-1 0 0,0-1-1,-1 0 1,7-29-1,-6 10 717,-2-1 0,0 1 0,-2-54-1,-4 175-886,3 118 189,-1-195-66,0 1-1,0-1 0,1 0 1,0 0-1,1-1 0,0 1 1,1 0-1,-1-1 1,8 12-1,-7-14-146,0-1 0,1 1 0,0-1 1,0 0-1,0 0 0,1 0 0,-1-1 0,1 0 0,0 0 0,1 0 0,-1-1 1,0 0-1,8 3 0,11 1-1239,-1 0 1,2-1-1,-1-2 1,27 2-1,52 0-6238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3:39.5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 61 2625,'0'0'8060,"-14"-1"-6518,-45-4-245,43 1 1244,22 2-1483,168-12-587,9-1-348,-171 9-50,-12 6-69,0 0 0,0 0 0,0 0 0,0 0 0,0-1 0,1 1 0,-1 0 0,0 0 0,0 0 0,0 0 0,0-1 0,0 1 0,0 0 0,0 0 0,0 0 0,0-1 0,0 1 0,0 0 0,1 0 0,-1 0 0,0-1 0,0 1 0,0 0 0,-1 0 0,1 0 0,0-1 0,0 1 0,0 0 0,0 0 0,0 0 0,0-1 0,0 1 0,0 0 0,0 0 0,0 0 0,0 0 0,-1-1 0,1 1 0,0 0 0,0 0 0,0 0 0,0 0 0,0 0 0,-1 0 0,1-1 0,0 1 0,0 0 0,0 0 0,-1 0 0,1 0 0,0 0 0,0 0 0,0 0 0,-1 0 0,1 0 0,0 0 0,0 0 0,0 0 0,-1 0 0,1 0 0,0 0 0,0 0 0,0 0 0,-1 0 0,1 0 0,-24-3-18,0 1 0,0 1 0,-32 3 1,4-1-10,33-2 14,15 0 5,0 1 0,0 0-1,0 0 1,0 0 0,0 0-1,0 0 1,0 1 0,-6 1-1,10-2 3,0 1 1,-1 0-1,1-1 0,0 1 0,0 0 0,0-1 0,-1 1 0,1 0 1,0-1-1,0 1 0,0 0 0,0 0 0,0-1 0,0 1 0,0 0 1,0-1-1,0 1 0,1 0 0,-1-1 0,0 1 0,0 0 1,1-1-1,-1 1 0,0 0 0,1 0 0,-1-1 2,6 16 7,-1 1 0,-1 0 0,0 0 0,1 21 0,1 73 64,-4-71-46,-2 84 173,0 7-767,8-46-4036,0-55-314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3:39.9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193 7 5250,'0'0'8759,"-6"-3"-7903,5 3-845,0-1-1,0 1 1,0-1-1,0 1 1,0 0-1,-1-1 1,1 1-1,0 0 1,0 0-1,0-1 1,0 1-1,0 0 1,0 0-1,0 0 1,-1 1-1,1-1 1,0 0-1,0 0 1,0 0-1,0 1 1,0-1-1,0 1 1,0-1-1,0 1 1,0-1-1,0 1 1,0 0-1,0-1 1,0 1-1,1 0 1,-2 1-1,-2 4 32,0-1-1,1 2 0,0-1 1,0 0-1,-3 11 1,-22 72 575,3 2 0,4 0 0,-10 115 1,6 283 370,25-473-968,7 199 158,-4-182-156,2-1 1,1 0-1,2 0 0,17 46 1,-10-43-58,1-1 1,2 0-1,1-1 1,2-1-1,38 45 1,-38-53-540,1-2 0,1 0 1,1-1-1,0-1 0,2-1 0,0-2 1,30 15-1,-41-24-652,1-2-1,19 7 1,18-3-3720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3:40.5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32 5186,'0'0'6225,"5"12"-5873,6 18 250,-1 0 1,-1 0-1,-2 1 0,6 55 1,-12 20 1819,0-123-2259,1-1-1,0 1 1,2 0-1,0 0 1,0 0-1,2 1 1,0-1-1,1 1 1,16-27-1,-16 30-144,1 1-1,1 0 0,0 0 1,0 0-1,2 1 1,-1 1-1,1 0 1,1 0-1,-1 1 0,2 1 1,-1 0-1,15-7 1,-17 11-22,0 1-1,0 0 1,1 0 0,-1 1 0,16-1 0,-21 2-1,0 1 1,0 0-1,1 0 1,-1 0-1,0 1 1,0 0-1,0 0 1,0 0-1,0 0 1,0 1-1,0 0 1,-1 0-1,6 4 1,-3-1-10,0 1 1,-1 1-1,0-1 1,0 1-1,-1 0 1,0 1-1,0-1 1,-1 1-1,0 0 1,4 8-1,-1 3 3,0 0 0,-2 1 1,6 28-1,-5 6-1570,-3 0 1,-4 63-1,0-40-2956,1 12-3304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3:40.8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 5507,'0'0'7646,"22"-1"-6531,291-3 1702,-162 4-2206,51 0-109,-68 0-3349,-134 0 2685,1 0 0,-1 0 0,0 0 0,0 1 0,1-1 0,-1 0 0,0 0 0,0 0 0,1 1 0,-1-1 0,0 0 0,0 1 0,1-1 0,-1 0 0,0 0 0,0 1 0,0-1 0,0 0 0,0 1 0,0-1 0,1 0 0,-1 1 0,0-1 0,0 0 0,0 1 0,0-1 0,0 0 0,0 1-1,0-1 1,0 0 0,0 1 0,0-1 0,-1 0 0,1 1 0,0-1 0,0 0 0,0 1 0,0-1 0,0 0 0,-1 0 0,1 1 0,0-1 0,0 0 0,0 0 0,-1 1 0,1-1 0,-1 0 0,-14 20-5123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3:41.3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93 7123,'0'0'7014,"0"-17"-6064,0-59-558,0 404 963,0-327-1224,2-2 45,5-5-37,-1 0 0,0 0 0,0-1 0,0 1 0,6-12 0,18-20-50,-24 32-91,1 0 0,-1 0 0,1 1-1,0 0 1,0 0 0,0 1 0,1-1-1,0 2 1,0-1 0,0 1 0,0 0-1,0 1 1,1 0 0,-1 0 0,1 1-1,-1 0 1,1 1 0,8 0 0,-8 0-14,-1 0 1,0 1-1,1 0 1,-1 0-1,0 1 1,0 0-1,0 0 1,0 1-1,-1 0 1,9 4-1,-12-4 4,-1-1-1,1 1 1,0 0-1,0 0 1,-1 0 0,0 1-1,0-1 1,0 1-1,0 0 1,0 0 0,-1 0-1,0 0 1,0 0-1,0 1 1,0-1-1,0 1 1,-1-1 0,0 1-1,1 5 1,-2-9 10,1 7-25,0 1 0,0 0 0,-1 13 0,0-20 21,0 0 0,0 0 0,-1 0 1,1 1-1,-1-1 0,0 0 1,1 0-1,-1 0 0,0 0 0,0 0 1,0 0-1,-1 0 0,1 0 1,0 0-1,-1-1 0,1 1 0,-1-1 1,-3 3-1,-1 0 10,-1 0-1,0 0 1,0-1 0,0 0 0,0-1-1,0 0 1,-1 0 0,1 0 0,-10 0-1,-11 0 66,-32-2-1,30 0-45,24 0-9,-1 0-1,0-1 0,0 0 0,1 0 0,-1 0 0,1-1 1,-1 0-1,-7-4 0,11 5-104,1 0 0,-1-1 0,0 0 0,1 0 1,-1 0-1,1 0 0,-1 0 0,1 0 0,0 0 0,0-1 0,0 1 0,0-1 0,1 0 0,-1 1 1,1-1-1,-1 0 0,1 0 0,0 0 0,0 0 0,0-3 0,-1-25-3588,2-4-3183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3:41.8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6675,'0'0'6419,"28"20"-5387,130 95 204,-101-69-653,68 68 0,-75-57-370,-2 2 1,-3 2-1,-2 2 1,49 97-1,-45-60 3,-3 1 0,43 154 0,-69-192-172,-2 1-1,-3 1 1,-3 0-1,-3 0 1,-2 129-1,-7-173-27,0 0 0,-2-1-1,0 1 1,-1-1-1,-1 1 1,-1-2-1,-14 29 1,8-25 2,-1-1 0,0 0 0,-2-1 0,0-1 0,-29 28 0,6-13-37,-2-2 0,-1-1 1,-82 47-1,84-54-1435,39-25 1350,1 1 1,-1-1-1,1 0 1,0 0-1,-1 0 1,1 0-1,-1 1 1,1-1-1,0 0 1,-1 1-1,1-1 0,0 0 1,0 1-1,-1-1 1,1 0-1,0 1 1,0-1-1,-1 0 1,1 1-1,0-1 1,0 0-1,0 1 1,0-1-1,0 1 1,-1-1-1,1 1 1,0-1-1,0 0 0,0 1 1,0 0-1,9 1-5554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3:42.2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92 5715,'0'0'9142,"10"-1"-8194,202-5 1207,-33 2-1285,-122 2-624,-23 2-133,44-7 0,-77 7-149,0 0-1,0 0 1,0-1-1,0 1 1,0 0-1,0-1 1,0 1-1,-1 0 0,1-1 1,0 1-1,0-1 1,0 1-1,-1-1 1,1 0-1,0 1 1,-1-1-1,1 0 1,0 0-1,-1 1 1,1-1-1,-1 0 1,1 0-1,-1 0 1,0 1-1,1-1 1,-1 0-1,0 0 0,0 0 1,1 0-1,-1 0 1,0 0-1,0 0 1,0 0-1,0 0 1,0 0-1,0 0 1,-1-1-1,1 0-209,-1 0 0,1 1 0,0-1 0,-1 1 0,0-1 0,1 1 0,-1-1 0,0 1 0,0 0 0,0-1 0,0 1 0,0 0 0,0-1 0,0 1 0,0 0 0,0 0 0,-1 0 0,1 0 0,0 0 0,-1 0 0,-2 0 0,-28-7-3970,-5 1-1109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3:42.5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60 4322,'0'0'9727,"0"-13"-8524,0-28-645,0 36-263,0 35 24,4 123 789,27 175 1,-12-230-3084,11-4-3681,-5-35-2537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3:42.9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17 481 4386,'0'0'8174,"-2"17"-7520,-9 199 1814,11-188-2246,4 128 516,-1-131-612,0 0 0,2 0 0,1 0 0,10 27 0,-16-51 789,1-76 44,-3 0 0,-16-97 0,-2-73-1040,19 226 80,0-49 4,10-83-1,-7 131-7,1 0 0,2 1 0,0 0-1,0-1 1,2 2 0,0-1 0,2 1-1,18-30 1,-25 44-38,1 1 0,0-1 0,0 1 0,0 0 0,0 0 0,1 0 0,-1 1 0,1-1 0,-1 1 0,1-1 0,0 1 0,0 1 0,0-1 0,0 1 1,1-1-1,-1 1 0,0 0 0,1 0 0,-1 1 0,0 0 0,1-1 0,-1 1 0,1 1 0,-1-1 0,0 1 0,6 1 0,-1 0-239,0 0 0,0 1 0,-1 0 0,1 1 1,0 0-1,-1 1 0,0-1 0,0 1 0,-1 1 0,14 12 1,-12-9-231,-1 1 0,1 0 0,-2 0 1,1 1-1,-2 0 0,1 0 1,-2 1-1,9 24 0,-8-18-627,-2 1-1,0 0 1,-1 1-1,-1-1 1,-1 25-1,-1 19-3185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3:43.3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49 102 4562,'0'0'13382,"-48"0"-12437,72-7-161,21 2-736,12-2 112,9-3-160,4 3-208,2-5-288,6 0-1473,-9 0-1441,-7-3-1536,-9 1-2241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3:43.6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258 1 7139,'0'0'9218,"-28"5"-8746,10-3-339,5 0-27,1 0 0,-1 0 1,0 1-1,-17 7 0,24-7-53,0-1 0,1 1-1,0 1 1,0-1 0,0 0 0,0 1 0,0 0 0,1 0 0,0 1 0,0-1 0,0 1 0,0 0-1,1 0 1,-1 0 0,-2 7 0,-4 13 162,1 0 0,0 0 0,2 0 0,1 1 0,-4 51 0,6-10-89,6 78 0,-1-123-72,2 1 0,0-1-1,2 0 1,0 0 0,1-1 0,1 0-1,16 31 1,-18-41-288,1-1 0,1 0 0,0 0 0,0-1 0,1 1-1,17 14 1,-19-19-353,0 0 1,0-1-1,1 0 0,0 0 0,0 0 0,0-1 0,0 0 0,0-1 0,1 0 0,-1 0 0,12 2 0,21-3-5199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3:44.0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14 355 7812,'0'0'6709,"3"23"-5754,-1-2-735,14 148 1057,-13 0 135,-3-142-1231,0-27-169,0 0 0,0 1 0,0-1 0,0 0-1,0 0 1,0 0 0,-1 0 0,1 0 0,0 0 0,0 0 0,0 1 0,0-1 0,0 0 0,-1 0 0,1 0 0,0 0-1,0 0 1,0 0 0,0 0 0,0 0 0,-1 0 0,1 0 0,0 0 0,0 0 0,0 0 0,0 0 0,-1 0 0,1 0-1,0 0 1,0 0 0,0 0 0,0 0 0,-1 0 0,1 0 0,0 0 0,0-1 0,0 1 0,0 0 0,0 0 0,-1 0 0,1 0-1,0 0 1,0 0 0,0 0 0,0-1 0,0 1 0,-3-2 78,1 0 1,0 0-1,0 0 0,1 0 1,-1 0-1,0-1 0,1 1 1,-1 0-1,1-1 0,0 0 0,0 1 1,0-1-1,0 0 0,0 1 1,0-6-1,-5-46 306,6 52-367,-1-20 158,1 1 0,5-41 1,-3 51-165,0 0 0,1 1 0,1-1 0,-1 1 1,2 0-1,-1 0 0,10-14 0,-7 13-21,1 0 1,0 1-1,0 0 0,1 1 0,0 0 0,1 0 0,0 1 1,1 0-1,-1 1 0,1 0 0,1 1 0,-1 0 0,1 1 0,0 0 1,1 1-1,-1 0 0,1 1 0,-1 0 0,1 1 0,0 1 1,0 0-1,0 1 0,0 0 0,0 1 0,14 2 0,-19-1-8,0 0 0,0 0 0,0 1 0,-1 0-1,1 1 1,-1 0 0,0 0 0,0 0 0,0 1 0,0 0-1,-1 0 1,0 1 0,0 0 0,0 0 0,6 9 0,-5-5 1,0 0 1,-1 1 0,0 0-1,0 1 1,-1 0 0,-1-1 0,0 1-1,0 1 1,2 17 0,-2 5-198,-1 0-1,-2 46 1,-2-63-750,-1 1 0,-1-1 0,-6 25 0,-10 28-8349,13-48 1935</inkml:trace>
  <inkml:trace contextRef="#ctx0" brushRef="#br0" timeOffset="1">787 1 7395,'0'0'6884,"158"156"-5108,-121-69-431,-10 16 80,-8 13-977,-11 11-256,-8 1-192,-3-3-64,-37-9-640,-16-11-3538,-11-8-3762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3:44.8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39 7027,'0'0'10469,"-32"-39"-10101,51 39-368,13 0 16,16 0-144,6 0-240,4 0-1489,-2 0-688,-10 0-1553,-19 10-1184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3:45.1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49 5811,'0'0'8916,"145"-19"-8180,-68 7-720,-7 5-16,-17-1-1120,-10 6-1105,-22 2-1457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3:45.6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 5330,'0'0'9341,"15"-3"-8717,40-5 131,99 0 0,-136 8-630,39 0-22,-51 0-130,-33 0 13,1-1 37,9 1-26,0 0-1,-26 3 1,43-2 6,0-1 1,-1 1-1,1-1 0,-1 1 0,1-1 1,0 1-1,-1-1 0,1 1 0,0-1 1,0 1-1,-1-1 0,1 1 0,0-1 1,0 1-1,0 0 0,0-1 0,0 1 1,0-1-1,-1 1 0,2 0 0,-1-1 1,0 2-1,0 18 73,0-14-16,-3 73 668,-28 145 0,18-144-677,6-23-167,3 91 0,3-145-24,1-1-1,0 1 1,1-1-1,-1 1 0,0-1 1,1 0-1,-1 1 1,1-1-1,0 0 1,0 1-1,0-1 1,0 0-1,0 0 1,0 0-1,1 0 1,1 3-1,-1-3-308,1 0 0,-1-1 0,1 1 0,-1-1-1,1 1 1,0-1 0,0 0 0,-1 0 0,1 0 0,0 0 0,0 0-1,6 0 1,25 0-8133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3:45.9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156 0 8148,'0'0'8099,"-120"154"-7010,98-63-225,12 15-239,7 3-433,3-4 256,0-6-448,13-10 0,14-14-48,5-22-240,0-15-785,-2-16-1120,-4-15-2465,-4-7-544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3:46.3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 1 7571,'0'0'3642,"0"25"-1201,0 158 422,0-175-2736,0 1 1,0-1 0,-1 1-1,0-1 1,-1 0-1,0 0 1,0 0-1,-1 0 1,1 0-1,-2 0 1,1 0 0,-1-1-1,0 0 1,-1 0-1,-10 13 1,-3-10 26,18-9-143,0-1 0,-1 0 1,1 0-1,0 1 0,-1-1 1,1 0-1,-1 0 1,1 0-1,-1 1 0,1-1 1,0 0-1,-1 0 0,1 0 1,-1 0-1,1 0 0,-1 0 1,1 0-1,-1 0 1,1 0-1,0 0 0,-1 0 1,1 0-1,-1-1 0,1 1 1,-1 0-1,1 0 0,0 0 1,-1 0-1,1-1 0,0 1 1,-1 0-1,1-1 1,-1 1-1,1 0 0,0 0 1,0-1-1,-1 1 0,1-1 1,0 1-1,0 0 0,-1-1 1,1 1-1,0-1 0,-1-11 3,0 0 0,1 1 0,1-1-1,0 0 1,0 1 0,1-1 0,1 1-1,0 0 1,0-1 0,1 1 0,1 1-1,-1-1 1,2 1 0,0-1 0,0 2-1,1-1 1,0 1 0,9-10 0,-6 8 4,0 0 1,1 1-1,0 0 1,1 1-1,0 0 1,0 1-1,1 0 1,0 1-1,0 1 1,1 0-1,-1 1 1,1 0-1,1 1 1,18-3-1,-22 5 7,0 1 1,0 1-1,23 1 0,-30 0-33,0 0 0,1 0-1,-1 0 1,0 0 0,0 1 0,-1-1 0,1 1 0,0 0 0,0 0 0,-1 1-1,1-1 1,-1 1 0,5 4 0,1 4 24,0 1 0,0 0 0,-1 0 0,-1 1 0,0 0 0,0 0 0,-2 1 0,1-1 0,-2 1 0,0 0 0,3 21 0,-1 13-1410,-1 0 1,-3 55 0,-2-73-2593,0-2-1374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3:46.7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9700,'0'0'6163,"144"185"-4834,-120-67 160,-10 16-785,-12 11-128,-2-3 241,0-8-785,-18-16 128,-17-12-160,0-12-1249,-5-15-2145,-8-23-4001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3:50.2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35 1072,'-3'0'12877,"-8"1"-9483,4 0-2248,12 0 1359,1189-4-1049,-2140 6-1749,904-5 324,0-1 1,0-2-1,-78-21 0,185 25-231,1067 1 416,-1131 0-200,-1 0 0,1 0 0,-1 0 0,0 0 1,1 0-1,-1 0 0,1 0 0,-1 0 0,0 0 0,1 0 0,-1 0 0,1 0 0,-1 0 0,0 1 0,1-1 0,-1 0 0,1 0 0,-1 0 0,0 0 0,1 1 1,-1-1-1,0 0 0,1 0 0,-1 1 0,0-1 0,1 1 0,-2 2 361,1-2-86,0-1-368,0 0 0,-1 1 0,1-1 1,0 0-1,0 1 0,0-1 0,0 0 0,0 1 0,0-1 0,0 0 1,0 1-1,0-1 0,1 0 0,-1 1 0,0-1 0,0 0 0,0 1 1,0-1-1,0 0 0,1 1 0,-1-1 0,0 0 0,0 0 0,0 1 1,1-1-1,-1 0 0,0 0 0,0 1 0,1-1 0,-1 0 0,0 0 0,1 0 1,-1 0-1,0 1 0,0-1 0,1 0 0,-1 0 0,0 0 0,1 0 1,-1 0-1,1 0 0,27 11-4464,20 1-2462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3:50.8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 6323,'0'0'9204,"19"0"-8492,1196 24 7463,-1187-22-6118,-30-6-4165,0 2 1710,0 1 1,0-1-1,0 0 0,-1 0 0,1 1 0,0-1 1,-1 1-1,1 0 0,-1 0 0,0 0 0,1 0 1,-1 0-1,0 1 0,1-1 0,-1 1 0,-3-1 0,-4-1-1136,-51-8-6864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8:11.8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1 416,'0'0'4848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8:12.2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1 1 224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8:13.1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227 90 224,'-53'0'866,"39"0"3106,-6 0 9350,274-19-12830,17-1-434,-271 20-77,-2 0 83,-404 0 88,369 2-128,-44 7 0,32-2-10,-12-4 447,36-2-157,22-1-212,7-1-71,878-16 39,-617 18-75,-188-3 34,101-16-1,-167 16 52,-10 2-30,-1 0-3,0-2-5,0 2-29,0-7-167,1-9-1301,-3 9-2840,-5 6-1420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8:14.4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172 35 1505,'0'0'5656,"-11"0"-4467,-101 0 4598,64 0-544,52 0-5278,315 2 87,375-5 408,-449-11-149,-13 0 440,-232 12-344,0-2-1575,-7 4-2820,-17 10-2281,-12 15-2415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8:14.9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222 24 3922,'0'0'6838,"-21"0"-5443,-98 0 971,104 0-1681,8 0-311,0-1 0,0 1 0,0 1 0,1-1 0,-1 1 0,0 1 0,-12 3 0,20-5-362,-1 0 0,0 0 0,0 0 0,0 0 0,1 0 0,-1 0 0,0 0 0,0 0 0,0 0 0,0 0 0,0 0 1,1 0-1,-1 0 0,0 0 0,0 0 0,0 0 0,0 1 0,0-1 0,1 0 0,-1 0 0,0 0 0,0 0 0,0 0 0,0 0 0,0 1 1,0-1-1,0 0 0,0 0 0,0 0 0,1 0 0,-1 0 0,0 1 0,0-1 0,0 0 0,0 0 0,0 0 0,0 0 0,0 1 0,0-1 1,0 0-1,0 0 0,0 0 0,0 0 0,0 1 0,0-1 0,-1 0 0,1 0 0,0 0 0,0 0 0,0 1 0,0-1 0,0 0 0,0 0 1,0 0-1,0 0 0,0 0 0,-1 0 0,1 1 0,0-1 0,0 0 0,12 3 9,1-1 0,-1-1 1,1 0-1,22-1 0,-2 0 46,551-12 1022,-525 8-889,401-18 2652,-459 19-2634,-2 0-949,-7 1-2150,-28 6-1513,-24 16-3687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8:21.7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28 4434,'0'0'11424,"0"-7"-10448,-3-14-8,3 54-417,0-7-621,14 355 1097,-14-380-1196,0-1-1,0 0 1,0 1 0,0-1-1,1 1 1,-1-1 0,0 0-1,0 1 1,1-1-1,-1 0 1,0 1 0,0-1-1,1 0 1,-1 0 0,0 1-1,1-1 1,-1 0-1,0 0 1,1 1 0,-1-1-1,1 0 1,-1 0 0,0 0-1,1 0 1,-1 0 0,1 0-1,-1 0 1,0 1-1,1-1 1,-1 0 0,1-1-1,-1 1 1,1 0 0,-1 0-1,1 0 1,16-4-4782,-4-14-942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8:22.1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485 71 592,'0'0'5851,"-25"-4"-4402,-84-9 39,100 12-1308,0 1-1,0 0 0,1 1 1,-1-1-1,0 2 0,0-1 1,1 1-1,-1 1 0,1-1 1,-15 8-1,9-2 147,0 1-1,1 1 1,-23 20-1,32-26-244,-11 10 73,1 0-1,0 2 1,2-1-1,0 1 1,0 1-1,2 0 0,0 1 1,1 0-1,1 0 1,0 1-1,1 0 0,2 0 1,0 0-1,1 1 1,-3 31-1,2-4 100,3 0 0,4 72 0,0-100-209,0-1 1,2 1-1,0-1 0,1 0 1,0 0-1,2 0 1,0-1-1,1 0 1,13 20-1,-8-18-32,1-2-1,1 0 1,0-1 0,1 0-1,1-1 1,0-1-1,1-1 1,1-1 0,0 0-1,0-1 1,1-1-1,1-1 1,0-1 0,31 9-1,-10-7 15,0-2 0,0-2 0,0-2 0,1-1-1,0-2 1,72-9 0,-89 5 15,-1-2 0,1 0 0,0-2 0,-1-1 0,-1-1 0,1-1 0,-2-1 0,1-1 0,28-21 0,-37 23 70,0-1 0,-1-1 0,0-1 1,-1 0-1,-1 0 0,0-1 0,-1-1 1,0 0-1,-2 0 0,1-1 0,-2-1 1,0 1-1,-1-1 0,5-20 0,-5 8 156,-2-1 0,3-54 0,-8-61 282,0 128-481,-1 0 0,-1 0 0,0 1 0,-1-1 0,-1 1 0,-1 0 0,0 0 0,-1 0 1,-1 1-1,0 0 0,-1 0 0,-1 0 0,0 1 0,-1 1 0,-1 0 0,0 0 0,0 1 0,-1 0 0,-16-11 0,2 4-41,-2 1 0,0 1 1,0 1-1,-1 2 0,-1 1 0,-1 1 1,0 2-1,0 1 0,-1 1 0,0 2 1,0 1-1,0 1 0,-42 2 0,58 2-90,0 1-1,0 0 1,0 1-1,0 1 0,0 0 1,-15 6-1,21-5-161,0 0 0,0 1-1,1 0 1,0 1 0,0 0 0,0 0 0,1 1 0,-1 0-1,-11 15 1,13-14-550,0 0-1,1 1 1,0 0-1,1 0 1,0 0-1,1 1 1,-1 0-1,2 0 1,0 0-1,0 0 1,-3 19 0,3 42-8886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8:22.7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4770,'0'0'9431,"0"2"-9063,0 471 2591,0-465-3390,0 1-1,1-1 1,0 1-1,0-1 1,1 1-1,0-1 1,0 1-1,6 12 1,-6-18 182,0 0 0,-1 0 0,2 0 1,-1 0-1,0-1 0,0 1 0,1-1 0,-1 1 0,1-1 1,0 0-1,0 0 0,0 0 0,0 0 0,0-1 0,0 1 1,0-1-1,0 0 0,1 0 0,-1 0 0,0 0 0,1 0 1,-1-1-1,6 1 0,17-1-4335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8:23.1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16 130 6627,'0'0'5370,"-3"24"-4302,-7 79-300,9-98-733,0 0 0,1 0 1,0 0-1,0 0 0,0 0 0,1 0 1,0 0-1,0 0 0,0 0 0,0 0 1,4 8-1,-2-9-13,0 0 0,0 0 0,0 0 0,1-1 0,-1 0-1,1 1 1,0-1 0,6 3 0,-5-3-20,4 3 8,0-1-1,1 0 1,0 0 0,0-1 0,0-1 0,0 0 0,1 0 0,-1-1 0,18 2 0,-4-3 26,1 0 0,-1-1 0,30-5-1,-44 4 26,0-1 0,0 0 0,0-1 0,-1 0 0,1-1 0,-1 0 0,0 0-1,0-1 1,0 0 0,13-10 0,-17 11 85,0 0 0,-1-1 0,1 0 1,-1 0-1,0 0 0,0 0 0,-1 0 0,0-1 0,0 1 0,0-1 1,0 0-1,-1 0 0,0 0 0,0 0 0,-1-1 0,0 1 0,1-12 1,-1 3 210,-1 1 0,-4-29 0,3 37-305,0 0 0,-1 1 1,1 0-1,-1-1 0,-1 1 0,1 0 1,-1 0-1,0 0 0,0 0 0,-5-5 1,1 0-32,-1 2 0,-1-1 0,1 1 0,-1 0 1,-1 0-1,1 1 0,-1 1 0,-1 0 0,1 0 1,-1 1-1,0 0 0,0 1 0,0 0 0,-1 0 1,1 2-1,-1-1 0,-18 0 0,30 3-21,-10-1-79,0 1 0,0 0 0,0 1 1,0 0-1,-10 3 0,17-4-61,0 1-1,0 0 1,0 1 0,1-1 0,-1 0 0,1 1 0,-1 0 0,1-1 0,-1 1-1,1 0 1,0 0 0,0 0 0,0 1 0,0-1 0,0 0 0,1 1 0,-1-1-1,1 1 1,0 0 0,-1-1 0,0 5 0,0 3-1049,0-1-1,0 1 1,1 0 0,0 0 0,1 14-1,0-19 352,0 36-5368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8:23.7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312 49 6531,'0'0'5808,"-30"-10"-4557,-11-3-901,-47-10-1,84 22-318,-1 1-1,1-1 0,0 1 1,0 0-1,-1 0 0,1 0 1,0 1-1,0-1 1,-1 1-1,1 0 0,0 0 1,0 0-1,0 1 1,0 0-1,0 0 0,1 0 1,-1 0-1,0 0 0,1 1 1,-1-1-1,1 1 1,0 0-1,0 0 0,0 0 1,-3 6-1,1-3 18,-1 0-28,2 1 0,-1-1-1,1 1 1,0 0 0,0 1 0,1-1 0,0 1-1,0-1 1,1 1 0,0 0 0,0 0 0,1 0-1,0 0 1,1 0 0,-1 0 0,2 1-1,-1-1 1,3 13 0,-2-18-16,-1 0 1,1-1-1,0 1 1,0 0-1,0-1 0,0 1 1,1-1-1,-1 0 0,1 1 1,0-1-1,-1 0 0,1 0 1,0 0-1,0 0 0,0 0 1,0 0-1,1-1 1,-1 1-1,0-1 0,1 1 1,-1-1-1,1 0 0,0 0 1,-1 0-1,1 0 0,3 0 1,7 1 12,1 1 1,0-2-1,27 0 0,-34-1-20,10 0 0,-3 0 51,1 0 1,20-3-1,-32 3-34,1-1-1,-1 0 0,0 0 1,1 0-1,-1 0 0,0 0 0,0-1 1,0 0-1,0 1 0,0-1 1,0 0-1,0 0 0,-1-1 0,1 1 1,3-4-1,-5 2 155,1 1 0,-1-1 0,0 1 0,0-1-1,0 1 1,-1-1 0,1 1 0,-1-1 0,1 0 0,-1 1 0,-1-1 0,0-6-1,1-5 1880,0 22-2042,-1 75 92,4-1 0,18 115 0,-17-180-98,14 72 60,-4 1 0,4 127 0,-18-210-59,0 0 1,0 0-1,-1 0 1,1 0 0,-1 0-1,-1 0 1,1-1-1,-4 7 1,4-9 13,-1 0 0,0 0 1,0 0-1,0-1 1,0 1-1,0-1 0,-1 1 1,1-1-1,-1 0 0,0 0 1,1 0-1,-1 0 1,0 0-1,0-1 0,-4 2 1,-6 1 108,1 0 1,-1-1 0,-1-1-1,1 0 1,0-1 0,0 0 0,-24-2-1,33 1-83,1-1-1,-1 1 0,0-1 1,1 1-1,-1-1 0,1 0 1,0 0-1,-1 0 0,1-1 1,0 1-1,-1-1 0,1 0 0,0 0 1,0 0-1,1 0 0,-4-3 1,2 0 4,1 1-1,0 0 1,0-1 0,0 1 0,0-1 0,1 0 0,0 0 0,0 0 0,-2-10-1,0-7 16,0-1 0,2 0-1,1 0 1,2-26 0,-1 23-86,0 12-22,1 0 0,0 1 0,1-1 0,1 1 0,0 0 0,0 0 0,1 0 0,1 0-1,10-19 1,-9 22-283,0 1-1,0 0 0,0 1 0,1 0 0,1 0 0,-1 0 0,1 1 0,1 0 1,-1 0-1,1 1 0,0 0 0,17-7 0,-13 7-1042,1 1 0,27-6 1,33-1-4205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8:24.8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371 88 2273,'0'0'7609,"-27"-15"-6294,-90-44-192,113 56-1054,-1 1 0,0 0-1,1 1 1,-1-1 0,0 1 0,0 0-1,0 1 1,0-1 0,0 1-1,0 0 1,-9 1 0,10 0-18,-1 0 0,1 1 0,0 0 0,0 0 0,0 0 0,0 0 0,0 1 0,-5 3-1,3-1 9,-3 1 28,1 1 0,-1 0-1,1 0 1,1 1 0,0 0-1,0 1 1,0 0-1,1 0 1,1 0 0,-10 19-1,10-14-33,1-1 0,0 1 0,0 0 0,2 0 0,-1 1 0,2-1 0,0 28 0,1-38-50,1 0 1,-1 1-1,1-1 1,0 1-1,0-1 1,0 0-1,1 0 0,-1 1 1,1-1-1,0 0 1,0 0-1,1-1 1,-1 1-1,1 0 0,4 3 1,-2-2 2,0 0 1,0-1-1,1 0 0,0 0 1,0 0-1,0-1 1,0 0-1,1 0 0,7 2 1,0-1 10,0-1 0,0 0 0,1-1 0,-1-1 1,1 0-1,0-1 0,-1 0 0,1-1 0,15-4 1,-25 4 29,1 0 1,0-1 0,-1 0 0,1 0 0,-1-1 0,0 1-1,1-1 1,-1 0 0,0-1 0,-1 1 0,1-1-1,-1 0 1,1 0 0,-1 0 0,-1-1 0,1 0-1,0 1 1,-1-1 0,0 0 0,0-1 0,-1 1-1,0 0 1,1-1 0,0-7 0,2-8 643,-1-1 1,-1 0 0,0 1-1,-2-40 1,-1 58-586,-1 10-116,1 0 0,1 0-1,-1 0 1,1 0 0,1 0 0,-1 0-1,1 0 1,0 0 0,1-1 0,-1 1-1,1-1 1,1 1 0,-1-1 0,1 0-1,0 0 1,0-1 0,1 1 0,7 6-1,1-1-581,0-1 0,1 1 0,1-2 0,-1 0 0,27 11 0,40 12-7159,-25-14-328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8:25.5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5 4162,'0'0'10762,"0"0"-10746,0 0 0,0-1 0,0 1 0,0 0 0,0 0 0,0 0-1,0 0 1,0-1 0,0 1 0,0 0 0,0 0 0,0 0 0,0 0 0,0 0 0,0-1-1,0 1 1,0 0 0,0 0 0,0 0 0,0 0 0,0 0 0,0 0 0,0-1 0,-1 1-1,1 0 1,0 0 0,0 0 0,0 0 0,0 0 0,0 0 0,0 0 0,-1 0 0,1 0 0,0 0-1,0-1 1,0 1 0,0 0 0,0 0 0,-1 0 0,1 0 0,0 0 0,0 0 0,0 0-1,0 0 1,-1 0 0,1 0 0,0 0 0,0 0 0,0 1 0,0-1 0,0 0 0,-1 0-1,1 0 1,0 0 0,0 0 0,0 0 0,0 0 0,0 0 0,0 0 0,-1 0 0,1 1 0,0-1-1,0 0 1,0 0 0,0 0 0,0 0 0,0 0 0,0 0 0,0 1 0,-2 9 181,1 0 1,1 1 0,1 13 0,-1 1 246,0 27 185,-1 1-220,2 1 1,15 97-1,-10-133-88,-3-32 305,0 1-629,-1 7 8,-1 0 0,2 0 0,-1 0-1,1 0 1,0 0 0,0 1 0,0-1-1,1 1 1,0 0 0,0 0 0,0 0 0,0 0-1,1 1 1,0 0 0,0 0 0,0 0-1,1 1 1,-1-1 0,1 1 0,0 1 0,0-1-1,8-2 1,7-1-37,-1 1 0,1 2 0,0-1 0,0 2 0,33 1-1,-44 1 28,0 1-1,0 0 1,0 1-1,-1 0 1,1 0-1,-1 1 1,1 0-1,-1 1 1,0 0-1,0 0 1,0 1-1,-1 0 0,8 7 1,-10-8-31,-1 1 0,0 0-1,0 0 1,0 0 0,-1 0 0,1 1 0,-1 0 0,-1 0 0,1 0 0,-1 0-1,0 0 1,0 1 0,-1-1 0,0 1 0,0 0 0,-1 0 0,1 0-1,-2 0 1,1 7 0,-1-6 15,0-1-1,0 0 1,-1 1 0,0-1-1,-3 12 1,2-16 21,1 1 1,-1 0-1,0-1 1,0 1-1,-1-1 1,1 0-1,0 0 1,-1 1-1,0-2 1,0 1-1,-5 4 0,-1 0 43,-2 0-1,1 0 0,-1-1 0,0 0 0,-1-1 0,1 0 0,-1 0 1,-13 2-1,6-3 116,0-1 0,0-1 1,0-1-1,-31-1 1,48 0-136,0 0 0,0 0 0,0-1 0,0 1 0,0-1 0,0 1 0,0-1 0,0 0 0,0 1 0,0-1 0,1 0 0,-1 0 0,0 0 0,1 0 0,-1-1 0,1 1 0,-1 0 0,1-1 0,-3-2 0,-4-15-1083,5-4-3834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8:37.7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153 67 224,'0'0'4906,"-17"0"-2526,-38 0 4204,60 0-6434,29-2 118,57-11 0,-16 2-105,-46 8-99,3 0 114,40-10-1,-68 11 759,-4 1-396,-12 0-271,-18 0-334,-350 13 1063,380-12-614,8 1-390,1 0 0,-1 0 0,0-1-1,1 0 1,10-2 0,9 1 38,47 0 24,145-22 0,-298 20 574,-172 14-646,394-9-126,86-2 257,-230 0-72,-12-1 229,-34-2-115,-64-3 86,110 5-171,0 0-27,0 0-45,0 1-8,5-2-1271,-4 2 1014,21 0-3193,6 0-2518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0:14.4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 1 560,'0'0'8996,"-9"0"-7859,4 0-710,-20 0-498,21 0 3794,793 0-2274,-624 0-1212,-164 0-245,-3 0 104,-388 23 761,28 0-836,54-5 686,480-19-502,-78 2-162,635-13 101,-590 12 1305,-145 0-4477,-14-1-1908,-10-5-4895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4:40.4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107 39 4722,'0'0'7670,"-5"-1"-6955,-12-2-194,17 3-499,0 0 1,0 0-1,0-1 1,0 1 0,0 0-1,0 0 1,1 0-1,-1 0 1,0 0 0,0 0-1,0 0 1,0-1-1,0 1 1,0 0-1,0 0 1,0 0 0,0 0-1,0 0 1,0-1-1,0 1 1,0 0 0,0 0-1,0 0 1,0 0-1,0-1 1,0 1 0,0 0-1,0 0 1,0 0-1,0 0 1,0 0 0,0-1-1,0 1 1,0 0-1,0 0 1,0 0 0,0 0-1,0 0 1,-1 0-1,1-1 1,0 1 0,0 0-1,0 0 1,0 0-1,0 0 1,0 0 0,0 0-1,-1 0 1,1 0-1,0 0 1,0 0 0,0 0-1,0-1 1,0 1-1,-1 0 1,1 0-1,0 0 1,0 0 0,0 0-1,0 0 1,0 0-1,-1 0 1,1 0 0,0 0-1,0 1 1,0-1-1,0 0 1,-1 0 0,9-5 253,1 4-131,-1-1 0,1 1-1,15 1 1,-24 0 188,-16 0 260,-16 1-359,20 0-113,-1 0 1,1-1-1,-1-1 1,1 0-1,-17-3 1,69-1 182,223-4-75,-261 9-119,-11 0 55,-233 0-66,241 0-168,3-1 53,-1 1 1,1-1 0,-1 1 0,1 0-1,-1 0 1,1 0 0,-1 0 0,1 0 0,-1 0-1,1 0 1,-1 0 0,2 1 0,7 0 5,125-1 66,-135 0-83,-27-1-3705,14 2-4518,5-1 3339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4:40.8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 2161,'0'-1'14321,"0"258"-11698,0-142-9747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4:42.0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160 1 5090,'0'0'6326,"-18"22"-5254,-59 78-15,70-90-934,1 0 0,0 1 0,0-1-1,1 1 1,0 0 0,1 1 0,1-1 0,-1 1 0,-1 14 0,3-13-18,-3 16 56,1 0-1,2 0 1,2 56 0,0-80-194,1-1 1,0 0 0,0 1 0,0-1-1,0 0 1,0 0 0,1 1 0,0-1-1,0 0 1,0-1 0,1 1-1,-1 0 1,1-1 0,0 1 0,0-1-1,0 0 1,0 0 0,1 0 0,-1 0-1,1 0 1,-1-1 0,1 0-1,0 0 1,0 0 0,0 0 0,9 2-1,4 1-1241,0-1 0,0-1 0,0-1 0,1 0 0,26-1 0,-1-1-4243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4:42.5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 5891,'0'0'9204,"0"-3"-8777,1 7-409,22 66 605,-16-50-363,0-1 1,-1 1 0,5 35-1,-9 27 551,-3-57 1337,1-40-1810,0-11-30,0-1 0,2 1 0,9-47 0,-9 65-310,0 1-1,0 0 1,1 0 0,0 0-1,0 0 1,0 0 0,1 1 0,0 0-1,1 0 1,-1 0 0,1 0-1,0 0 1,1 1 0,-1 0-1,1 0 1,0 1 0,0 0-1,11-6 1,-14 8-12,1 0 0,0 1 1,-1 0-1,1-1 0,0 1 1,0 0-1,0 1 0,0-1 0,0 1 1,0-1-1,0 1 0,0 1 0,0-1 1,0 0-1,0 1 0,0 0 0,4 1 1,-3 0-9,-1 0 1,0 1-1,0-1 1,0 1 0,0 0-1,0 0 1,0 0-1,-1 0 1,1 1 0,-1 0-1,0-1 1,0 1-1,3 5 1,2 6 5,0 0 1,-1 1-1,-1 0 0,0 0 0,-2 0 1,1 1-1,-2-1 0,2 19 0,-1 21-2658,-3 63 0,-2-59-3241,1-23 243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4:42.9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1 1409,'0'0'13526,"91"142"-12614,-77-77 1,-9 7-417,-5-2-48,0-3-208,-16-9-112,-19-8-32,0-2-96,-2-7-128,10-7-1569,17-5-1008,10-12-3057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4:43.3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 8180,'0'0'10292,"-2"0"-9811,2 2-401,10 1-48,23 1-32,15-1 0,5-1-1153,1 3-1280,-9 0-1553,-13 2-560,-16 3-2049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4:43.6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6947,'0'0'12758,"5"2"-11974,19 3 17,8-2-257,6-1-288,7-2-192,3 0 80,3 0-144,0 0-912,-6 0-1089,1 0-1713,-12 0-2353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4:48.8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28 201 5475,'0'0'8838,"-5"-22"-7904,-15-67-150,19 86-761,1 1-1,-1-1 0,1 1 0,-1-1 1,1 1-1,0-1 0,0 0 1,0 1-1,1-1 0,-1 1 0,0-1 1,1 1-1,0-1 0,-1 1 1,1 0-1,0-1 0,0 1 0,1 0 1,-1-1-1,0 1 0,1 0 1,-1 0-1,1 0 0,0 0 0,0 1 1,-1-1-1,4-2 0,0 1-23,1 1 0,-1-1-1,1 1 1,-1 0 0,1 1-1,0-1 1,11 0 0,-14 1 12,7-1-22,1 1 1,-1 0 0,1 1-1,-1 0 1,17 2 0,-23-2 1,0 1 1,0 0-1,0 1 0,0-1 1,0 0-1,-1 1 1,1 0-1,0 0 0,-1 0 1,0 0-1,1 1 1,-1-1-1,0 1 0,0 0 1,0 0-1,4 6 1,-1 2-7,0-1 1,0 1 0,-1 0 0,-1 0 0,0 0-1,0 1 1,-1 0 0,2 18 0,-1 9-14,-2 51 1,-2-77 20,-2 8 21,2-21 1,-1 1 0,1-1 0,0 1 0,0 0-1,0-1 1,-1 1 0,1-1 0,0 1 0,-1-1 0,1 1 0,0-1 0,-1 1 0,1-1-1,-1 1 1,1-1 0,0 1 0,-1-1 0,1 0 0,-1 1 0,0-1 0,1 0-1,-1 1 1,1-1 0,-1 0 0,1 0 0,-1 0 0,0 1 0,-1-1 672,3-6-530,0 0 1,0 1-1,1-1 1,-1 0-1,1 1 1,1 0-1,-1-1 1,1 1-1,0 0 1,0 0 0,0 0-1,6-5 1,-4 1-24,12-14-133,1-1 0,1 2 0,0 0 0,2 2 0,0 0 0,2 1 0,0 2-1,35-22 1,-52 36-16,-1 1 1,1-1-1,0 1 0,0 0 0,0 0 1,0 1-1,0 0 0,0 0 0,0 0 0,11 1 1,-16 0 6,0 0 1,0 0-1,1 0 1,-1 0 0,0 1-1,0-1 1,0 0-1,0 1 1,0-1 0,0 1-1,0-1 1,0 1 0,0 0-1,0-1 1,0 1-1,0 0 1,0 0 0,-1-1-1,1 1 1,1 2-1,0 0-2,-1 0 0,1 0 0,-1 0 0,1 0-1,-1 0 1,0 1 0,0 3 0,1 8-14,0-1 0,-1 23 1,-1-33 16,-11 184-2565,10-173 2004,1-13 484,-2 8-1168,2 0 0,-1-1 0,1 1 0,1 0 0,3 18 0,11 2-5436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4:49.1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1 7251,'0'0'8882,"-4"8"-8282,-3 8-388,2-1-1,0 1 1,0 0-1,2 0 1,0 1-1,-2 24 1,2 114 1039,3-110-1032,-1 14 76,-1-33-255,1-1-1,2 0 1,1 1 0,8 43-1,-8-64-176,-1 0 0,1 0 0,0-1-1,0 0 1,1 1 0,-1-1 0,1 0-1,0 0 1,0 0 0,1 0 0,-1-1-1,1 1 1,5 3 0,-2-2-692,-1-1-1,1 0 1,0-1 0,0 0-1,0 0 1,1 0 0,12 2-1,25 1-5140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4:49.5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7 129 2065,'0'0'10013,"-2"9"-8978,1-3-954,-1 5 241,1 0 1,0 1 0,1 17 0,0-26-253,1 1 0,-1-1 0,1 1 0,0-1 0,-1 1 0,2-1 0,-1 0 0,0 0 0,1 1 0,-1-1 0,1 0 1,0 0-1,0 0 0,0-1 0,0 1 0,1 0 0,4 3 0,2 0 17,0 0 0,1-1 0,-1 0 0,1-1 0,0 0 0,0 0 0,1-1 0,-1-1 0,15 3 0,9-2 3,53 0 0,-73-3-54,-11 0 24,1 0 1,0-1 0,-1 1 0,1-1-1,0 0 1,-1 0 0,1 0-1,0 0 1,-1-1 0,0 1-1,1-1 1,-1 0 0,0 0 0,0 0-1,0 0 1,0-1 0,0 1-1,-1-1 1,1 1 0,-1-1 0,1 0-1,-1 0 1,0 0 0,0-1-1,-1 1 1,2-4 0,1-3 179,0-1 0,-1 0 0,0 0 0,-1 0 0,-1 0 0,1 0 0,-2-17 0,0 22-209,-1 1 1,0-1 0,0 1-1,-1 0 1,0 0 0,0-1-1,0 1 1,0 0 0,-1 0-1,0 1 1,0-1 0,0 1-1,-1-1 1,1 1 0,-1 0-1,0 0 1,0 1 0,-9-7-1,2 2-42,-1 0 0,0 1 1,0 1-1,0 0 0,-1 0 0,-21-5 0,25 8-161,0 1 0,-1 1 0,1-1 0,0 1 0,-1 1 0,-18 1 0,23 0-114,1-1-1,0 1 1,0 0 0,0 1 0,0-1 0,0 1 0,0-1 0,0 1-1,1 0 1,-1 1 0,1-1 0,-1 1 0,1-1 0,0 1 0,0 0 0,0 0-1,-4 5 1,4-3-593,-1 1 0,1-1 0,0 1 0,0 0 0,-2 10 0,-1 17-3725,5-18 2482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4:50.0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241 69 7379,'0'0'6886,"-26"-14"-6267,1 0-452,-2 0 1,-28-9-1,52 22-151,1 0 1,-1 1-1,1-1 1,0 1 0,-1-1-1,1 1 1,-1 0-1,1 0 1,-1 0 0,1 1-1,-1-1 1,1 0-1,-1 1 1,1 0-1,-1-1 1,1 1 0,0 0-1,0 0 1,-1 1-1,-2 1 1,1 0 19,1 1-1,-1-1 1,1 1-1,0 0 1,0 0 0,-4 8-1,4-7-8,-1 2-19,1-1 0,0 1 1,0 0-1,1 0 0,0 0 0,0 0 1,-1 13-1,2-16-7,1-1 1,0 1-1,0 0 1,0-1-1,0 1 1,0-1-1,1 1 0,0-1 1,0 1-1,0-1 1,0 1-1,0-1 1,1 0-1,-1 1 1,1-1-1,0 0 0,0 0 1,3 3-1,0-1-17,1-1 0,0 1-1,0-1 1,1-1 0,-1 1 0,1-1-1,0 0 1,0-1 0,0 0-1,0 0 1,0 0 0,9 0-1,14 2-220,49-2 1,-61-2 185,-14 0 51,-1 0 0,1 0 0,0 0 0,0-1 0,-1 0-1,1 1 1,0-1 0,-1 0 0,1-1 0,0 1 0,4-3 0,-7 3 19,1-1-1,0 0 1,0 1 0,-1-1 0,1 0-1,-1 0 1,1 0 0,-1 0-1,0 0 1,0 0 0,0-1 0,0 1-1,0 0 1,-1 0 0,1-1 0,-1 1-1,1-1 1,-1-2 0,2-55 2280,-3 33-743,1 27-1292,4 23-488,16 89 247,6 137-1,17 53 173,-20-164 96,-19-77-147,-4-60-143,0-1 0,0 0 0,-1 1 0,1-1 0,0 1 0,0-1 0,-1 0 0,1 1 1,0-1-1,-1 0 0,1 1 0,0-1 0,-1 0 0,1 0 0,-1 1 0,1-1 0,0 0 0,-1 0 0,1 0 0,-1 0 0,1 0 0,-1 1 0,1-1 0,-1 0 1,1 0-1,0 0 0,-1 0 0,1 0 0,-1 0 0,1 0 0,-1-1 0,1 1 0,-1 0 0,1 0 0,-1 0 0,-3-1 28,-5 1 35,0-1 1,0-1 0,0 0 0,0 0-1,1-1 1,-1 0 0,1 0 0,0-1-1,0 0 1,0 0 0,0-1 0,1 0-1,0-1 1,0 1 0,0-1 0,-6-8-1,5 6-48,1 0-1,1 0 1,-1-1-1,2 1 1,-1-2 0,1 1-1,0 0 1,1-1-1,0 0 1,1 0-1,0 0 1,0-1-1,-1-17 1,3 16-153,0-1 0,1 1 1,3-21-1,-2 28-1,0 1-1,1-1 1,-1 0 0,1 1-1,0-1 1,0 1 0,1 0-1,-1 0 1,1 0 0,0 0-1,0 0 1,5-5 0,5-2-1044,1-1 1,0 2-1,1 0 1,0 1-1,19-9 1,26-9-4499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4:50.4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0 7187,'0'0'6094,"0"26"-5494,0 87 216,2-50-113,-1-49-413,-1-1 0,0 1 0,-4 25 0,-4-14-43,7-24-193,1 0 0,0 0-1,-1 0 1,1 0 0,-1 0-1,1 0 1,-1 0 0,0 0-1,1 0 1,-1 0 0,0 0-1,0 0 1,1 0 0,-1 0-1,0-1 1,0 1 0,-3 1 650,7-25 1099,-3 15-1701,1 1-1,0 0 0,0-1 1,1 1-1,0 0 1,0 0-1,1 0 1,3-7-1,3-3-64,1 0 0,1 1-1,0 0 1,1 0 0,1 2-1,16-16 1,-23 24-29,0 1 1,0 0-1,1 0 1,0 0-1,0 1 1,0 0-1,0 1 0,1-1 1,0 1-1,-1 1 1,1-1-1,0 1 0,0 1 1,1-1-1,-1 1 1,0 1-1,11 0 1,-17 0-16,0 1 1,0-1 0,0 1 0,0-1 0,0 1 0,0 0 0,-1 0 0,1 0-1,0 0 1,0 0 0,-1 0 0,1 1 0,0-1 0,-1 0 0,3 3 0,-1 1-5,0-1 0,0 1 0,0-1 0,0 1 0,3 9 1,0 5-23,-1 0 1,5 27 0,-9-42 25,4 35-53,-2 0 1,-2 48-1,-1-57-169,-1-6-1148,-5 40 1,-7-7-3203,-10 14-5906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4:44.6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59 7828,'0'0'6253,"19"-10"-6005,63-30-138,-78 38-109,0 1 1,0 0-1,1-1 1,-1 2-1,0-1 1,0 0-1,1 1 1,-1 0 0,0 0-1,1 0 1,-1 0-1,0 1 1,1-1-1,-1 1 1,0 1-1,0-1 1,0 0 0,0 1-1,0 0 1,0 0-1,0 0 1,-1 0-1,1 1 1,-1-1-1,1 1 1,-1 0 0,0 0-1,0 0 1,0 1-1,-1-1 1,4 5-1,0 2-13,-1-1-1,0 2 1,0-1 0,0 0-1,-2 1 1,1 0-1,-1 0 1,-1 0-1,2 20 1,-4-29 11,1 9 8,0 0-1,-1 0 0,-2 11 0,1-18 2,1-1 0,-1 0 0,0 0-1,0 0 1,0 0 0,-1 0 0,1 0 0,-1 0-1,1 0 1,-1-1 0,0 1 0,0 0 0,0-1-1,-3 3 1,-4 2 261,0 0-1,-1-1 0,0 0 1,0-1-1,0 0 0,0-1 1,-1 0-1,0 0 0,1-1 0,-1-1 1,-1 0-1,1 0 0,-20 0 1311,37-2-1243,96-5-218,101-18 0,-41 3-6600,-100 15 536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4:45.2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58 5523,'0'0'10290,"-6"-8"-9309,2 4-852,2 2-80,1 0 0,-1 0 0,1 1 0,-1-1 0,1 0 0,0-1 0,0 1 0,0 0 0,-1-3 0,2 5-41,0-1 1,0 1-1,0-1 0,0 1 0,0-1 1,0 1-1,0 0 0,0-1 0,0 1 1,0-1-1,0 1 0,0 0 0,1-1 1,-1 1-1,0 0 0,0-1 0,1 1 1,-1-1-1,0 1 0,0 0 0,1 0 1,-1-1-1,0 1 0,1-1 0,18-4 173,169-3-151,-155 8-457,-34 10 568,-7 52-104,3-29 5,0 43-1,5 115-1105,0-190 896,0 0 1,-1 0-1,1 0 1,0 0 0,0 0-1,0 0 1,1 0-1,-1 0 1,0 0 0,0 0-1,0 0 1,1 0-1,-1 0 1,1 0 0,-1 0-1,1 0 1,-1 0 0,1-1-1,-1 1 1,1 0-1,0 0 1,-1 0 0,1-1-1,0 1 1,0 0-1,-1-1 1,1 1 0,0-1-1,0 1 1,0-1-1,0 1 1,0-1 0,0 0-1,0 1 1,0-1-1,0 0 1,0 0 0,1 1-1,24 0-6926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4:45.6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 1 7812,'0'0'8305,"-12"19"-8097,-6 11-72,1 1 0,2 1 0,0 0 0,-13 51 0,14-25 243,4 0 0,-5 86-1,9 121 234,7-224-548,-1 25 68,4 0 0,15 80 0,-10-102-83,1-1-1,3 0 0,2 0 0,24 48 0,-21-56-590,1-1 0,2-1 0,1 0 0,41 44 0,-47-59-28,1-1 0,0-1 0,2-1 1,0 0-1,0-2 0,1 0 0,1-1 1,35 15-1,-5-12-4947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4:46.0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15 3249,'0'0'11328,"-2"-8"-10405,0 23-747,1 0-1,0-1 1,3 29-1,-1-2 265,-1 51 1340,0-95-876,1-7-707,0 0 0,1 0 0,0 0 0,0 1-1,1-1 1,0 1 0,1 0 0,0-1 0,1 2-1,-1-1 1,12-14 0,-10 14-181,1 1 0,0-1-1,1 1 1,0 0 0,0 1-1,0 0 1,1 0 0,0 1-1,1 0 1,15-7 0,-22 12-24,0-1 0,0 1 1,0 0-1,0 0 1,0 0-1,1 1 0,-1-1 1,0 1-1,1 0 1,-1 0-1,0 0 0,0 0 1,1 1-1,-1-1 1,0 1-1,0 0 0,1-1 1,-1 2-1,0-1 0,0 0 1,0 1-1,0-1 1,-1 1-1,1 0 0,3 3 1,1 2-23,0 1-1,-1 0 1,0 0 0,0 0-1,-1 1 1,0 0 0,3 9-1,4 11-422,-2 0 0,-1 0 0,10 58-1,9 35-8863,-12-82 1396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4:46.4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 7892,'0'0'10452,"8"0"-10131,51 0-1,34 0 384,14 0-208,-2 0-128,-12 0-143,-21 0-225,-15 0-145,-23-2-1167,-18 2-1201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4:46.8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 8004,'0'0'8396,"11"8"-8148,35 30 16,-42-33-246,0 0 1,0 0-1,-1 0 1,1 0-1,-1 1 1,0-1 0,0 1-1,-1 0 1,0 0-1,0 0 1,0 0-1,-1 0 1,0 0-1,0 1 1,-1-1 0,1 0-1,-1 1 1,-1-1-1,1 0 1,-3 10-1,2-14 0,1 1 0,-1-1 0,0 0 0,0 0 0,-1 1-1,1-1 1,0 0 0,-1 0 0,1 0 0,-1 0 0,0-1 0,0 1-1,0 0 1,0-1 0,0 1 0,0-1 0,0 0 0,0 1 0,0-1 0,-1 0-1,-3 1 1,-5 2 607,1-1-1,-23 5 4121,146-6-4904,140-5-1400,-173-9-1969,-28-2-3701,-22 3-2431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4:47.1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10213,'0'0'7168,"15"2"-6856,1 1-204,1 0 0,-1 1-1,-1 1 1,1 0-1,-1 1 1,0 1 0,0 1-1,16 10 1,-9-2-18,0 1 1,-2 1-1,0 1 1,-1 1-1,-1 0 1,0 1-1,23 40 1,-22-28 2,-2 1 1,-1 1-1,-2 0 1,19 71-1,-19-42-12,-3 0-1,4 75 0,-12 124-34,-4-227-27,-2-1 1,-2 0-1,-1 0 1,-1-1-1,-15 41 1,12-49-9,-1 0 0,-1-1 0,-1-1 0,-1 0 0,-1-1 0,-1-1 0,-23 25 0,19-25-428,-1-2 0,-1-1 0,-39 27 0,47-37-149,0-1 0,0 0 0,-1-1 1,0 0-1,0-1 0,-1-1 0,-27 6 0,10-9-6557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4:47.7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0 5827,'0'0'7302,"-6"0"-6617,-13 3-453,41-2 71,51 0 363,2-1-434,34 0 53,-36 0-4881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4:48.0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49 3810,'0'0'10869,"-3"-49"-10565,3 64-304,0 19 48,0 11 80,11 8 192,-9 5-96,1-3-48,-3 1-96,0-1-80,0-5-1152,5-4-2274,6-7-2192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4:53.9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24 960,'0'0'7236,"-2"-4"-6511,-5-8-98,5 8 601,4 4-1185,-1-1 0,0 1 0,1-1 0,-1 1 0,0-1 0,1 1 0,-1 0 0,1-1 0,-1 1 0,1 0 0,-1 0 0,1 0 0,-1 0 0,1 1 0,2-1 0,3 1 58,238-1 3146,-435 0-2484,267 0-560,-72 0-88,-4 0-114,-1 1 1,0-1-1,0 0 1,0 0-1,0 0 1,0 0 0,0 0-1,0 0 1,0 0-1,0 0 1,0 1-1,0-1 1,0 0-1,0 0 1,0 0 0,1 0-1,-1 0 1,0 0-1,0 0 1,0 1-1,0-1 1,0 0-1,0 0 1,0 0 0,-1 0-1,1 0 1,0 0-1,0 1 1,0-1-1,0 0 1,0 0-1,0 0 1,0 0 0,0 0-1,0 0 1,0 0-1,0 0 1,0 1-1,0-1 1,0 0-1,-1 0 1,1 0 0,0 0-1,0 0 1,0 0-1,0 0 1,0 0-1,0 0 1,0 0 2,-8 3 19,0 0 1,-1-1-1,1 0 1,0-1-1,-1 0 1,1 0-1,-16-1 1,12 1 17,-56-1 642,77 0-688,212 0 773,-233 0-672,-10 0-1588,5 0-2736,-1 0-6435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4:59.5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134 46 2961,'0'0'7969,"-6"-3"-6643,-7-1-504,-1 0-1,0 0 0,-1 2 1,1-1-1,0 2 0,-30 0 1,279-7 504,14-1-769,-328 2-341,-52 7-955,130 0 913,-1 102 543,0-31-370,10 97 0,18-29-454,-26-138-255,0 1 0,1-1-1,-1 0 1,1 0 0,-1 0 0,1 0 0,-1 1-1,1-1 1,0 0 0,0 0 0,-1 0-1,1 0 1,0-1 0,0 1 0,0 0-1,0 0 1,0 0 0,0-1 0,0 1-1,0-1 1,1 1 0,-1-1 0,0 1-1,0-1 1,0 1 0,3-1 0,13 5-6668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4:59.8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167 6 5763,'0'0'7611,"-8"-2"-6824,6 1-752,-1 0-1,1 1 1,-1-1-1,1 1 1,0 0-1,-1-1 1,1 1-1,-1 0 1,1 0-1,-1 1 0,1-1 1,-4 1-1,4 0-2,-1 0 0,1 1 0,-1-1 0,1 1 1,0 0-1,-1-1 0,1 1 0,0 0 0,0 0 0,0 1 0,1-1 0,-1 0 0,0 0 0,0 4 0,-11 16 263,1 0 1,1 1 0,1 1 0,1 0 0,1 0 0,-7 40 0,9-28-154,2 1 1,1 0-1,4 73 1,1-101-153,-1 0 0,1 0 0,0-1 0,1 1 0,0 0 0,0-1 0,1 0 0,0 1 0,1-2 0,0 1 0,0 0 0,0-1 0,1 0 0,9 8 0,-7-7-539,1 0-1,0-1 0,0-1 1,17 10-1,-17-11-814,0-1-1,0-1 0,0 1 1,1-1-1,14 2 1,-4-4-4786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5:00.2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5138,'0'0'7102,"6"11"-6235,-4-7-763,3 6 147,0 1 1,-1-1 0,0 0-1,-1 1 1,0 0 0,2 18-1,-1 19 1108,-5 80 1,-1-115-662,-1-17 574,0-22-337,4 14-926,1 0 0,0 0 1,0 1-1,1-1 0,0 1 0,1 0 0,1 0 0,0 0 0,0 0 1,1 1-1,0 0 0,1 0 0,0 1 0,0-1 0,1 2 0,1-1 1,-1 1-1,1 0 0,0 1 0,14-8 0,-19 12-12,1 1 0,-1 0 0,1 0-1,-1 1 1,1-1 0,0 1 0,0 0-1,-1 1 1,1-1 0,0 1 0,0-1 0,0 2-1,0-1 1,0 0 0,0 1 0,-1 0-1,1 0 1,0 1 0,0-1 0,-1 1 0,1 0-1,-1 0 1,0 0 0,1 1 0,-1-1 0,0 1-1,-1 0 1,1 1 0,0-1 0,-1 1-1,0-1 1,0 1 0,4 6 0,-1-2-11,-1 1 0,0 0 1,0 0-1,-1 1 0,-1-1 1,1 1-1,-2-1 0,1 1 1,1 14-1,-2 2-461,-1 0 1,-2 39-1,-1-54-259,1 0 0,-2-1-1,1 1 1,-2-1 0,1 0 0,-1 0-1,-7 12 1,1 1-2655,0 4-2544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5:00.6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 0 7443,'0'0'5550,"23"21"-4523,8 7-440,34 40 0,-60-61-463,1 1 0,-1 0 1,-1 0-1,1 1 0,-1 0 1,-1 0-1,0 0 0,0 0 1,0 0-1,-1 0 0,-1 1 1,0-1-1,0 1 0,-1 11 0,1-2 79,1 20 145,-1 1-1,-2-1 1,-8 50-1,5-67-285,-1 0 0,-1 0-1,-1-1 1,-1 0 0,-1 0-1,0 0 1,-14 20 0,10-22 28,-24 26 0,25-32-1556,1 1 0,-16 24 0,25-30-3843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5:01.0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 10 8244,'0'0'10757,"-8"-10"-10645,27 10 224,16 0-32,10 0-192,3 0 64,3 0-176,-8 0-1088,-11 0-1009,-11 0-993,-13 0-639,-8 12-1778</inkml:trace>
  <inkml:trace contextRef="#ctx0" brushRef="#br0" timeOffset="1">0 200 7491,'0'0'11766,"27"0"-11270,18 2-160,12-2-336,4 0-336,3 0-2065,-2 0-2721,-6 0-3907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5:01.8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338 165 1121,'0'0'7189,"3"-21"-5302,0-3-1187,2-40 0,-5 62-639,0 0 0,-1 0 0,1 0-1,0 0 1,-1 0 0,0 0 0,1 0-1,-1 0 1,0 0 0,0 0 0,0 0 0,0 0-1,0 1 1,0-1 0,-1 0 0,1 1-1,0-1 1,-1 1 0,1 0 0,-1-1 0,0 1-1,0 0 1,1 0 0,-1 0 0,-4-2-1,0 1 84,-1 1-1,1-1 0,-1 1 1,0 0-1,-11 0 0,13 1-107,-4-1-9,0 0 0,0 1 0,0 0 0,-1 0 0,1 1 0,0 0 0,0 1 0,0 0 0,1 1 0,-1-1 0,0 2 0,1-1 0,0 1 0,0 1 0,-15 9 0,14-6-23,0-1-1,0 2 0,1-1 0,1 1 0,-1 0 1,1 1-1,1-1 0,0 1 0,0 1 0,1-1 1,0 1-1,1 0 0,0 0 0,1 0 0,0 1 1,1-1-1,0 1 0,1 0 0,0 18 0,1-25-4,0 1 0,0 0 0,1-1 0,0 1 0,0-1 0,0 0-1,1 1 1,0-1 0,0 0 0,0 0 0,0 0 0,1 0 0,4 5-1,-1-3 10,0 0-1,0-1 0,0 0 1,1-1-1,0 1 0,1-1 1,10 6-1,-2-3 2,0-1-1,1 0 1,0-1 0,0-1 0,0-1-1,0 0 1,1-1 0,0-1 0,-1-1-1,28-1 1,-40 0 0,0 0-1,0 0 1,0-1-1,0 0 1,-1 0-1,1 0 1,0 0-1,0-1 1,-1 0-1,1 0 1,-1 0-1,0 0 1,0-1-1,5-3 1,-4 1 10,0 0 1,0 0-1,-1 0 1,0-1-1,0 1 1,0-1-1,-1 0 1,1 0-1,2-10 1,2-10 932,-2-1 1,-1 1-1,4-53 1,-10 111-1105,1-14 186,0 1 0,0-1 0,5 24 1,-4-36-142,1 0 1,0 0-1,0-1 1,0 1 0,0 0-1,1-1 1,0 0-1,0 0 1,1 0-1,-1 0 1,1 0 0,0 0-1,0-1 1,7 5-1,-5-4-621,1 0-1,0-1 1,1 0-1,-1 0 0,1-1 1,-1 0-1,1 0 1,0-1-1,0 0 1,0-1-1,15 2 1,29 0-5134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5:02.3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 49 6067,'0'0'9834,"-4"-6"-9087,4 6-732,-1-1 0,1 1 0,-1-1 0,1 1 0,-1-1 1,1 0-1,-1 1 0,1-1 0,-1 0 0,1 1 0,0-1 1,0 0-1,-1 1 0,1-1 0,0 0 0,0 0 0,0 1 1,0-1-1,0 0 0,0 0 0,0 0 0,0 1 0,0-1 1,0 0-1,0 0 0,0 1 0,1-1 0,-1 0 0,0 0 1,1 1-1,-1-2 0,3 1 33,0 0 0,-1 0 0,1 0 0,0 0 0,0 0 0,0 1 0,-1-1 0,1 1 0,0 0 0,5 0 0,79-5 649,83-2-2866,-240 7-9981,55 0 14549,-1 0 3822,13 12-5159,-1 11-790,1 1-1,1 0 1,1 0-1,3 26 1,-1-6-179,-2 20-5,2 72-2235,-1-134 1784,0 0-1,0 0 1,1 0 0,-1 0 0,0 0 0,1 0 0,0 0 0,-1 0 0,3 4 0,17 14-5341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5:02.7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109 1 7043,'0'0'8129,"-12"25"-7547,-4 10-242,2 0 0,1 1 0,1 0-1,-9 56 1,0 183 1207,21 4-934,2-120-540,-2-134-126,0 0 0,2-1-1,1 1 1,1-1-1,2 0 1,12 40 0,-13-54-309,-1 0 1,2 0 0,-1 0-1,1-1 1,1 0 0,0 0 0,9 10-1,-9-13-423,0 0-1,1 0 1,0 0-1,0-1 0,0 0 1,0 0-1,1-1 1,0 0-1,12 3 1,37 5-6581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5:03.1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7299,'0'0'5349,"0"23"-4417,2 150 1135,-2-171-1950,0-1 1,-1 1-1,1-1 0,0 1 1,0-1-1,0 1 0,0-1 0,0 1 1,1-1-1,-1 1 0,0-1 0,1 1 1,-1-1-1,1 1 0,-1-1 1,1 0-1,1 2 0,-1-3 71,0-1 0,1 0 0,-1 0 0,0 1 0,0-1 0,0 0 0,0 0 0,0 0 0,0-1 0,0 1 0,-1 0 0,1 0 0,1-2 0,15-18-478,-2 5 376,0 1 0,1 1 1,1 0-1,0 1 0,36-19 0,-50 30-72,-1 1 0,1 0-1,0-1 1,-1 1-1,1 1 1,0-1 0,0 0-1,0 1 1,0-1-1,0 1 1,0 0 0,0 0-1,3 1 1,-4-1-17,0 0 1,-1 1 0,1 0-1,0-1 1,-1 1 0,1 0-1,-1 0 1,1 0 0,-1-1-1,0 2 1,1-1 0,-1 0-1,0 0 1,0 0-1,0 1 1,0-1 0,0 0-1,0 1 1,0-1 0,0 1-1,0-1 1,0 3-1,5 15 2,0 0-1,-1 0 1,4 39-1,-3 61-1698,-5-88 277,3 12-2168,10-2-2038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5:03.5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8788,'0'0'9140,"203"0"-8419,-123 2-417,-2-2-128,-14 0-144,-13 0-32,-14 0-769,-7 0-1728,-17 5-1969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5:03.8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41 1 7700,'0'0'1779,"-2"22"-48,-15 138 1079,9-111-1911,2-21-165,3 0-1,-1 28 1,10-56-105,6-3-385,0 0 0,0-1 0,13-7-1,-11 5-208,1 0-1,16-3 0,-10 5-18,-1 2-1,1 0 1,0 1-1,22 3 1,-38-2-29,-1 1 0,1 0 0,-1 0 0,1 0 0,-1 1 0,0 0 0,1 0 0,-1 0 0,0 0 0,0 0 0,-1 1 0,1 0 0,0 0 0,-1 0 0,1 0 1,4 7-1,-5-7 3,-1-1 1,0 1-1,0 0 1,-1 0-1,1 0 1,-1 0-1,1 0 1,-1 1-1,0-1 1,0 0-1,0 1 1,-1-1-1,1 0 0,-1 1 1,0-1-1,0 1 1,0-1-1,0 1 1,0-1-1,-1 1 1,0-1-1,0 0 1,-2 6-1,2-6 11,-1 0-1,0-1 0,0 1 0,0-1 1,-1 1-1,1-1 0,-1 0 0,1 0 1,-1 0-1,0 0 0,1 0 0,-1-1 1,0 1-1,-4 0 0,-46 15 141,27-13-112,0 0 1,1-2 0,-42-1 0,47-1-88,19 0-18,-1 0-1,0 0 1,0 0 0,1 0 0,-1 0-1,0 0 1,1-1 0,-1 1 0,0-1-1,1 1 1,-1-1 0,1 1-1,-1-1 1,0 0 0,1 0 0,0 0-1,-1 0 1,1 0 0,-3-2 0,3 1-266,0 0 1,0 1-1,1-1 0,-1 0 1,0 0-1,1 0 1,-1 0-1,1 0 1,-1 0-1,1 0 1,0-3-1,-1-20-5461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5:04.2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161 0 10341,'0'0'7475,"14"35"-6706,-4-14-612,5 11 113,-2 1 1,-1 0 0,-1 1 0,-2 0 0,7 60 0,13 285 1584,-20-236-1541,-7-114-289,3 16 5,-3 2-1,-2-1 1,-8 64 0,4-93-81,0-1 0,-1 0 1,-1-1-1,-1 1 0,0-1 0,-1 0 1,0-1-1,-1 0 0,-19 23 1,14-21-873,-1-1 0,0 0 0,-1-1 1,-1 0-1,0-1 0,-1-1 1,-23 11-1,-20 2-6393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5:04.7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 90 4482,'0'0'10741,"-8"0"-10181,58 0 289,15 0-17,2 0-656,-6 0 96,-5-5-272,-8-5-16,-10-4-608,-17-1-1425,-18 1-816,-3 0-1057,-27-3-1857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5:05.1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 2 7155,'0'0'8567,"-1"-2"-7528,-2 12-915,1 28 374,3 0 1,1 0-1,10 61 1,3 37-22,-12 31-2073,-3-165 1319,-1 0-1,1 0 1,0 0-1,0 0 1,1 1-1,-1-1 1,0 0-1,0 0 1,1 0 0,0 0-1,-1 0 1,1 0-1,0 0 1,0 0-1,0 0 1,0 0-1,0 0 1,1-1-1,-1 1 1,0 0-1,3 1 1,23 13-4672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5:05.4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15 287 9508,'0'0'9343,"1"0"-9076,1 0-160,0 9 2,-1 38 196,-6 60 0,-1 16 270,4-48-438,1-22-46,6 73 1,-5-129 262,0-103 50,-8 29-342,4 0 0,8-106 1,-2 157-70,1 0 0,2 1 1,0 0-1,2 0 0,1 0 0,1 1 1,0 0-1,2 0 0,1 2 1,1-1-1,16-20 0,-24 37-82,0 0 0,0 1-1,1-1 1,0 1 0,0 0 0,0 1-1,0 0 1,1 0 0,0 0 0,0 1-1,0 0 1,0 0 0,0 1-1,1-1 1,-1 2 0,1-1 0,-1 1-1,1 0 1,0 1 0,-1 0 0,1 0-1,0 1 1,-1-1 0,1 2-1,7 1 1,-10-1-181,-1 0-1,1 0 1,-1 1-1,0-1 1,1 1-1,-1 0 1,-1 0-1,1 1 1,0-1-1,-1 1 1,0-1-1,0 1 1,0 0-1,0 1 1,0-1-1,-1 0 1,3 8-1,0-1-806,-2 0-1,1 0 1,-1 1-1,-1-1 1,0 1 0,0 15-1,-1 31-5413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5:05.7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37 9188,'0'0'8692,"43"4"-8388,8-4-304,16 0-112,5-7-1408,0-10-1970,-10 0-1953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5:06.1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204 0 8180,'0'0'9596,"-22"9"-9057,13-6-467,-4 2 60,1 0-1,0 1 0,-21 12 1,27-14-78,1 1 0,-1-1 0,1 1 0,1 0 0,-1 0-1,1 0 1,-1 0 0,2 1 0,-1 0 0,0 0 0,1 0 0,-3 10 0,-4 13 221,2 1-1,1 0 1,-5 60-1,7 94 118,5-178-396,0 9-33,1-1 0,1 1 0,1 0 1,0-1-1,1 1 0,0-1 0,1 0 0,7 13 0,-1-5-1148,1-1-1,0 0 1,2-1 0,17 19-1,-4-8-4387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5:06.5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4 474 11205,'0'0'7321,"-1"21"-6609,-1 168 694,2-139-249,0-45-259,0-7-52,0-25 106,0 17-930,0 1 0,0-1 0,1 0 1,0 1-1,1-1 0,0 1 1,0-1-1,1 1 0,0 0 1,1 0-1,0 0 0,0 1 0,12-17 1,-7 14-27,0 0 0,1 0 0,1 1 0,-1 0 0,14-8 0,-18 13-13,0 1 0,0 1-1,1-1 1,0 1 0,-1 0 0,1 1-1,0-1 1,1 2 0,-1-1-1,0 1 1,0 0 0,8 0 0,-11 1 2,0 1 0,0-1 0,-1 1 0,1 0 0,0 1 0,-1-1 1,1 1-1,-1-1 0,0 1 0,1 0 0,-1 0 0,0 1 0,0-1 0,0 0 1,0 1-1,-1 0 0,1 0 0,-1 0 0,0 0 0,1 0 0,-1 0 0,-1 1 1,4 6-1,0 2 4,0 0-1,0 1 1,-2 0 0,1 0 0,2 23-1,-4-17-269,-1 0 0,-1 0 0,0 0 0,-1-1-1,-6 29 1,4-34-660,-1 0-1,0 1 1,-1-1-1,-12 21 0,-2-1-3801,0-8-3021</inkml:trace>
  <inkml:trace contextRef="#ctx0" brushRef="#br0" timeOffset="1">573 0 10997,'0'0'6003,"147"39"-4931,-96 21-63,0 24 111,-6 15-159,-13 7-257,-5 2-416,-16-5 112,-11-11-384,0-8-32,-35-2-16,-16-8-1680,-8-6-1058,-13-6-2640,-8-9-6003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5:11.3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378 127 4994,'0'0'6614,"-18"-21"-5507,-62-60-381,78 78-689,-1 1 0,0-1 0,0 1 0,0 0 0,0 0 0,-1 1 0,1-1 0,0 1 0,-1-1 0,1 1-1,-1 0 1,1 1 0,-1-1 0,0 0 0,1 1 0,-1 0 0,0 0 0,1 0 0,-1 0 0,-6 2 0,-6-1 134,9 0-152,-1 0 1,0 0-1,1 0 0,0 1 1,-1 0-1,1 0 0,0 1 1,0 0-1,0 0 0,1 1 0,-1 0 1,1 0-1,0 0 0,0 1 1,0 0-1,0 0 0,1 1 1,0-1-1,0 1 0,1 0 1,-1 0-1,1 1 0,-4 10 1,2-4-6,0 0 0,1 1 0,1 0 0,0 0 0,1 0 0,0 1 0,1-1 0,1 1 0,1-1 0,0 1 0,3 22 0,-2-29-10,1-1 0,0 1-1,0-1 1,1 0 0,0 0 0,0 0-1,1 0 1,0 0 0,0-1-1,1 0 1,0 0 0,0 0 0,0 0-1,0-1 1,1 0 0,0 0 0,0 0-1,1-1 1,-1 0 0,1 0-1,9 3 1,1 1 25,0-2 0,1 0-1,0-1 1,0-1 0,0-1 0,0 0 0,36 0-1,-51-3-13,0 0 0,1 0 0,-1-1 0,0 1 0,1-1 0,-1 1 0,0-1 1,0 0-1,1-1 0,-1 1 0,0 0 0,0-1 0,0 0 0,-1 1 0,6-5 0,-4 2 49,-1 0 0,1-1 0,-1 1 0,0-1 0,0 0 0,-1 0 0,0 0 0,1 0 0,0-5 0,5-17 427,-1 1 0,-1-1 1,-2 0-1,-1-1 0,-1 1 0,-1-31 1,-1 58-266,0 3-242,1 1-1,-1-1 0,1 1 0,-1-1 0,0 1 0,0-1 0,-1 1 1,1-1-1,-2 6 0,0 5-9,-1 18 28,2 1 1,4 44 0,-2-72-14,0 1 0,0-1 0,1 0 1,0 1-1,0-1 0,0 0 0,1 0 0,0 0 1,0-1-1,0 1 0,0-1 0,1 1 1,0-1-1,0 0 0,0 0 0,0-1 0,1 1 1,-1-1-1,1 0 0,0-1 0,0 1 0,0-1 1,8 3-1,3 1-691,0-1 1,1-1-1,-1-1 0,1 0 1,0-1-1,24-1 0,12-1-3534,-2 0-1775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5:11.8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49 24 6499,'0'0'7531,"-7"-4"-6426,-24-12-209,21 12 194,15 10 83,11 7-1156,1 0 1,0-2 0,1 0 0,24 11-1,86 33 97,-94-42-106,9 4 0,87 40 54,-146-46 3227,-5 2-3481,-3 5 216,0 2-1,1 0 0,-22 26 0,-57 75 185,92-109-191,-2 3-257,-2 2 472,-18 28-1,29-39-590,0-1 1,0 0-1,0 1 1,1 0-1,0 0 0,0-1 1,1 1-1,0 0 0,0 1 1,-1 7-1,2-14 157,0 1 1,0 0-1,0 0 0,0 0 0,0-1 1,0 1-1,0 0 0,1 0 0,-1 0 1,0-1-1,0 1 0,1 0 0,-1 0 1,0-1-1,1 1 0,-1 0 0,1-1 1,-1 1-1,1 0 0,0 0 0,28 12-6353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5:13.8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 34 272,'0'0'8556,"-35"-5"-2337,36 5-6212,-1-1 1,0 1-1,0 0 1,0 0 0,1 0-1,-1-1 1,0 1-1,1 0 1,-1 0-1,0 0 1,0 0-1,1 0 1,-1-1-1,0 1 1,1 0-1,-1 0 1,0 0 0,1 0-1,-1 0 1,0 0-1,1 0 1,-1 0-1,0 0 1,1 0-1,-1 0 1,0 0-1,1 1 1,4-1 10,187-23-650,-167 20-2305,-7 2-1847,-10 1 454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5:14.2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7 3618,'0'0'6787,"126"0"-6275,-76 0-384,9 0-128,8-2-1457,3-3-2192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5:14.6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1 133 6227,'0'0'3108,"0"-22"-355,0-88 4768,9 370-9521,0 12-2931,-9-219-1712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5:15.2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 1 6467,'0'0'7614,"0"8"-7475,1 66 178,-8 208 777,7-271-671,3-17 740,7-12-748,-3 11-394,0 1 0,0-1-1,1 1 1,0 1 0,0-1-1,0 1 1,1 1 0,-1-1 0,1 2-1,0-1 1,0 1 0,18-3-1,2 1-41,0 1 0,57 1 0,-76 3 8,0 0 0,-1 1 1,1 0-1,0 0 0,-1 1 1,1 1-1,-1-1 0,0 2 1,13 5-1,-17-6 5,0 0 0,0 1 0,0 0 0,0 0-1,-1 0 1,1 0 0,-1 1 0,0 0 0,-1-1 0,1 2 0,-1-1 0,0 0 0,0 1 0,0-1 0,-1 1-1,2 6 1,-2-7-5,0 1 0,-1 0 0,0-1 0,0 1 0,0-1 0,-1 1 0,0 0 0,0 0 0,0-1-1,-1 1 1,-1 8 0,1-11 16,0 0-1,0-1 0,-1 1 0,1 0 1,-1 0-1,0-1 0,1 1 1,-1-1-1,0 0 0,-1 1 1,1-1-1,0 0 0,-1 0 1,1 0-1,-1-1 0,1 1 0,-1 0 1,0-1-1,0 0 0,0 0 1,1 0-1,-5 1 0,-18 3 204,-1-1 0,1-2 0,-1 0 0,-46-4 0,40 1 29,16 1-105,1-1-1,0-1 1,0-1-1,-16-4 1,23 5-59,0-1 1,0 0-1,0-1 1,0 1-1,1-1 1,0-1-1,0 0 1,-12-10-1,17 14-71,0-1-1,1 1 0,-1-1 1,1 1-1,-1-1 1,1 0-1,0 0 0,0 1 1,0-1-1,0 0 0,0 0 1,0 0-1,0 0 1,1 0-1,-1-1 0,1 1 1,-1 0-1,1 0 1,0 0-1,0 0 0,0 0 1,0-1-1,0 1 1,1 0-1,-1 0 0,1 0 1,-1 0-1,1 0 1,1-2-1,-1 0-119,1 1 0,0 0 0,1 1 0,-1-1 0,1 0-1,-1 1 1,1-1 0,0 1 0,-1 0 0,1 0 0,1 0 0,-1 0 0,0 0 0,0 1 0,1 0 0,3-2 0,12-1-1385,1 0 0,0 1 0,0 1 1,24 0-1,25 2-5864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5:15.6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3298,'0'0'12472,"8"0"-12176,4 1-121,0 0 0,-1 0 1,1 2-1,19 6 0,54 22 378,-17-5-456,16 4 58,46 14 58,-129-43-95,-1 0-5,0 1 1,0-1 0,-1 1-1,1-1 1,-1 1 0,1-1-1,-1 1 1,0-1 0,1 0-1,-1 1 1,0-1 0,0 0-1,0 0 1,0 1 0,0-1-1,0 0 1,0 0 0,-2 1 0,-26 17-128,18-13 245,-7 5-44,-282 164 1208,289-169-1592,-29 16 515,38-21-476,1 0 1,0-1 0,-1 1 0,1 0 0,0 0 0,0 1 0,0-1 0,0 0 0,0 0 0,0 1 0,0-1-1,0 0 1,1 1 0,-1-1 0,0 1 0,1-1 0,-1 1 0,1-1 0,0 1 0,-1-1 0,1 1 0,0 2-1,0-3 33,0-1-1,0 0 1,0 1-1,0-1 0,1 1 1,-1-1-1,0 0 0,0 1 1,0-1-1,1 0 0,-1 1 1,0-1-1,0 0 0,1 1 1,-1-1-1,0 0 0,0 0 1,1 1-1,-1-1 1,0 0-1,1 0 0,-1 0 1,1 1-1,-1-1 0,0 0 1,1 0-1,-1 0 0,1 0 1,-1 0-1,1 0 0,35 7-5415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5:16.0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43 1 10341,'0'0'10100,"0"17"-9924,0 21 561,0 15 15,-5 2-304,-3 3-80,-3-3-319,-2 1-33,8-6-16,5-2-1377,0-2-640,13-3-2449,24-4-1921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5:31.3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316 1 0,'0'0'976,"-150"65"-703,132-56 79,-6 3-144,-1 0-112,-7 3-96,-2-1-160,2 3-208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5:32.4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3 2577,'0'0'9060,"1"-3"-7627,2 12 739,-2 25-1497,-2 45-48,-14 46 365,6-57-700,0 73 0,9-106-267,0-27 75,0-23 82,0-269 384,0 271-363,1 0 1,0 1 0,1-1-1,0 1 1,5-15 0,-7 27-197,0 0 0,0-1 0,0 1 0,0 0 0,0 0 0,0 0 0,1-1 0,-1 1 0,0 0 0,0 0 0,0 0 0,0 0 0,0 0 0,1-1 0,-1 1 0,0 0 0,0 0 0,0 0 0,1 0 0,-1 0 0,0 0 0,0 0 0,0 0 0,1 0 0,-1 0 0,0 0 0,0 0 0,0 0 0,1 0 0,-1 0 0,0 0 0,0 0 0,0 0 0,1 0 0,-1 0 0,0 0 0,0 0 0,0 0 0,1 0 0,-1 0 0,0 0 0,0 0 0,0 1 0,0-1 0,1 0 0,-1 0 0,0 0 0,0 0 0,0 0 0,0 1 0,0-1 0,1 0 0,-1 0 0,0 0 0,0 1 0,0-1 0,0 0 0,0 0 0,0 0 0,0 1 0,0-1 0,11 16-150,-10-15 164,20 35-208,81 127 491,-25-61-3028,-76-102 2672,2 5-721,0-1 0,0 0 1,1 0-1,0 0 0,0-1 0,0 1 1,0-1-1,0 0 0,1 0 0,-1-1 1,1 1-1,10 3 0,6-1-4376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5:32.8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329 52 6051,'0'0'9698,"0"-12"-8901,0 0-669,1 10-96,-1-1 1,0 0-1,0 0 1,0 1-1,0-1 1,0 0-1,-2-4 1,2 7-29,0 0 0,0 0 0,0 0 1,0-1-1,-1 1 0,1 0 0,0 0 1,0 0-1,0 0 0,0 0 0,0 0 0,-1 0 1,1 0-1,0-1 0,0 1 0,0 0 1,0 0-1,-1 0 0,1 0 0,0 0 1,0 0-1,0 0 0,-1 0 0,1 0 0,0 0 1,0 0-1,0 0 0,0 0 0,-1 0 1,1 0-1,0 0 0,0 1 0,0-1 1,0 0-1,-1 0 0,1 0 0,0 0 0,0 0 1,0 0-1,0 0 0,-1 1 0,-13 14 256,-27 36 577,-86 81 0,16-19-1175,106-108 17,-11 14-257,15-19 321,1 1 1,-1 0 0,0 0-1,1-1 1,-1 1-1,1 0 1,0 0 0,-1 0-1,1-1 1,-1 1 0,1 0-1,0 0 1,0 0-1,0 0 1,0 0 0,0 0-1,-1 0 1,2 1 0,5-1-4250,19-1-1364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5:33.2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1 193 4514,'0'0'2118,"6"-22"-725,21-72 621,-25 85-1351,1 1-1,0 0 0,0 0 0,0 0 1,1 0-1,0 0 0,12-12 2869,-15 36-3329,-19 441 2103,13-411-2690,-2 8-2863,2 104 1,5-157 3004,0 0-1,1 0 1,-1 0-1,0 0 1,0 0 0,0 0-1,1 0 1,-1 0-1,0 0 1,1 0 0,-1 0-1,1 0 1,-1-1-1,1 1 1,-1 0 0,2 1-1,20 11-4825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5:33.5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398 60 7299,'0'0'3261,"-30"-10"-1295,-102-32-379,126 40-1514,0 1 0,0-1 0,-1 1 0,1 0 0,0 1 0,-1-1 0,1 1 0,0 1 0,0-1 0,-8 2 0,9 0-16,0 0 0,1 0 0,-1 0 1,1 1-1,0 0 0,0 0 0,0 0 0,-5 5 0,3-3 16,-4 3-10,1 1 0,0 0 0,1 1 1,0 0-1,0 0 0,1 1 0,1 0 0,-1 0 0,2 1 0,-6 14 0,6-9-5,0 1-1,1 0 1,1 0-1,1 1 1,0-1-1,2 27 1,0-39-67,0-1 0,1 1 1,-1-1-1,1 1 1,1-1-1,-1 0 1,1 1-1,0-1 1,0 0-1,1 0 1,-1 0-1,1-1 0,0 1 1,5 5-1,-3-4-20,1-1 1,0 0-1,0 0 0,0-1 0,0 0 0,1 0 0,-1 0 0,1-1 0,10 4 0,4-1-41,0-1 0,0 0 0,1-2 0,-1 0 0,1-2 0,29-1 1,-47 0 60,0 0 1,-1-1-1,1 1 1,0-1-1,0 1 1,-1-1-1,1-1 1,-1 1-1,1 0 1,-1-1-1,1 0 1,-1 0-1,0 0 1,0 0-1,0 0 1,0 0-1,4-5 1,-4 3 13,0-1 0,0 1-1,-1-1 1,1 1 0,-1-1 0,0 0-1,0 0 1,-1 0 0,1 0 0,-1-1-1,0 1 1,0-5 0,2-116 1935,-3 87 196,0 38-1735,3 15-420,-1 1 1,-1-1 0,0 21 0,1 7-59,-1-29-485,0 0 0,1 0 0,1 0-1,0 0 1,1-1 0,0 1 0,1-1 0,1 0-1,6 11 1,-8-17 188,-1-1 0,1 0 0,0 0-1,1-1 1,-1 1 0,1-1 0,0 0-1,0 0 1,0 0 0,1-1 0,-1 0-1,1 0 1,0 0 0,0-1 0,0 0-1,0 0 1,0 0 0,0-1 0,0 0 0,9 0-1,23 0-4648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5:33.9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111 54 6707,'0'0'10570,"-9"-12"-9908,6 7-616,0 0-29,0 0 0,0 1 1,-1-1-1,1 1 0,-7-6 0,10 10-16,0-1 0,-1 1 0,1 0 0,-1-1 0,1 1 0,-1 0 0,1 0 0,-1-1 1,1 1-1,-1 0 0,1 0 0,-1 0 0,1 0 0,-1-1 0,1 1 0,-1 0 0,1 0 0,-1 0 0,0 0 0,1 0 1,-1 1-1,1-1 0,-1 0 0,1 0 0,-2 0 0,1 1 1,0 0 1,0 0-1,0 1 1,0-1-1,1 0 1,-1 0-1,0 0 0,0 0 1,1 1-1,-1-1 1,1 0-1,-1 1 1,1-1-1,0 0 1,-1 3-1,-2 13 16,0 0 1,1 0-1,0 27 1,2-36-15,0 0 0,1 0 0,0 0 0,0 0 0,1 0 0,0 0 0,0-1-1,1 1 1,0-1 0,5 9 0,2-3 5,1-1 0,0 0 0,1 0 0,1-1 0,0 0 0,26 16 0,-20-14 45,0 1 0,24 23-1,-38-28 146,-10-5 134,-18-2 253,15-3-551,-166 1 437,173 0-593,-26-3-132,15-2-1547,7-6-4182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5:34.2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105 1 6835,'0'0'11899,"-4"7"-11488,-3 7-122,0 1 1,1-1-1,1 2 1,1-1-1,0 1 0,1-1 1,-2 23-1,0-2 104,-12 55 340,-14 97 43,27-148-699,1-1 0,5 69-1,-2-106-87,0 0 0,0-1 0,1 1 1,-1-1-1,1 1 0,-1-1 0,1 1 0,-1-1 0,1 1 0,0-1 0,0 1 0,0-1 0,0 0 1,0 1-1,0-1 0,0 0 0,0 0 0,0 0 0,1 0 0,-1 0 0,0 0 0,1 0 1,-1 0-1,1 0 0,-1-1 0,1 1 0,-1-1 0,3 1 0,4 1-296,0-1 0,0 0 0,-1-1 0,15 0 0,-7-1-251,-9 1 212,-1 0 0,1-1 0,0 1-1,-1-1 1,1-1 0,0 1 0,-1-1 0,0 0 0,1 0-1,6-5 1,-3 2-1029,-1-2-1,1 1 1,-1-1 0,12-13-1,16-23-6641</inkml:trace>
  <inkml:trace contextRef="#ctx0" brushRef="#br0" timeOffset="1">14 278 9316,'0'0'5811,"150"0"-5779,-80 0-32,-1 0-816,-7 0-2210,-12 0-1632,-15 0-1681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5:34.6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1 213 1569,'0'0'3142,"25"-3"-1658,85-13-604,-96 13-814,0 0-1,0-1 1,21-9-1,-29 10-22,1 0 0,-1-1 0,0 0 0,0 0 0,-1-1 0,9-7 0,-12 10 83,0 0-1,0 0 1,-1 0 0,1 0-1,-1 0 1,0-1 0,1 1-1,-1 0 1,0-1 0,0 1-1,0-1 1,-1 1 0,1-1-1,-1 1 1,1-1 0,-1 0-1,0 1 1,0-1 0,0 1-1,0-1 1,0 0 0,-1 1-1,1-1 1,-1 1 0,0-1-1,1 1 1,-1-1 0,-2-2-1,1 1 153,-1 0-1,1 0 0,-1 0 1,0 0-1,0 0 0,-1 1 0,1-1 1,-1 1-1,0 0 0,0 0 0,0 0 1,0 1-1,-8-4 0,7 4-15,0 0-1,0 0 0,0 1 1,0 0-1,0 0 0,-1 0 1,1 0-1,-9 1 1,12 0-210,0 0 0,-1 0 0,1 1 1,0-1-1,0 1 0,0 0 1,0-1-1,0 1 0,0 0 1,0 0-1,0 0 0,0 1 0,0-1 1,0 0-1,0 1 0,1-1 1,-1 1-1,1 0 0,-1-1 1,1 1-1,-3 4 0,-3 10-13,0 1-1,1 0 1,1 0-1,0 1 1,1 0 0,1-1-1,1 1 1,0 0-1,2 1 1,1 23-1,0-37-78,-1-1-1,1 0 0,0 0 1,0 1-1,0-1 1,0 0-1,1 0 0,-1 0 1,1-1-1,0 1 0,0 0 1,1-1-1,-1 1 0,1-1 1,0 0-1,0 1 1,0-2-1,0 1 0,7 5 1,-3-4-544,1 1 1,-1-1-1,1-1 1,0 0-1,0 0 1,0 0-1,1-1 1,16 3-1,13-4-3863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5:34.9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1 371 9204,'0'0'8612,"15"-1"-8190,-7 1-384,-3-1-29,-1 0 0,1 1 0,0-1 1,-1 1-1,1 1 0,0-1 0,-1 1 1,1-1-1,0 1 0,-1 1 0,1-1 1,-1 1-1,0-1 0,1 1 0,-1 0 1,0 1-1,0-1 0,0 1 0,-1 0 1,1 0-1,-1 0 0,6 6 0,3 8-1,-1 0 0,0 0 0,-1 1 0,-2 1-1,1 0 1,-2 0 0,-1 0 0,0 1-1,-1 0 1,-2 0 0,4 39 0,-8-58-6,1-1 0,0 1 1,-1 0-1,1-1 0,0 1 0,-1-1 1,1 1-1,-1-1 0,1 1 0,-1-1 1,1 1-1,-1-1 0,1 1 0,-1-1 0,1 1 1,-1-1-1,0 0 0,1 1 0,-1-1 1,0 0-1,1 0 0,-1 0 0,0 1 1,1-1-1,-1 0 0,0 0 0,1 0 1,-1 0-1,0 0 0,0 0 0,1 0 1,-1-1-1,0 1 0,1 0 0,-1 0 1,-1-1-1,-4 1 19,-1 0-1,1 0 0,-1-1 1,1 1-1,-1-1 0,0-1 0,1 1 0,0-1 1,-1 0-1,-5-4 0,8 4 17,0 0 1,0-1-1,1 1 1,-1-1-1,1 0 0,0 0 1,0-1-1,0 1 1,0-1-1,1 1 0,-1-1 1,1 0-1,0 0 1,-3-7-1,2 2 39,0 1 0,1-1 1,0 0-1,1 0 0,0 0 1,0 1-1,1-1 0,0 0 0,0 0 1,2-10-1,-1 12-37,1 1 0,-1-1-1,1 1 1,1-1 0,-1 1 0,1 0-1,0 0 1,0 0 0,1 0 0,-1 0 0,1 1-1,1-1 1,6-5 0,-4 4-433,1 2 0,0-1 1,0 1-1,1 0 0,-1 1 0,1 0 0,0 0 1,0 1-1,1 0 0,-1 1 0,1 0 1,-1 0-1,1 1 0,16 0 0,9 0-5918</inkml:trace>
  <inkml:trace contextRef="#ctx0" brushRef="#br0" timeOffset="1">546 0 9716,'0'0'9125,"21"123"-8997,-21-72-64,0-1-128,0-2-144,-8-4-1569,-2-11-1553,4-11-4433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5:35.3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 1 8116,'0'0'8569,"-3"25"-8001,-9 85-218,11-101-300,1 0 0,0 0 0,0 0 0,1 1 0,1-1 0,0 0 1,0-1-1,0 1 0,1 0 0,1-1 0,-1 1 0,1-1 0,1 0 0,5 8 1,-5-9-10,-1 0 1,0 0 0,-1 1-1,1-1 1,-1 1 0,0 0-1,-1 0 1,0 0 0,1 14-1,-2-19-40,-1-1 0,0 0 0,0 1 0,0-1 0,0 0 0,-1 1 0,1-1 0,0 0 0,-1 1 0,0-1 0,0 0 0,1 0 0,-1 0 0,0 0-1,-1 0 1,1 0 0,0 0 0,-3 3 0,1-3-65,0 1 0,-1-1 0,1 0 0,-1 0 0,1 0 0,-1-1 1,0 1-1,0-1 0,-7 2 0,-30 2-2257,-6-4-1406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5:38.6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196 54 3426,'0'0'4482,"-26"0"-1881,-128 0 1836,139 0-1351,46 0-2293,2684 26 4372,-2715-26-5140,0 0-1,1 0 1,-1 0 0,0 0 0,0 0 0,1 0 0,-1 0 0,0 0 0,0-1 0,0 1 0,1 0-1,-1 0 1,0 0 0,0 0 0,0-1 0,1 1 0,-1 0 0,0 0 0,0 0 0,0-1-1,0 1 1,0 0 0,1 0 0,-1 0 0,0-1 0,0 1 0,0 0 0,0 0 0,0-1 0,0 1-1,0 0 1,0 0 0,0-1 0,0 1 0,0 0 0,0 0 0,0-1 0,0 1 0,0 0-1,0 0 1,0-1 0,0 1 0,0 0 0,0 0 0,-1-1 0,1 1 0,0 0 0,0 0 0,0 0-1,0-1 1,-1 1 0,1 0 0,0 0 0,-1-1 98,-1-3-44,0 0 0,-1 1 1,0-1-1,1 1 0,-1 0 0,-1-1 1,1 1-1,0 1 0,-6-5 0,4 4-89,0-1-1,1 0 0,0 0 1,-6-7-1,9 11-188,0-4 558,6 3-3016,64 4-6673,-15 6-717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5:35.9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 5635,'0'0'9014,"24"-2"-7861,260-10 1051,-127 12-3682,-155 0-56,-7 0 58,-36-1-73,-54 2 3160,95 4-200,-1 179 2180,-8 95-3298,8-198-2602,1-52-1969,0-15-2311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5:36.5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1 10885,'0'0'9594,"-2"15"-9322,-20 144 1342,-2 182 0,24-340-1613,-1 0 0,1 0-1,0 0 1,0 0 0,0 0 0,0 0 0,1 0 0,-1 0-1,0 0 1,0 0 0,1 0 0,-1 0 0,0 0-1,1 0 1,-1 0 0,1 0 0,-1 0 0,1 0 0,1 1-1,-1-1 2,1-1-1,0 1 0,-1-1 0,1 0 0,0 1 1,0-1-1,-1 0 0,1 0 0,0 0 0,2 0 0,-2 0 2,4-1 6,-1 1 0,1-1-1,0 0 1,0 0 0,-1-1 0,1 0-1,-1 0 1,1 0 0,-1-1 0,0 1-1,0-1 1,7-6 0,6-5 43,31-33 0,-33 30-22,25-19-1,-40 35-35,-1 1-1,1 0 0,-1 0 0,1-1 0,-1 1 0,1 0 0,-1 0 1,1 0-1,-1 0 0,1 0 0,-1 0 0,1 0 0,-1 0 0,1 0 1,-1 0-1,1 0 0,-1 0 0,1 0 0,-1 0 0,1 0 0,-1 0 1,1 0-1,-1 1 0,1-1 0,-1 0 0,1 0 0,-1 1 0,1-1 0,-1 0 1,0 1-1,1-1 0,-1 0 0,0 1 0,1-1 0,-1 1 0,0-1 1,1 1-1,12 22-74,-9-15 65,1 0-6,2 1 0,-1-1 0,1-1 1,0 1-1,0-1 0,1 0 0,0-1 0,0 0 0,1 0 1,-1-1-1,1 0 0,1-1 0,13 6 0,-9-6-71,-1 0 0,1-1 0,0-1 0,0 0 0,0-1 1,0 0-1,0-1 0,0-1 0,20-3 0,-29 3 89,0-1 0,0 1-1,-1-1 1,1 0 0,-1-1 0,1 1 0,-1-1 0,0 0 0,0 0 0,0 0 0,0-1 0,-1 1 0,1-1-1,-1 0 1,0 0 0,0 0 0,-1 0 0,1 0 0,-1-1 0,0 1 0,0-1 0,2-6 0,1-4 22,-1 0 0,0 0 1,-1-1-1,-1 1 0,1-32 1,-2 9 39,-1 17 166,-1 45-226,-2 101-110,3-120 29,1-1 0,-1 1 0,1-1 0,0 1 0,0-1 0,0 1 0,1-1 0,-1 0 0,1 1 0,0-1 0,0 0 0,1 0 0,-1 0 0,1-1 0,0 1 0,0-1 0,0 1 0,0-1 0,1 0 0,-1 0 0,1 0 0,0-1 0,7 4 0,0 0-847,0-2-1,0 1 0,0-2 1,1 0-1,-1 0 0,1-1 1,0 0-1,15 0 0,31-1-4378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5:36.8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172 50 5138,'0'0'7983,"-23"-3"-5780,1 0-1842,-1 1-1,-29 2 0,50 0-328,0 0 0,0 1-1,0-1 1,0 0 0,1 1 0,-1 0 0,0-1 0,0 1 0,1 0-1,-1 0 1,0 0 0,1 0 0,-1 0 0,1 1 0,-1-1 0,1 0 0,0 1-1,0-1 1,-1 1 0,1-1 0,0 1 0,-1 1 0,1 2 77,-1-1 1,1 1-1,-1 0 0,1 0 1,0-1-1,0 6 1,0-1 88,-2 19 152,2 1 1,0-1 0,4 30 0,-2-52-339,0 0 1,0 0 0,1 0-1,0 0 1,0-1-1,1 1 1,-1-1-1,1 1 1,0-1 0,1 0-1,-1 0 1,1 0-1,0-1 1,0 1-1,1-1 1,-1 0 0,1 0-1,0-1 1,0 1-1,0-1 1,1 0-1,-1 0 1,1-1 0,6 2-1,0 1 7,0-1 0,0-1-1,0 0 1,1-1 0,0 0-1,-1-1 1,1-1 0,0 0 0,-1 0-1,24-5 1,-31 4-3,-1-1 0,1 1-1,0-1 1,-1-1 0,1 1-1,-1 0 1,0-1 0,0 0 0,0 0-1,0-1 1,0 1 0,-1-1-1,1 1 1,-1-1 0,0 0 0,0 0-1,-1-1 1,1 1 0,-1 0-1,0-1 1,0 0 0,-1 1 0,1-1-1,1-8 1,0-3 74,-1 1 0,0-1 0,-1 0-1,0 0 1,-2 0 0,-3-25 0,3 32-34,-1 1 0,-1 0 0,0 1 0,0-1 0,0 0 0,-1 1 0,0 0 0,0 0 0,-1 0 0,0 0 0,0 1 1,-1 0-1,0 0 0,0 0 0,0 1 0,-1 0 0,1 0 0,-13-6 0,12 7-261,0 1 1,0 0-1,0 0 1,-1 0-1,1 1 1,-1 0-1,0 1 1,-14-1-1,16 2-382,0 0 1,0 0-1,0 1 0,0 0 0,0 0 1,0 0-1,1 1 0,-1 0 0,0 0 0,1 1 1,-1-1-1,-4 5 0,-28 20-7654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5:37.4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51 7299,'0'0'7137,"28"3"-6363,10 0-429,44 10 1,-77-12-301,0 1 0,0-1 1,0 1-1,0 0 1,-1 1-1,1-1 0,-1 1 1,1 0-1,-1 0 1,0 0-1,0 1 0,0-1 1,-1 1-1,1 0 1,-1 0-1,0 1 0,0-1 1,3 7-1,1 1 37,7 9 109,-1 0 1,11 26-1,-20-36-42,0-1 0,0 0 0,-1 1 0,-1 0 0,0-1 0,0 1 0,0 14 0,-18-24 1791,15-1-1887,1 0 1,-1 0 0,0 0-1,0 0 1,0 0 0,0-1-1,1 1 1,-1 0 0,0-1-1,0 1 1,0-1 0,1 1-1,-1 0 1,0-1-1,1 0 1,-1 1 0,0-1-1,1 1 1,-1-1 0,1 0-1,-1 1 1,1-1 0,-2-1-1,1-1 55,0 0 0,0 0 0,0 0 0,0 0 0,0 0 1,0-7-1,1 1 95,-1-1 0,2 1 1,2-18-1,-2 22-180,2-1 0,-1 0 0,1 1 0,0-1 0,0 1 0,0 0 0,1 0 0,-1 0 1,1 1-1,0-1 0,1 1 0,-1 0 0,1 0 0,0 0 0,0 1 0,9-5 0,6-3-71,0 1 0,0 0 0,25-6 0,-26 10-750,0 2 0,0 0 0,1 1 0,-1 1 0,1 0 0,0 2 0,21 2 0,-36-2 424,0 1 0,1 0 0,-1 1 0,1-1 1,-1 1-1,0 0 0,0 0 0,0 1 0,0 0 0,4 3 0,21 10-593,-29-16 1119,-1 0 0,0 1 0,0-1-1,1 0 1,-1 0 0,0 0 0,1 0-1,-1 0 1,0-1 0,0 1 0,1 0 0,-1 0-1,0 0 1,1 0 0,-1 0 0,0 0-1,0 0 1,1 0 0,-1-1 0,0 1 0,0 0-1,0 0 1,1 0 0,-1-1 0,0 1-1,0 0 1,0 0 0,1 0 0,-1-1 0,0 1-1,0 0 1,0-1 0,0 1 0,0 0 0,0 0-1,0-1 1,1 1 0,-1 0 0,0 0-1,0-1 1,0 1 0,0-1 0,1-14 68,0 13 92,2-102 2279,-3 103-2223,-3 1-149,1 0-217,0 1 0,1-1 1,-1 1-1,0 0 0,1 0 0,-1 0 1,0 0-1,1 0 0,-1 0 0,1 0 1,-1 0-1,1 0 0,0 1 0,0-1 1,-1 1-1,1-1 0,0 1 0,0-1 1,-1 4-1,-19 38-17,19-40 14,-4 15-6,1 1-1,0 0 0,2 0 0,0 0 1,1 0-1,0 0 0,2 0 1,2 20-1,-2-34-93,0 0-1,1 0 1,0 0-1,0 0 1,0-1 0,0 1-1,1 0 1,0-1 0,0 1-1,0-1 1,0 0 0,1 0-1,0 0 1,0 0-1,0 0 1,0 0 0,0-1-1,1 1 1,6 4 0,-2-3-712,-1-1 1,1 0 0,0 0 0,0-1-1,1 1 1,-1-2 0,0 0-1,1 0 1,0 0 0,11 0 0,26-1-6197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5:37.9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 10 8708,'0'0'12013,"-5"-3"-11348,5 2-654,0 1-1,-1 0 1,1-1 0,0 1-1,-1-1 1,1 1 0,0 0-1,-1-1 1,1 1 0,-1 0 0,1-1-1,-1 1 1,1 0 0,-1 0-1,1 0 1,-1-1 0,1 1 0,-1 0-1,0 0 1,1 0 0,-1 0-1,1 0 1,-1 0 0,1 0 0,-1 0-1,1 0 1,-1 0 0,1 0-1,-1 0 1,1 1 0,-1-1 0,0 0-1,1 0 1,0 1 0,-1-1-1,1 0 1,-1 0 0,1 1 0,-1-1-1,1 1 1,-1-1 0,1 0-1,0 1 1,-1-1 0,1 1-1,0-1 1,0 1 0,-1-1 0,1 2-1,-2 4 131,1 0-1,0 0 0,0 0 1,0 10-1,-1 9 269,-3 31 340,4-29-465,-2-1 0,-9 40 0,14-103 247,1 28-531,0 0 0,1 1 0,0 0 0,0-1 0,1 1 0,0 1 0,0-1 0,8-8 0,7-6-8,28-24 0,-47 45 4,-1 0 1,1 0 0,0 1 0,-1-1 0,1 0 0,0 1 0,0-1 0,-1 1 0,1-1 0,0 1 0,0-1 0,0 1 0,0 0 0,0-1 0,0 1 0,0 0 0,0 0-1,0 0 1,0 0 0,0 0 0,0 0 0,-1 0 0,1 0 0,0 0 0,0 0 0,0 0 0,0 0 0,0 1 0,0-1 0,0 0 0,0 1 0,0-1 0,0 1 0,-1-1 0,1 1-1,0-1 1,0 1 0,-1 0 0,1-1 0,0 1 0,-1 0 0,1 0 0,0 0 0,-1-1 0,1 3 0,3 3-37,-1 1 1,0 0-1,0 0 1,3 13-1,-3-10 21,26 115 8,-29-122 17,0-2-3,0-1 1,0 0 0,0 0 0,0 1-1,0-1 1,0 0 0,1 0-1,-1 1 1,0-1 0,0 0-1,0 0 1,0 1 0,0-1 0,1 0-1,-1 0 1,0 1 0,0-1-1,0 0 1,0 0 0,1 0 0,-1 0-1,0 1 1,0-1 0,1 0-1,-1 0 1,0 0 0,0 0 0,1 0-1,-1 0 1,0 0 0,0 0-1,1 0 1,-1 0 0,0 0 0,1 0-1,-1 0 1,0 0 0,0 0-1,1 0 1,-1 0 0,0 0-1,0 0 1,1 0 0,-1 0 0,0 0-1,0 0 1,1 0 0,-1-1-1,0 1 1,0 0 0,1 0 0,-1 0-1,0 0 1,0-1 0,0 1-1,1 0 1,-1 0 0,0-1 0,0 1 3,6-6 20,0 0 0,0-1 0,-1 0 0,0 0 0,-1 0-1,5-8 1,8-14 18,4 0-5,1 1 0,31-31 0,-53 58-39,1 0 0,0 1 1,-1-1-1,1 0 1,0 1-1,-1-1 0,1 1 1,0-1-1,0 1 1,-1-1-1,1 1 0,0-1 1,0 1-1,0 0 1,0-1-1,0 1 0,-1 0 1,1 0-1,0 0 1,0-1-1,0 1 0,0 0 1,0 0-1,0 1 0,0-1 1,0 0-1,0 0 1,0 0-1,0 1 0,-1-1 1,1 0-1,0 1 1,0-1-1,0 1 0,0-1 1,-1 1-1,1-1 1,0 1-1,-1-1 0,1 1 1,0 0-1,-1-1 1,1 1-1,-1 0 0,1 0 1,-1-1-1,1 2 1,3 6-24,0-1 0,0 1 0,-1 0 0,3 11 0,-3-7 41,7 16-43,-2 2 0,8 51 0,-12-21-2426,-4-58 2233,1-1 0,-1 1-1,0-1 1,0 1 0,-1-1-1,1 1 1,0-1 0,0 1-1,-1-1 1,1 1 0,-1-1-1,1 1 1,-1-1-1,0 0 1,0 1 0,0 0-1,-3 1-693,0 0-1,0-1 0,1 1 1,-1-1-1,-1 0 0,-5 2 1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5:39.0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247 322 6067,'0'0'5352,"-27"0"-3765,-88-1 171,94 1-288,-32 6 0,23-4 2265,166-2-2937,499-15 40,473-69 1779,-1067 81-2526,333-35 687,-263 22-106,138-39 1,-235 51-466,0 0-1,-1-1 1,0 0-1,0-1 1,16-10-1,-23 12-47,-1 0 0,0 0 0,-1-1 0,1 1 0,-1-1 0,1 0 0,-1 0 0,-1-1 0,1 1 0,-1-1 0,0 0 0,4-10 0,-6 14 133,-7 2-3466,-98 19-4736,20-10 168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6:03.7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54 393 1761,'-2'1'12816,"2"-1"-12781,0 0 0,-1 0-1,1 0 1,-1 1 0,1-1-1,0 0 1,-1 0 0,1 0 0,-1 0-1,1 0 1,0 0 0,-1 0-1,1 0 1,-1 0 0,1 0-1,-1 0 1,1 0 0,0-1-1,-1 1 1,1 0 0,-1 0-1,1 0 1,0 0 0,-1-1-1,1 1 1,0 0 0,-1 0-1,1-1 1,-4-3 134,1-1 0,-1 1 0,1-1 0,1 0 0,-1 1-1,1-1 1,-1-1 0,2 1 0,-1 0 0,0 0 0,0-7 0,-1-6 130,0 1 0,0-22 0,2 28-188,1-1 0,0 1 0,1 0 0,0-1 0,6-20 0,-5 26-96,1 0-1,0 0 1,0 0-1,0 0 1,0 1-1,1 0 1,0-1-1,0 1 1,1 1 0,-1-1-1,11-7 1,1 0-15,0 2 1,1-1-1,0 2 1,1 0-1,0 2 1,0 0 0,1 0-1,0 2 1,0 0-1,0 2 1,0 0-1,1 1 1,35 0 0,-51 2-5,0 0 0,0 0 1,0 0-1,0 1 0,1 0 1,-1-1-1,0 1 0,-1 0 1,1 1-1,0-1 0,0 1 1,0 0-1,-1 0 0,1 0 1,-1 0-1,0 0 0,1 1 1,-1 0-1,0-1 0,-1 1 1,1 0-1,0 1 0,-1-1 1,0 0-1,1 1 0,2 6 1,1 2-20,0 1 1,-1 1 0,0-1-1,-1 1 1,-1 0 0,0 0-1,1 19 1,-2 103 105,-3-77-3,2-46-71,-1-5 31,0-1 1,0 0 0,-1 0-1,0 1 1,0-1 0,-2 9-1,3-16-22,0 0-1,-1 0 1,1 0-1,0 0 0,0 0 1,0 0-1,0 0 1,0 0-1,0 0 0,0 1 1,0-1-1,0 0 1,0 0-1,0 0 1,-1 0-1,1 0 0,0 0 1,0 0-1,0 0 1,0 0-1,0 0 1,0 0-1,0 0 0,0 0 1,-1 0-1,1 0 1,0 0-1,0 0 0,0 0 1,0 0-1,0 0 1,0 0-1,0 0 1,0 0-1,-1 0 0,1 0 1,0 0-1,0 0 1,0 0-1,0 0 1,0-1-1,0 1 0,0 0 1,0 0-1,0 0 1,0 0-1,-1 0 1,1 0-1,0 0 0,0 0 1,0 0-1,0 0 1,0-1-1,0 1 0,0 0 1,0 0-1,0 0 1,0 0-1,0 0 1,0 0-1,0 0 0,0 0 1,0-1-1,0 1 1,0 0-1,-2-21 200,1 0 0,0 0 0,2-1 0,1 1 0,4-27 0,-1 30-208,0 1-1,2 0 1,-1 0 0,2 0-1,0 1 1,1 0 0,1 1-1,0 0 1,1 0 0,1 1-1,24-23 1,-33 34-12,0 1 1,0 0-1,0 0 0,0 0 1,1 0-1,-1 1 0,0-1 1,1 1-1,-1 0 0,1 0 0,0 0 1,-1 1-1,5-1 0,-6 1-1,0 0-1,0 0 1,0 0-1,0 0 1,0 1-1,0-1 1,0 1-1,0-1 0,0 1 1,0 0-1,0 0 1,-1 0-1,1 0 1,0 0-1,0 0 1,-1 0-1,1 1 1,-1-1-1,1 0 1,-1 1-1,0 0 0,1-1 1,1 4-1,4 8 1,-1 0 0,0 1 0,0-1 0,-2 1 0,1 1 0,2 23 0,5 91-240,-11-100 68,0-14-711,1 0 0,0 0 0,7 25-1,-6-32-426,0 0 0,1 0 0,-1 0 0,10 12 0,19 17-8365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6:04.3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5186,'0'0'7385,"0"3"-7017,0 417 3125,0-415-3722,0 1 1,0 0 0,1-1-1,0 1 1,0-1 0,1 1-1,1 6 1,-2-10-112,0 0 1,0 0-1,1 0 0,-1 0 1,0 0-1,1 0 1,-1 0-1,1-1 0,0 1 1,-1 0-1,1-1 0,0 1 1,0-1-1,0 0 1,0 0-1,0 0 0,0 0 1,0 0-1,1 0 0,1 0 1,22 3-5149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6:04.7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10 215 5426,'0'0'6443,"-3"12"-5349,2-4-872,0-4-146,0-1 1,0 1-1,0 0 0,0-1 0,1 1 1,0 0-1,0 0 0,0-1 0,0 1 1,0 0-1,1 0 0,0-1 0,0 1 1,0 0-1,0-1 0,0 1 1,1-1-1,0 1 0,-1-1 0,1 0 1,3 4-1,3 0 47,-1 1 0,2-2 0,-1 1 0,1-1 0,0 0-1,0-1 1,1 0 0,-1 0 0,1-1 0,0-1 0,0 1 0,14 1 0,3 0-55,0-2 0,1-1 0,42-1 0,-64-2-52,-1 1 1,1-1-1,0 1 0,-1-2 1,1 1-1,-1 0 0,1-1 1,-1 0-1,0-1 1,1 1-1,-1-1 0,0 0 1,-1 0-1,1-1 0,-1 1 1,1-1-1,-1 0 0,0 0 1,0 0-1,3-6 0,-2 2 61,-1 0 0,0 0 0,0 0-1,0-1 1,-1 1 0,0-1 0,-1 0 0,0 0-1,-1 0 1,0-1 0,0-16 0,0 15 63,-2 0 0,1 1 1,-2-1-1,-1-10 0,1 16-81,0 0-1,0 0 1,0 0-1,0 1 0,-1-1 1,0 0-1,0 1 1,0 0-1,-7-8 0,-2 1-55,0 1 0,0 0 0,-1 1 0,0 0 0,-1 1 0,0 1 0,0 0 0,-1 1 0,0 0 0,0 1 0,0 1 0,0 0 0,-1 1 0,1 1 0,-1 0 0,-29 2 0,42-1-96,1 1 0,-1 0 0,0 1 0,1-1 0,-1 0 0,1 1 0,-1 0 0,1-1 0,0 1 0,-1 0 0,1 0-1,0 0 1,-1 1 0,1-1 0,0 0 0,0 1 0,-3 2 0,3-1-231,0 0 1,0 0-1,0 0 0,0 1 0,1-1 1,-1 0-1,1 1 0,0-1 0,0 1 1,0-1-1,0 8 0,0 29-4814,5 3-1785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6:06.6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287 143 3810,'0'0'7214,"-16"-20"-6112,-5-8-608,-27-27 1,46 53-437,-1 0 0,0-1 0,1 1-1,-1 0 1,0 0 0,0 0-1,0 1 1,-1-1 0,1 1 0,0 0-1,0 0 1,-1 0 0,1 0 0,-1 0-1,1 1 1,-1 0 0,1-1 0,-1 1-1,1 1 1,-7 0 0,-6 0 111,11-1-119,0 0 1,-1 0-1,1 1 0,0 0 0,0 0 0,0 0 0,0 1 0,0 0 1,0 0-1,0 0 0,0 0 0,1 1 0,-1 0 0,-4 4 0,5-4-25,1 0-1,1 0 0,-1 0 1,0 0-1,1 1 0,0 0 1,0-1-1,0 1 0,0 0 0,0 0 1,1 0-1,-1 0 0,1 0 1,0 0-1,1 0 0,-1 1 1,1-1-1,0 5 0,0-5-14,0-1 1,0 0-1,0 0 0,1 1 0,-1-1 0,1 0 1,0 0-1,0 0 0,0 0 0,0 0 0,1 0 1,-1 0-1,1 0 0,0 0 0,0 0 0,0-1 1,2 3-1,0-1-5,1-1 0,-1 0-1,1 0 1,0 0 0,-1-1 0,1 0 0,0 1 0,0-2-1,10 3 1,3 0 49,1-1 0,0-2 0,34 0 0,-43-1-11,-10 0-34,1 0 0,0 0 0,-1 0 0,1 0 0,0-1 0,-1 1 0,1 0 0,0-1 0,-1 1 0,1 0 0,-1-1 0,1 1 0,0 0 0,-1-1 0,1 1 0,-1-1 0,1 1 0,-1-1 0,0 1 0,1-1 0,-1 0 0,1 1 0,-1-1 0,0 0 0,0 1 0,1-1 0,-1 0 0,0 1 0,0-2 0,4-25 266,-2 13 90,2-9 190,-3 15-173,0 0-1,1 0 0,0 0 1,0 1-1,4-11 1,-1 4 3383,-6-9-3941,0 12 405,1-15-273,0 20-14,0 17 29,2 31 44,12 69 1,-1-23 17,-11-69-24,31 422 9,-33-441-19,0 1 1,0-1 0,0 1 0,0-1 0,-1 0 0,1 1 0,0-1 0,0 0 0,0 1 0,0-1 0,-1 0 0,1 1 0,0-1 0,0 0-1,-1 1 1,1-1 0,0 0 0,0 0 0,-1 1 0,1-1 0,0 0 0,-1 0 0,1 0 0,0 1 0,-1-1 0,1 0 0,-1 0 0,1 0-1,0 0 1,-1 0 0,1 0 0,-1 0 0,-16 1 36,12-2-16,-4 1 2,1-1 0,-1 0 1,1-1-1,-1 0 0,1 0 0,0-1 0,0 0 1,0-1-1,0 1 0,1-2 0,-1 1 0,1-1 1,0 0-1,0 0 0,1-1 0,-11-11 0,10 9 0,1 0-1,-1 0 0,1-1 0,1 1 1,0-1-1,0-1 0,1 1 0,0-1 1,0 0-1,1 0 0,0 0 0,1 0 1,-2-19-1,4 28-21,0-9 15,-1 1 0,2-1 0,1-16 0,-1 22-24,0 1 0,1-1 0,-1 0 0,1 1 0,-1-1 0,1 1 0,0 0 0,0 0 1,1-1-1,-1 1 0,1 0 0,4-4 0,4-2-366,2 0 0,-1 0 0,1 1 0,0 1-1,1 0 1,0 1 0,0 0 0,18-4 0,122-24-8647,-61 19-505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6:07.7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292 203 960,'0'0'6507,"6"-22"-5090,17-70 29,-22 89-1381,-1 1 1,1-1-1,-1 1 0,0-1 1,0 1-1,0 0 0,0-1 1,-1 1-1,1-1 0,-1 1 1,1 0-1,-1-1 0,0 1 1,0 0-1,0-1 1,0 1-1,0 0 0,0 0 1,-1 0-1,1 0 0,-3-3 1,0 3 79,1-1 0,-1 1 0,0-1 0,0 1 1,0 0-1,0 1 0,-8-3 0,6 2 47,-3-1-97,0 0 0,0 1 0,0 0 0,0 0 0,0 1 0,0 1 0,0 0 0,-1 0 0,1 0 0,0 1 0,0 1 0,0-1 0,-12 5 0,13-3-66,1 0-1,0 0 0,0 1 1,1 0-1,-1 0 1,1 1-1,0 0 0,0 0 1,0 0-1,1 0 1,0 1-1,0 0 0,0 0 1,1 1-1,-7 13 0,7-12-16,1 0-1,-1 1 1,2 0-1,0 0 0,0-1 1,0 1-1,1 0 1,0 0-1,1 0 0,0 1 1,2 10-1,-2-14-4,1 0 0,0-1 0,1 1 0,-1-1 0,1 1 0,0-1 0,1 1 0,-1-1 0,1 0 0,0 0 0,0 0 0,1-1 0,-1 1 0,1-1 0,0 0 0,0 0 0,1 0 0,4 3 0,2-1 5,-1 0-1,1-1 1,0 0 0,0-1-1,1 0 1,-1-1 0,23 4-1,1-4 44,48 0 0,-76-3-45,-1 0 0,1-1 1,-1 1-1,0-1 0,1 0 0,-1-1 1,0 0-1,0 0 0,0 0 0,0 0 1,0-1-1,0 0 0,-1-1 1,1 1-1,-1-1 0,0 0 0,0 0 1,-1 0-1,1-1 0,-1 0 1,0 0-1,0 0 0,0 0 0,-1-1 1,0 0-1,4-7 0,-4 4 72,0 0-1,0-1 1,-1 1 0,0-1-1,-1 0 1,0 1 0,-1-1-1,0-19 1,-1 8 677,1 21-740,0 0 0,0 0 0,0-1 0,0 1 0,0 0 0,0 0 0,0-1 0,-1 1 0,1 0-1,0 0 1,0-1 0,0 1 0,0 0 0,-1 0 0,1 0 0,0 0 0,0-1 0,0 1 0,-1 0 0,1 0 0,0 0 0,0 0 0,-1 0 0,1 0-1,0 0 1,0-1 0,-1 1 0,1 0 0,0 0 0,0 0 0,-1 0 0,1 0 0,0 0 0,0 0 0,-1 0 0,1 0 0,0 1 0,-1-1-1,1 0 1,0 0 0,0 0 0,-1 0 0,0 0-24,1 1 0,-1-1 0,0 0-1,0 0 1,1 1 0,-1-1 0,0 0 0,1 1-1,-1-1 1,0 1 0,1-1 0,-1 1 0,0-1-1,1 1 1,-1 0 0,0 0 0,-1 6-6,0 0 0,1 0 0,0 0 0,0 0 1,0 0-1,1 0 0,0 1 0,0-1 0,1 0 0,0 0 0,0 0 0,1 0 1,3 9-1,2-6-101,0 0 1,1-1-1,1 1 1,0-2-1,0 1 1,0-1-1,14 8 1,0 2-899,-16-13 667,12 11-3407,31 31-1,-24-11-3570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6:08.2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18 7475,'0'0'9864,"-4"-6"-9512,4 6-348,0-1 1,-1 0-1,1 1 0,0-1 1,-1 0-1,1 1 1,-1-1-1,1 1 0,-1-1 1,1 1-1,-1-1 0,1 1 1,-1-1-1,1 1 1,-1-1-1,0 1 0,1 0 1,-1-1-1,0 1 1,0 0-1,1 0 0,-1-1 1,0 1-1,1 0 1,-1 0-1,-1 0 0,1 1 6,1 0 0,-1-1 0,1 1 0,-1 0 0,1 0-1,0 0 1,-1 0 0,1 0 0,0 0 0,0 0 0,-1 0-1,1 0 1,0 0 0,0 0 0,0-1 0,0 1-1,1 2 1,0 12 142,1 1-1,5 21 0,53 184 847,-60-220-990,0-1 0,1 0-1,-1 1 1,0-1 0,0 0-1,0 1 1,0-1 0,0 0-1,1 1 1,-1-1 0,0 0-1,0 0 1,1 1 0,-1-1 0,0 0-1,0 0 1,1 0 0,-1 1-1,0-1 1,1 0 0,-1 0-1,0 0 1,1 0 0,-1 1-1,0-1 1,1 0 0,-1 0-1,0 0 1,1 0 0,-1 0 0,0 0-1,1 0 1,-1 0 0,0 0-1,1 0 1,-1 0 0,0 0-1,1-1 1,-1 1 0,0 0-1,1 0 1,-1 0 0,0 0-1,1 0 1,-1-1 0,0 1 0,0 0-1,1 0 1,-1-1 0,0 1-1,1-1 1,15-13 158,-7 3-114,1 0 0,1 1 0,0 0 1,21-15-1,-26 21-52,1 0 1,0 0 0,0 1 0,0 0-1,0 1 1,0-1 0,1 1-1,-1 1 1,1-1 0,-1 2 0,11-1-1,-14 1-1,4-1-4,0 1 1,0 1 0,14 2 0,-19-2 0,0 0 1,1 0 0,-1 1-1,0-1 1,0 1 0,0 0-1,0 0 1,-1 0 0,1 0-1,0 0 1,3 5 0,1 1-11,0 0 1,-1 1 0,1 1 0,-2-1 0,1 1-1,-1 0 1,-1 0 0,0 0 0,0 0 0,-1 1-1,-1 0 1,1 0 0,-2 0 0,1 0 0,-2 0 0,1 0-1,-3 18 1,2-27 13,-1 1 0,1-1 0,-1 1 0,0-1 0,0 1 0,0-1 0,0 1 0,0-1 0,-1 0 0,1 0 0,-1 1-1,1-1 1,-1 0 0,0-1 0,0 1 0,-2 2 0,-1 0 19,0-1 1,0 0-1,-1 0 0,1 0 1,-1-1-1,-10 3 0,-5 0 39,1-1-1,-1-1 0,-24 0 0,23-1-22,0-1-3,-31-1-1,48 0-30,0 0 0,0-1 0,0 0 0,1 0 0,-1 0 0,0 0 0,1-1 1,-1 0-1,1 0 0,-1 0 0,1-1 0,-4-3 0,6 5-46,1 0 0,-1-1 0,1 1-1,-1-1 1,1 1 0,0-1 0,0 0 0,0 1 0,0-1-1,0 0 1,1 0 0,-1 0 0,0 0 0,1 0 0,-1 0-1,1 0 1,0 0 0,0 0 0,0 0 0,0 0 0,0 0 0,0 0-1,1-2 1,-1 2-256,1 1 0,-1-1 0,1 0 0,0 0 0,0 1-1,0-1 1,0 0 0,0 1 0,0-1 0,0 1 0,0-1 0,1 1 0,-1 0 0,1-1-1,-1 1 1,3-1 0,38-16-9946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6:23.5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17 6163,'0'0'8855,"-6"1"-8042,3 0-681,-15 2 210,15-1-162,11-2 76,88-2 694,129-19 0,-225 21-1116,1-1 1,-1 1 0,0 0 0,1 0 0,-1 0 0,1 0-1,-1 0 1,0 0 0,1 0 0,-1 0 0,1 1 0,-1-1-1,1 0 1,-1 0 0,0 0 0,1 0 0,-1 0 0,0 1-1,1-1 1,-1 0 0,0 0 0,1 1 0,-1-1 0,0 0-1,1 1 1,-1-1 0,0 0 0,0 1 0,1-1 0,-1 0-1,0 1 1,0-1 0,0 0 0,1 1 0,-1-1 0,0 1 0,0 0-1,0 19-3096,-1-12 1889,1 23-2978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6:23.9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 4898,'0'0'9541,"16"14"-8405,13-9-496,3-2-335,6-3-257,4 0-48,1 0 0,3-3-1361,-1-14-1776,-5-2-2082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6:24.3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10869,'0'0'6256,"26"7"-6069,-21-5-170,15 3 44,0 1 0,-1 1 0,0 1 0,-1 1 0,1 0 0,-2 1 0,1 1 0,28 24 0,4 13 261,60 73 0,-93-99-268,0 1 1,-2 0-1,0 1 0,-2 1 0,-1 1 1,12 31-1,-19-40-30,-1 0 1,-1 1 0,3 31-1,-5-39-9,-1 0-1,0 0 1,-1 0-1,0 0 1,-1-1 0,0 1-1,0 0 1,-6 12-1,2-11 2,0 0 0,-1 0 1,0-1-1,-1 0 0,0-1 0,-1 0 0,-18 16 0,0-4-130,-49 31 1,53-38-1512,-1-1 0,-39 15 0,36-23-4129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6:24.6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47 366 6211,'0'0'8604,"-8"-28"-7518,-25-91-209,31 113-831,1 1 0,0-1 0,1 1 0,-1-1 0,1 0 0,0 1 0,0-1 0,1 0 0,0 1-1,0-1 1,2-7 0,0 8-10,-1 0 0,1 0 0,1 0-1,-1 0 1,1 0 0,0 1 0,5-6 0,-6 7-23,7-6 11,0-1-1,1 1 0,0 1 0,0 0 1,1 1-1,0 0 0,0 1 0,1 0 0,-1 1 1,2 0-1,-1 1 0,0 0 0,1 1 1,-1 1-1,1 0 0,19 1 0,-27 0-27,0 1-1,0 1 1,-1-1-1,1 1 1,0 0-1,0 0 1,-1 1-1,1-1 1,-1 1-1,0 0 1,1 1-1,-1 0 1,0-1-1,0 1 1,0 1-1,-1-1 0,1 1 1,-1 0-1,0 0 1,0 0-1,0 1 1,-1-1-1,0 1 1,1 0-1,4 10 1,0 2 7,1 1 0,-2 1 0,0-1 1,-2 1-1,0 0 0,4 34 0,-5-9 85,-3 85-1,-6-101 286,5-27-322,0-1-1,0 1 0,0 0 1,-1 0-1,1 0 1,-1 0-1,1-1 1,-1 1-1,1 0 0,-1 0 1,1-1-1,-1 1 1,1 0-1,-1-1 1,0 1-1,1 0 1,-1-1-1,0 1 0,0-1 1,0 1-1,1-1 1,-1 0-1,0 1 1,0-1-1,0 0 0,0 0 1,0 1-1,0-1 1,0-23 1469,2 7-1470,1 1 0,1-1-1,0 1 1,1 0-1,0 0 1,1 1-1,1-1 1,1 1-1,0 0 1,0 1-1,14-19 1,-4 9-46,1 0 0,1 1 0,2 1 0,-1 0 0,30-21 0,-39 34-22,-1 1 0,1 0 0,1 1 0,18-9 0,-24 13 0,0 0 0,1 1 0,-1-1 0,0 1 0,1 0 0,-1 1 0,1-1 0,-1 1 0,1 0 0,11 3 0,-14-2 8,1 1-1,-1 0 1,-1-1 0,1 2-1,0-1 1,0 0-1,-1 1 1,1 0 0,-1 0-1,0 0 1,0 0-1,0 0 1,0 0 0,-1 1-1,1 0 1,-1-1-1,0 1 1,0 0-1,2 8 1,4 8-22,-1 0 0,6 35 0,6 75-1123,-8-38-1466,-6-67-633,11 39-1,4-13-4874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6:25.4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6467,'0'0'7129,"3"1"-6692,0 1-369,0 0-1,-1-1 1,0 1-1,1 0 0,-1 0 1,0 0-1,0 1 1,0-1-1,0 0 1,0 1-1,-1-1 1,1 1-1,-1 0 1,2 5-1,16 48 741,-15-43-584,4 19 130,-1 1 0,-2 0 0,-2 0 0,0 40 0,-1-12-323,-2-59-109,0-1 1,0 1 0,0 0 0,0-1 0,1 1 0,-1 0 0,0 0-1,1-1 1,-1 1 0,1-1 0,-1 1 0,1-1 0,0 1 0,0-1-1,0 1 1,0-1 0,0 1 0,0-1 0,0 0 0,0 0 0,1 1 0,-1-1-1,2 1 1,1-1-442,0 0-1,0 0 0,0 0 1,0 0-1,1-1 0,-1 1 1,0-1-1,5-1 0,-2 2-56,-1-2 1,0 1-1,1-1 0,-1 0 1,0 0-1,0-1 0,0 0 0,0 0 1,11-5-1,21-20-2455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6:25.8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5 169 704,'0'0'7556,"0"10"-6545,-4 35-200,4-42-715,0-1 0,0 0 1,0 0-1,0 1 0,0-1 1,0 0-1,1 0 0,-1 0 0,1 1 1,0-1-1,-1 0 0,1 0 0,0 0 1,0 0-1,1 0 0,-1 0 1,0-1-1,1 1 0,-1 0 0,1 0 1,-1-1-1,1 1 0,0-1 0,0 0 1,-1 1-1,1-1 0,3 1 0,3 1 166,-1 0 0,1-1 0,0 0-1,-1 0 1,16 0 0,-3 1-26,-1-2 0,0 0 0,1-1 0,-1-2 0,33-5 0,-46 6-142,0 0 0,-1-1-1,1 0 1,-1 0 0,1 0 0,-1 0-1,0-1 1,0 0 0,0 0-1,-1-1 1,1 1 0,-1-1 0,1 0-1,-1 0 1,0-1 0,-1 1-1,1-1 1,-1 0 0,0 0 0,0 0-1,0 0 1,-1 0 0,3-9 0,-3 3 127,0-1 0,-1 0 0,0 1 0,0-1 0,-2-16 0,0 24-185,0 1 0,0-1 0,0 1 0,-1-1 0,1 1 0,-1-1 0,0 1 0,0 0 0,0-1 1,0 1-1,0 0 0,-1 1 0,1-1 0,-1 0 0,0 1 0,0-1 0,0 1 0,0 0 0,0 0 1,-7-3-1,-5-2 20,0 0 1,-1 0-1,-22-5 1,19 8-184,0 1 0,0 1-1,-1 1 1,1 0 0,-37 5 0,54-4-23,1 0 0,-1 0 0,0 0 0,0 0 0,1 0 0,-1 0 0,0 1 1,1-1-1,-1 1 0,0-1 0,1 1 0,-1 0 0,0 0 0,1 0 0,-1 0 0,1 0 0,0 0 0,-1 0 0,1 0 0,0 0 1,0 1-1,-1-1 0,1 0 0,0 1 0,0-1 0,1 1 0,-1-1 0,0 1 0,0 0 0,1-1 0,-1 1 0,1 0 1,0-1-1,-1 1 0,1 0 0,0 0 0,0-1 0,0 1 0,0 0 0,1 2 0,-2-2-111,1 0-1,0-1 0,0 1 1,1-1-1,-1 1 0,0-1 1,0 1-1,1-1 1,-1 1-1,1-1 0,-1 1 1,1-1-1,0 0 0,-1 1 1,3 1-1,1 1-767,1 0 0,0 0-1,0-1 1,11 7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6:26.2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156 60 5410,'0'0'8714,"-23"-12"-7530,-72-33-410,94 45-763,0-1-1,0 1 1,0 0 0,0-1 0,0 1-1,0 0 1,0-1 0,0 1-1,0 0 1,0 0 0,0 0-1,0 0 1,0 0 0,0 0-1,0 0 1,0 0 0,0 1 0,0-1-1,0 0 1,0 1 0,0-1-1,0 0 1,0 1 0,0-1-1,0 1 1,0 0 0,1-1-1,-1 1 1,0 0 0,0-1 0,0 2-1,0 0 11,0 0 0,0 0-1,1 1 1,-1-1 0,1 0 0,-1 0-1,1 1 1,0-1 0,0 4 0,0 0 27,-1-2-38,1 0 0,-1 1 0,1-1 0,0 0 0,1 1 1,-1-1-1,1 0 0,0 1 0,0-1 0,0 0 0,1 0 1,2 6-1,-2-7-7,0 0 1,1-1 0,-1 1 0,1-1-1,-1 1 1,1-1 0,0 0 0,0 0-1,0 0 1,0-1 0,0 1 0,0-1-1,1 1 1,-1-1 0,7 1 0,9 2 3,-1-1 1,1-1-1,0 0 1,0-2 0,35-3-1,-53 3 45,0 0-1,0 0 1,0 0-1,1-1 1,-1 1 0,0 0-1,0-1 1,0 1-1,0-1 1,0 1-1,0-1 1,0 0 0,0 1-1,0-1 1,0 0-1,0 0 1,0 1-1,0-1 1,0 0 0,0 0-1,-1 0 1,1 0-1,0 0 1,-1 0-1,1 0 1,0-2 0,-1 0 213,1 0 1,0 0-1,-1 0 1,0-1-1,0 1 1,0-6 0,0 3-122,3 49 64,2 0-1,2-1 0,18 61 1,-3-12 83,-9-18-128,-2 1 1,-4 1-1,-2 97 0,-5-162-132,-1-1 0,0 1 0,0-1 0,-1 1 0,0-1 0,-1 0 0,0 0 0,-7 16 0,8-22-12,1 0 1,-1-1-1,0 1 0,0 0 0,0-1 0,-1 1 1,1-1-1,0 0 0,-1 0 0,1 0 0,-1 0 0,0 0 1,0 0-1,0-1 0,0 0 0,0 1 0,0-1 0,0 0 1,0 0-1,0-1 0,-1 1 0,1-1 0,0 1 1,-1-1-1,1 0 0,0 0 0,0-1 0,-7-1 0,6 1 0,0 0-1,1 0 0,-1 0 0,0-1 0,1 0 0,-1 0 0,1 0 1,0 0-1,0 0 0,-1-1 0,2 0 0,-1 1 0,0-1 0,0 0 0,1 0 1,0-1-1,-3-4 0,-2-4 14,1 0 1,1 0-1,-8-24 1,8 17-89,0 0 0,1 0 1,2 0-1,-1-1 0,2-28 1,1 39-106,0 0-1,1 1 1,0-1 0,1 1 0,0-1 0,0 1 0,1 0 0,0 0 0,0 0 0,1 0 0,0 0-1,0 1 1,1-1 0,9-11 0,-1 8-685,0 1-1,1 0 1,0 0 0,0 2 0,1-1-1,0 2 1,0 0 0,24-7-1,45-8-6657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6:29.2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301 341 48,'0'0'7406,"16"-22"-5931,48-72 454,-62 91-1791,1-1-1,-1 1 1,0-1-1,0 0 1,-1 0-1,1 0 0,-1 0 1,0 0-1,0 0 1,0 0-1,-1 0 1,0-1-1,1 1 1,-1 0-1,-1 0 1,0-5-1,0-8 402,1 11-376,0 0-1,-1-1 1,1 1-1,-2 0 0,1 0 1,0 0-1,-1 0 1,0 0-1,-1 0 1,1 0-1,-1 1 0,0-1 1,-6-6-1,6 8-69,-1 0 1,1 0-1,-1 1 0,0-1 0,-1 1 0,1 0 0,0 0 1,-1 1-1,0-1 0,0 1 0,1 0 0,-1 0 0,-1 1 1,1-1-1,0 1 0,-9-1 0,8 2-56,-1-1 0,1 2 0,-1-1 1,1 1-1,-1-1 0,1 2 0,-1-1 0,1 1 0,0 0 0,-1 0 0,-5 4 1,2-1-17,1 1 0,-1 0-1,1 1 1,0 0 0,-15 15 0,8-3-11,0 0-1,2 1 0,0 0 0,1 1 1,-12 27-1,20-36 0,0 0 0,0 1 1,1-1-1,1 1 0,0 0 0,1 0 1,0 0-1,1 0 0,0 0 0,1 0 1,1 0-1,2 17 0,-2-26-7,0 0 1,1 1-1,-1-1 0,0-1 0,1 1 0,0 0 1,0 0-1,0-1 0,1 1 0,-1-1 1,1 1-1,-1-1 0,1 0 0,0 0 0,5 3 1,-1-2 2,-1 0 0,1 0 0,0-1 0,-1 1 1,2-2-1,-1 1 0,14 2 0,5-1 39,1-1 0,-1-2 0,49-3 1,-67 2-31,1-1 0,-1 0 0,1-1 0,-1 0 0,0 0 0,1 0 0,-1-2 0,0 1 0,-1-1 0,1 0 1,-1 0-1,0-1 0,0 0 0,9-7 0,-11 7 22,0-1 1,-1 0 0,1 1-1,-1-1 1,0-1-1,-1 1 1,1-1-1,-1 1 1,0-1-1,-1 0 1,0 0-1,0 0 1,0 0-1,-1 0 1,0-1-1,0-13 1,-1-20 539,0 26-20,0 25 49,-1-3-602,1 0 1,0 0-1,1 0 1,0 0-1,0 0 1,1 0 0,0 0-1,0 0 1,0-1-1,1 1 1,0-1-1,0 1 1,1-1-1,-1 0 1,2 0 0,-1-1-1,7 8 1,0-1-209,1-1 1,0-1 0,1 0-1,0 0 1,0-1 0,1-1 0,0-1-1,0 1 1,1-2 0,0 0-1,21 5 1,-1-4-985,1-1 0,0-1-1,72-1 1,-9-4-4424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6:31.1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20 3682,'0'0'10079,"-10"1"-8849,-29 1-286,174 0 2445,10-14-3100,-2 0-4356,-142 12 3951,0 0 0,-1 0 0,1 0 0,-1 1 0,1-1 0,-1 0 0,1 0 0,-1 0 0,1 1 0,-1-1 0,1 0 0,-1 1 0,1-1 0,-1 0 0,1 1 0,-1-1 0,0 1 0,1-1 0,-1 1 0,0-1 0,1 1 0,-1-1 0,0 1 1,1-1-1,-1 1 0,0-1 0,0 1 0,0 0 0,0-1 0,0 1 0,0-1 0,0 1 0,0-1 0,0 1 0,0 0 0,0-1 0,0 1 0,0-1 0,0 1 0,0-1 0,0 1 0,-1 0 0,1 0 0,-1 4-829,-1 25-2742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6:31.5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65 6339,'0'0'9236,"43"39"-8035,-11-37-481,11-2-432,8 0 0,13-2-288,19-22-288,13-3-1521,8-1-1968,-7 4-2162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6:31.8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41 12294,'0'0'5381,"26"-9"-4976,-9 2-342,-3 2-21,0 0 1,0 1 0,23-5 0,-30 8-15,-1 1 1,1-1 0,0 1 0,0 0 0,-1 1 0,1 0 0,0 0 0,-1 0 0,1 1-1,-1 0 1,1 0 0,-1 1 0,7 3 0,-1 1 6,1 1 0,-2 0 0,1 1 0,-1 0 0,0 1 0,-1 0 0,0 1 0,0 0 0,-2 1 0,1-1 0,-1 2 0,-1-1 1,0 1-1,-1 0 0,0 1 0,-1-1 0,-1 1 0,0 0 0,-1 0 0,0 1 0,0 23 0,-2-30-13,0 10 34,0-1 1,-3 27-1,1-39-41,0 0 0,0 0 1,0 0-1,0 0 0,-1-1 0,0 1 1,0 0-1,0-1 0,-1 1 1,0-1-1,0 0 0,-6 8 0,-2-2 104,-1 0 0,1-1-1,-2-1 1,1 0-1,-1 0 1,0-2 0,-21 9-1,9-6 255,0-1-1,0-1 0,-36 4 1,51-9 1893,29-3-1571,122-2-344,264-40 0,-377 38-578,0-2 0,-1 0 1,1-2-1,-2 0 0,28-15 0,-48 20-409,1 1 0,-1 0 0,1 1 0,13-3 0,-1 4-4094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6:33.0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80 6115,'0'0'8198,"0"-16"-6728,0-29-968,0 27-321,0 17-61,0 8 38,3 50 44,14 82 0,2 3 50,-15 8 94,-4-120-158,0-30 76,0-10 1587,-1-8-1435,1 5-251,0 1 0,3-18 0,-3 26-155,1 0-1,0-1 1,0 1 0,1 0-1,0 0 1,-1 0 0,1 1 0,0-1-1,1 0 1,-1 1 0,4-4-1,-1 1-14,1 1 0,0-1 0,1 1 0,-1 1 0,1 0 0,-1 0 1,1 0-1,1 0 0,-1 1 0,0 1 0,1-1 0,12-2 0,-1 2-17,-1 1 1,1 1 0,-1 0 0,26 3 0,-35-1 16,0 0 1,1 1 0,-1 1 0,0-1-1,-1 1 1,1 1 0,0 0 0,-1 0-1,0 0 1,0 1 0,0 0-1,0 1 1,-1 0 0,9 9 0,-11-9-5,0-1 1,0 1-1,-1 0 0,1 0 1,-1 0-1,-1 0 1,1 1-1,-1 0 1,-1-1-1,1 1 0,-1 0 1,0 0-1,-1 1 1,1-1-1,-1 0 1,-1 1-1,1-1 0,-2 13 1,0-16 7,-1-1-1,1 1 1,-1-1 0,1 1-1,-1-1 1,0 0 0,0 0 0,0 0-1,-1 0 1,1 0 0,-1 0 0,1-1-1,-1 1 1,0-1 0,0 0-1,0 0 1,0 0 0,-1 0 0,1 0-1,0-1 1,-5 2 0,-9 3 26,1 0 0,-1-1 0,-18 3 0,-4-3 55,1-2 0,-1-1 0,-44-4 0,79 1-49,0 1-1,-1 0 1,1-1-1,0 0 1,0 0-1,0 0 1,-7-4 0,10 4-60,0 1 0,0-1 0,0 1 0,0-1 0,0 1 0,0-1 1,0 0-1,1 0 0,-1 0 0,0 1 0,0-1 0,1 0 1,-1 0-1,0 0 0,1 0 0,-1 0 0,1 0 0,0 0 0,-1 0 1,1 0-1,0 0 0,-1 0 0,1-1 0,0 1 0,0 0 0,0 0 1,0 0-1,0 0 0,0 0 0,1 0 0,-1-1 0,0 1 0,1-1 1,-1 1-75,1 0 0,-1 0 0,0 1 0,1-1 0,-1 0 0,1 1 0,-1-1 0,1 0 0,-1 1 0,1-1 0,0 1 0,-1-1 0,1 1 0,0-1 0,-1 1 0,1-1 0,0 1 0,0 0 0,1-1 0,39-9-4414,13 0-2630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6:33.3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66 11397,'0'0'6819,"136"-20"-5986,-82 11-785,-3-3-48,-6-3-352,-5 6-1233,-13 9-1296,-16 0-1233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6:33.7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44 9236,'0'0'8948,"32"2"-8019,3-2-577,11 0-352,4-2-320,12-13-1857,7-1-1889,-4 4-2561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6:34.1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33 12502,'0'0'5221,"28"-6"-4466,94-18-115,-117 23-611,0 1-1,0-1 1,1 1-1,-1 0 1,0 0-1,0 1 1,0-1-1,0 1 1,0 0-1,0 1 0,-1-1 1,1 1-1,0 0 1,-1 0-1,1 0 1,-1 1-1,6 4 1,-5-2 3,1 1 0,-1-1 1,0 1-1,-1 1 0,1-1 1,-1 1-1,6 13 0,-5-5-1,0 0 0,0 0 0,-2 1-1,0-1 1,0 1 0,-2 0 0,0-1 0,-1 24 0,0-32-14,-1 0 0,0-1 0,0 1 1,0-1-1,0 1 0,-1-1 0,0 1 1,-1-1-1,1 0 0,-1 0 0,0 0 1,-7 9-1,3-6 92,-1 0 1,0-1-1,-1 1 0,0-2 1,0 1-1,-16 9 0,17-12 210,0 0 0,-1 0 0,0 0 0,0-1 1,0-1-1,0 1 0,-1-2 0,1 1 0,-1-1 0,0-1 0,-10 1 0,41-7 418,-8-1-706,67-17 40,115-19 0,86 3-18,-263 38-24,-13 1-22,0-1 1,-1 1-1,1-1 0,0 0 1,0 0-1,-1 0 1,1 0-1,6-4 1,-7-2 194,-4 7-190,0-1 0,0 1 0,0-1 0,0 1-1,0 0 1,0-1 0,0 1 0,0-1 0,0 1 0,1-1-1,-1 1 1,0 0 0,0-1 0,1 1 0,-1 0 0,0-1-1,0 1 1,1 0 0,-1-1 0,0 1 0,1 0-1,-1 0 1,0-1 0,1 1 0,-1 0 0,1 0 0,-1 0-1,0 0 1,1-1 0,-1 1 0,1 0 0,-1 0 0,0 0-1,2 0 1,-2 0-30,5-4-662,-4 0-1608,-39 5-10746,-13 11 3194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6:35.5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0 131 9236,'0'0'7569,"2"-18"-7145,-2 11-397,0 0-8,1 0 0,-1 0 1,1 1-1,1-1 0,-1 0 1,6-11-1,-6 15-15,1 1 1,-1-1-1,1 1 1,0-1-1,0 1 0,0 0 1,0-1-1,1 1 1,-1 0-1,0 0 1,1 1-1,0-1 0,-1 0 1,1 1-1,0 0 1,0-1-1,0 1 0,0 0 1,0 1-1,0-1 1,5 0-1,22-3 37,0 2-1,0 0 1,35 4 0,-62-2-35,0 1 0,0-1-1,1 1 1,-1-1 0,0 1 0,0 0 0,0 0 0,0 0 0,0 1 0,0-1 0,0 1 0,0-1 0,-1 1-1,1 0 1,-1 0 0,1 0 0,-1 1 0,0-1 0,1 1 0,-1-1 0,-1 1 0,3 3 0,-1 1 5,0-1 0,-1 1 0,0 0 0,0 0 1,0 0-1,-1 0 0,0 0 0,-1 0 1,1 10-1,-2-12 13,0 0 0,1 0 0,-2 0 0,1-1 0,0 1 0,-1 0 0,0-1 1,0 1-1,-1-1 0,1 1 0,-1-1 0,0 0 0,0 0 0,0 0 0,0-1 0,-1 1 0,-5 3 0,-10 9 236,-1-1 0,-29 16 1,12-8 83,27-16-221,-7 4 159,1 1 1,0 0 0,-22 23 0,38-35-243,0 0 0,-1 0 0,1 0 0,0 1 1,0-1-1,-1 0 0,1 0 0,0 1 0,0-1 0,0 0 0,-1 1 1,1-1-1,0 0 0,0 1 0,0-1 0,0 0 0,0 1 1,0-1-1,0 0 0,0 1 0,-1-1 0,1 0 0,0 1 0,1-1 1,-1 0-1,0 1 0,0-1 0,0 0 0,0 1 0,0-1 0,0 0 1,0 1-1,0-1 0,1 0 0,-1 1 0,0-1 0,0 0 1,0 1-1,1-1 0,-1 0 0,0 0 0,0 1 0,1-1 0,-1 0 1,0 0-1,1 0 0,-1 1 0,0-1 0,0 0 0,1 0 1,-1 0-1,0 0 0,1 0 0,-1 0 0,1 0 0,-1 0 0,1 0 1,24 3-135,-22-2 255,305 2 866,-281-5-969,1-1-1,0-2 1,30-9 0,78-31-715,-133 44 619,37-11-3575,-12 12-3347,-9 6-230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6:36.2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68 7491,'0'0'6318,"15"-11"-5624,4-3-473,30-17 1,-45 29-202,0 0 0,0 1 1,0-1-1,0 1 1,0 0-1,0 0 0,0 1 1,0-1-1,1 1 1,-1 0-1,0 0 1,0 0-1,0 1 0,1-1 1,-1 1-1,0 0 1,0 0-1,0 0 0,0 1 1,0 0-1,0-1 1,-1 1-1,1 1 1,-1-1-1,1 0 0,-1 1 1,3 3-1,-1-2-6,-1 0-1,1 1 1,-2 0 0,1 0-1,0 0 1,-1 1-1,0-1 1,0 1 0,-1-1-1,1 1 1,-1 0-1,-1 0 1,1 0 0,-1 0-1,0 1 1,0 5 0,-1-7 38,-1-1 0,1 1 1,-1-1-1,0 1 1,0-1-1,-1 0 1,0 0-1,1 0 0,-1 1 1,-1-2-1,1 1 1,0 0-1,-1 0 1,0-1-1,0 1 0,0-1 1,0 0-1,-1 0 1,1 0-1,-5 2 1,-8 6 285,-1-1 1,0-1 0,-25 9-1,31-13-227,-22 7 107,5-1 2285,28-10-2484,0-1-1,0 0 1,0 0 0,0 0-1,0 0 1,0 0-1,0 0 1,0 1-1,0-1 1,0 0-1,0 0 1,0 0 0,0 0-1,0 0 1,0 0-1,0 1 1,0-1-1,0 0 1,0 0-1,0 0 1,0 0-1,1 0 1,-1 0 0,0 0-1,0 0 1,0 1-1,0-1 1,0 0-1,0 0 1,0 0-1,0 0 1,1 0 0,-1 0-1,0 0 1,0 0-1,0 0 1,0 0-1,0 0 1,0 0-1,0 0 1,1 0-1,-1 0 1,0 0 0,0 0-1,0 0 1,0 0-1,0 0 1,0 0-1,1 0 1,-1 0-1,0 0 1,0 0 0,0 0-1,0 0 1,25 1 172,67-2-129,0-5 0,0-3 1,-1-4-1,116-33 1,-180 39-3473,53-7 1,-8 9-3352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6:36.7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8516,'0'0'6563,"67"17"-5939,-11-7-544,6-5-64,2-3-32,-8-2-2257,-8 0-1024,-13 5-769,-16 7-1217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6:37.1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7379,'0'0'9029,"104"43"-8181,-32-38-592,9-5-256,7 0-112,11 0-2049,-6-19-2929,-4-8-2594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6:40.7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88 401 5475,'0'0'7478,"-13"-5"-6152,2 1-945,0 0 1,-20-12-1,29 14-334,0 0 1,1 0-1,-1 0 0,0 0 1,0 0-1,1-1 0,0 1 1,-1-1-1,1 1 0,0-1 1,0 1-1,0-1 0,0 0 1,1 1-1,-1-1 0,1 0 0,0 0 1,0 1-1,0-1 0,0 0 1,0 0-1,1-5 0,0-4 138,-1 9-139,-1-18 302,2 0 1,6-41 0,-5 55-310,0-1 1,0 1 0,1 0 0,0 0 0,0 0 0,1 1 0,-1-1 0,1 1 0,1 0 0,-1 0 0,12-10 0,-7 7-10,1 2 0,0-1 0,1 1 0,-1 1 0,1 0 1,1 1-1,-1 0 0,1 0 0,0 1 0,0 1 0,0 0 0,0 0 0,1 2 0,-1-1 0,1 2 0,-1-1 1,22 4-1,-27-2-24,1 1 0,-1 0 0,0 0 0,1 1 0,-1 0 0,-1 0 0,1 1 0,0 0 0,-1 0 0,0 0 0,0 1-1,0 0 1,0 0 0,-1 0 0,0 1 0,0 0 0,5 9 0,1 1-7,-1 1-1,0 0 1,-2 1-1,0 0 1,9 33-1,-8-10 67,-1 1-1,-2 0 1,-3 1 0,-1 60-1,-2-101 10,0-1-39,1-1 1,-1 1-1,0 0 0,0-1 0,0 1 1,0 0-1,0-1 0,0 1 1,0 0-1,0 0 0,0-1 0,0 1 1,0 0-1,0-1 0,0 1 1,-1 0-1,1-1 0,0 1 0,-1-1 1,1 1-1,0 0 0,-1-1 0,1 1 1,-1-1-1,1 1 0,0-1 1,-1 1-1,1-1 0,-1 1 0,0-1 1,1 1-1,-1-1 0,1 0 1,-1 0-1,0 1 0,-1-1 0,2 0-6,0 0 0,0 0 0,0 0 1,-1 0-1,1 0 0,0 0 0,0 0 0,0-1 0,-1 1 0,1 0 0,0 0 0,0 0 0,0 0 0,0-1 0,0 1 0,-1 0 0,1 0 0,0 0 0,0-1 0,0 1 0,0 0 0,0 0 0,0 0 0,0-1 0,0 1 0,0 0 0,0 0 0,0 0 0,0-1 0,0 1 0,0 0 0,0 0 0,0-1 0,0 1 0,0 0 0,0 0 0,0 0 0,0-1 0,0 1 0,0 0 0,1-1 0,-1-4 185,0-15 82,-1-5-193,1-1 0,2 1-1,0 0 1,2 0 0,7-28 0,-2 27-63,1 1 0,1 0 0,1 0 1,1 1-1,1 1 0,1 0 0,1 1 1,2 1-1,0 0 0,33-29 0,-44 45-33,0 0-1,0 0 0,0 1 0,1 0 0,0 0 0,0 1 0,10-3 0,-16 5-5,1 0 0,0 0 0,0 1-1,0-1 1,0 1 0,0 0-1,-1 0 1,1 0 0,0 0 0,0 0-1,0 1 1,0-1 0,0 1-1,-1 0 1,1 0 0,0 0-1,0 0 1,-1 1 0,1-1 0,-1 0-1,1 1 1,-1 0 0,0 0-1,4 3 1,0 5-11,0 0 1,-1 0-1,0 1 1,-1-1-1,0 1 0,-1 0 1,0 0-1,0 0 1,0 13-1,4 40-549,-2 0 0,-6 79 1,0-55-1717,1-11-2247,0-10-2770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6:44.8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106 9 4594,'0'0'11501,"0"-8"-6144,-30 112-3398,-36 140-305,63-228-1589,0 0 1,-1 28 0,4-40-53,0 1 0,0-1 0,1 1 0,-1-1 0,1 1 0,0-1 0,0 1 0,1-1 0,-1 0 0,1 1 0,0-1 0,0 0 0,1 0 0,3 5 0,9 6 19,1-1 0,0 0 0,1-1 0,34 19 0,-6-4 83,-10-4-86,-1 1 0,-1 1 1,-1 2-1,34 39 0,-53-51-21,0 0 0,-1 1 0,-1 0 0,-1 0 0,0 1 0,-1 1 0,-1 0 0,-1 0 0,-1 0 1,8 41-1,-9-10 41,-3 84 0,-2-84-38,-2-2 4,-2-1 0,-2 1 1,-2-1-1,-2-1 0,-3 0 0,-26 68 1,-19 53 30,51-139-40,0-1-1,3 1 1,0 0 0,0 35-1,4 6-8,-4 217 17,3-149-17,2-128 0,0 0-1,1 1 1,0-2-1,0 1 1,1 0-1,0 0 1,1-1-1,0 1 0,0-1 1,6 8-1,9 12 12,33 36-1,-12-16-12,-13-13-12,39 69 0,-59-91 13,-1 0 1,0 1-1,-1-1 1,0 1-1,-1 1 1,-1-1-1,0 0 1,-1 1-1,0 17 1,0-22-3212,4-10 764,9-14-950,-12 10 2674,26-32-5735,7-16-3385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6:49.2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293 66 80,'0'0'3676,"-5"-2"-2870,-15-6 179,16 6 1210,-21 2 1228,13 0-2976,-5-1 290,-1 1 1,1 1 0,0 0-1,0 2 1,0 0 0,-22 7 0,39-10-711,0 0 1,0 0-1,0 0 1,0 0-1,0 0 1,1 0-1,-1 0 1,0 1 0,0-1-1,0 0 1,0 0-1,0 0 1,0 0-1,0 0 1,0 0-1,0 0 1,0 1-1,0-1 1,0 0 0,0 0-1,0 0 1,0 0-1,0 0 1,0 1-1,0-1 1,0 0-1,0 0 1,0 0-1,0 0 1,0 0 0,0 0-1,0 1 1,0-1-1,0 0 1,0 0-1,0 0 1,0 0-1,0 0 1,0 0-1,0 1 1,-1-1 0,1 0-1,0 0 1,0 0-1,0 0 1,0 0-1,0 0 1,0 0-1,0 0 1,-1 0-1,1 0 1,0 0 0,0 0-1,0 0 1,0 0-1,-1 0 1,21 4 395,301 2 429,-207-7-744,28 3-46,152-4 87,-279 0-42,-13 2-17,-23 0 150,-335 16-61,56 1-230,14-11 129,280-7-66,5 1-12,0 0 1,-1 0 0,1 0 0,0 0 0,0 0 0,-1 0-1,1 1 1,0-1 0,0 0 0,0 1 0,0-1-1,-1 1 1,1-1 0,0 1 0,0-1 0,0 1 0,-1 1-1,36 1-45,594-6 1030,39-42-483,-259 14-180,-296 23-218,361-20 459,-455 26-430,-24 1-977,-29-1-2476,0 0-1320,0-6-2158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6:50.5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0 271 6339,'0'0'8228,"0"1"-7713,19 214 1962,-1-28-1291,-16-159-1022,-1 24 2724,2-62-1680,2-17-1014,-2 0-1,-1 1 0,-3-46 0,0 23-157,1-293 17,1 327-59,-1 0 1,2 0-1,0 0 0,1 0 1,7-21-1,-9 31-4,1 0 0,0 0 0,1 1 0,-1-1 0,1 1 0,0-1 1,0 1-1,0 0 0,0 0 0,1 0 0,-1 1 0,1-1 0,0 1 0,0 0 0,1 0 0,-1 0 1,1 1-1,-1-1 0,9-2 0,-3 2-230,0 1 1,1-1-1,-1 2 1,1-1 0,0 2-1,-1-1 1,1 1-1,0 1 1,14 2-1,-19-1-38,0-1 0,0 1 0,0 0-1,0 0 1,0 0 0,-1 1-1,1 0 1,-1 0 0,1 0 0,-1 1-1,0 0 1,-1 0 0,1 0 0,-1 1-1,1-1 1,-1 1 0,4 7-1,-4-4-505,0 1 0,0 0-1,-1 0 1,0 1 0,0-1-1,-1 1 1,0-1 0,-1 1-1,1 15 1,-1 35-4226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6:50.8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44 8180,'0'0'8019,"45"5"-7410,6-5-369,5 0-240,13 0-544,6-17-1874,-3 2-2272,-7-2-2241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6:51.2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0 9316,'0'0'6774,"-5"16"-5859,-1 7-544,0-1 0,2 1 0,0 0-1,0 34 1,4 107 1334,0-10-2595,0-51-9892,0-89 2674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6:51.6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8852,'0'0'6200,"11"28"-5343,32 93-126,-39-107-566,0-1 1,-1 1 0,-1 0 0,-1 0-1,1 0 1,-2 0 0,-2 21 0,1 1 170,1 1-309,0-26 495,0-19 1823,0-8-2010,0-4-86,0 0 0,6-34 0,-5 47-236,1 0 0,0-1 0,1 1 0,0 0 0,0 0 0,0 1 0,1-1 0,0 1 0,0 0 0,10-11 0,-8 10-12,0 1 0,-1 0 0,2 1 0,-1-1 0,1 1 0,0 0 0,0 1 0,0 0 0,0 0 0,1 1 0,0-1 0,0 2 0,0-1 0,0 1-1,0 0 1,0 1 0,0 0 0,1 0 0,-1 1 0,0 0 0,16 2 0,-19 0-7,0 0 0,0 0 0,0 0-1,0 0 1,-1 1 0,1 0 0,-1 0 0,0 1 0,0-1-1,0 1 1,0-1 0,0 1 0,-1 1 0,0-1-1,0 0 1,0 1 0,0 0 0,3 6 0,1 5-40,0-1 1,-2 1 0,1 0-1,4 28 1,-6-21-1029,0 39-1,-6-6-4716,-4-36 621,-3-5-1129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6:52.0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11365,'0'0'7220,"177"182"-6596,-148-88 48,-10 5-160,-11-3-400,-8-7-16,0-7-96,-32-5-192,-16-2-896,-3-3-1489,0-7-2226,11-20-3168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6:52.3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163 37 5539,'0'0'10436,"-24"-5"-10068,46 2 17,7 1-289,1-5-32,-1 0-128,6-1-1505,-1 4-2017,-1 4-2480</inkml:trace>
  <inkml:trace contextRef="#ctx0" brushRef="#br0" timeOffset="1">0 227 9076,'0'0'6707,"158"19"-6659,-78-14-96,11-3-544,5-2-3042,-15 0-2593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6:53.1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 6915,'0'0'5803,"2"8"-4912,-2-7-873,11 44 1074,-2 0-1,-2 0 0,2 51 0,-9-50 11,0-45-259,0-5-288,0-5-474,1 1 0,1-1 0,-1 1 0,1-1-1,1 1 1,0 0 0,6-13 0,34-55-98,-34 61 12,0 1 0,1 0 0,0 1 1,1 0-1,1 1 0,0 0 0,0 1 1,28-20-1,-38 30 8,0 0-1,1-1 1,-1 1-1,0 0 1,1 0 0,-1 0-1,1 0 1,0 1-1,-1-1 1,1 1 0,-1-1-1,1 1 1,0 0-1,-1 0 1,1 0-1,0 0 1,-1 1 0,1-1-1,0 1 1,4 1-1,-5 0-11,1-1 0,-1 1 0,1 0 0,-1 0 0,0 1 0,1-1 0,-1 0 0,0 1 0,0 0 0,-1-1 0,1 1 0,-1 0 0,1 0 0,-1 0 0,0 0 0,1 4 0,5 15 35,-2 0-1,-1 1 1,3 45-1,-7 72-1770,-1-65-2737,1-38-419,0-9-1243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6:53.4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8644,'0'0'7379,"0"130"-6418,0-72-369,0-5-144,0-5-448,0-10-48,8-4-864,16-12-1665,8-8-801,11-12-352,0-2-271,-1 0 1744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6:53.8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33 165 2001,'0'0'8289,"-4"4"-7307,2-1-796,-7 12 622,9-14-778,0-1 1,0 1 0,0 0 0,0-1 0,0 1-1,0-1 1,0 1 0,0-1 0,0 1 0,0-1-1,1 1 1,-1-1 0,0 1 0,0-1-1,0 1 1,1-1 0,-1 1 0,0-1 0,1 1-1,-1-1 1,0 0 0,1 1 0,-1-1 0,1 1-1,-1-1 1,0 0 0,1 1 0,-1-1-1,1 0 1,-1 0 0,1 0 0,-1 1 0,1-1-1,-1 0 1,1 0 0,0 0 0,0 0-1,13 3 260,0 0-1,1-1 0,-1-1 0,1-1 0,-1 0 0,1-1 0,17-3 1,-29 4-223,0-1 1,0 1 0,-1-1-1,1 0 1,0 0 0,-1 0-1,1 0 1,-1-1 0,0 1-1,1-1 1,-1 1 0,0-1-1,0 0 1,0 0 0,0 0-1,0 0 1,0 0 0,-1-1-1,1 1 1,-1 0 0,1-1-1,-1 1 1,0-1 0,0 1 0,1-6-1,0-1 197,0 0 0,-1 0 0,0 0 0,-1-1 0,0 1 0,-1-14 0,0 19-236,0 1 1,1 0 0,-1 0 0,0-1 0,-1 1 0,1 0 0,-1 0 0,1 0 0,-1 0 0,0 0 0,0 1 0,0-1 0,-1 0 0,1 1 0,0 0 0,-1-1 0,0 1 0,1 0 0,-1 0 0,0 1-1,0-1 1,0 1 0,0-1 0,-1 1 0,1 0 0,-4-1 0,-7-1-152,0 0 0,0 0-1,0 2 1,-27-1 0,36 2-221,1 0 0,-1 0 0,1 1 0,0-1 0,-1 1 0,-5 2 0,8-2 42,1 0 1,-1-1-1,1 1 1,0 0-1,-1 0 1,1 0-1,0 0 1,-1 0-1,1 0 1,0 0-1,0 0 1,0 1-1,0-1 1,0 0-1,0 1 1,1-1-1,-1 1 0,0-1 1,1 1-1,-1 2 1,-1 17-5950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6:54.1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214 0 7443,'0'0'9618,"-16"2"-9050,6-2-512,4 0-42,0 0 0,1 1-1,-1-1 1,0 1 0,1 1 0,-7 1 0,11-3-7,-1 1 1,0 0 0,1 0-1,-1 0 1,1 0-1,-1 0 1,1 0 0,0 0-1,-1 0 1,1 0 0,0 1-1,0-1 1,0 1-1,0-1 1,0 0 0,0 1-1,0 0 1,1-1-1,-1 1 1,0 0 0,1-1-1,-1 1 1,1 0-1,0-1 1,0 1 0,-1 0-1,1 3 1,2 17 18,1-1 0,1 1 0,1-1 1,1 1-1,0-2 0,2 1 0,10 20 0,-4-7 12,12 43 0,-17-29-18,-2-1-1,-2 1 0,-2 93 0,-4-105-16,2-33 19,-1-1-1,0 0 1,0 1-1,0-1 1,-1 0 0,1 0-1,0 1 1,-1-1-1,0 0 1,1 0-1,-1 0 1,0 0-1,0 1 1,0-1-1,-1-1 1,1 1-1,0 0 1,-3 2-1,2-3 15,0 0 0,0 0 0,0 0 0,0 0 0,0-1 1,0 1-1,0-1 0,0 1 0,0-1 0,0 0 0,0 0 0,0 0 0,-1 0 0,1 0 0,0-1 0,0 1 0,0 0 0,0-1 0,0 0 0,-3-1 0,-2-1 61,0 0 0,0-1 0,1 1 0,-1-2 0,1 1 0,0-1 0,0 0 0,0 0 0,1-1 0,-1 1 0,-4-9 1,-2-2-17,1 0 1,1-1 0,-11-25 0,13 24-210,2 0 1,0-1-1,1 1 1,1-1-1,1-1 1,1 1-1,0 0 1,2-20-1,-1 34-210,1 0-1,0 0 0,1 0 0,-1 0 0,1 1 1,0-1-1,0 0 0,1 0 0,-1 1 0,1-1 0,0 1 1,0-1-1,1 1 0,5-7 0,22-24-4781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6:54.5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8628,'0'0'8692,"9"26"-7532,30 85-26,-35-100-970,0 0-1,0 1 1,-1-1-1,-1 1 0,0 0 1,-1 0-1,0 19 1,0-31-65,0 0 0,0 1 0,0-1 0,0 0 0,0 0 0,-1 0 0,1 0 0,0 0 0,0 0 0,0 0 0,0 0-1,0-1 1,-1 1 0,1 0 0,0 0 0,0-1 0,0 1 0,1-1 0,9-8 386,0 0 0,14-15-1,3-2-270,-13 10-31,-12 13-147,1-1 1,-1 1 0,0 0 0,1 0-1,0 0 1,6-3 0,-10 6-49,0 0 1,0 0-1,0 0 0,1 0 0,-1 0 1,0 0-1,0 0 0,1 0 0,-1 1 1,0-1-1,0 0 0,0 0 0,0 0 1,1 0-1,-1 0 0,0 1 0,0-1 1,0 0-1,0 0 0,1 0 0,-1 1 1,0-1-1,0 0 0,0 0 0,0 0 1,0 1-1,0-1 0,0 0 0,0 0 1,0 1-1,0-1 0,0 0 0,0 0 1,0 0-1,0 1 0,0-1 0,0 0 1,1 14-359,-1-13 268,3 129-5660,-8-44-2327,-11-18-1892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6:55.5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125 106 3986,'0'0'7734,"-25"0"-5373,-46 0-1349,43 0 1729,40 0-219,695-7-46,-703 7-2550,10-1 418,-8-9-632,-5 6-70,1 2-166,0-1 1,0 1 0,0-1-1,0 1 1,0 0 0,1 0 0,-1 0-1,1 0 1,-1 0 0,1 0-1,3-1 1,15-12-3640,18-26-4601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6:56.1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 7732,'0'0'7299,"36"0"-6376,235 4 654,-192-2-1068,-30 0 237,92-9 0,-139 7-694,1 0 83,1-1 0,0 1 0,-1-1 0,1 0 0,-1 0 0,0 0 0,1 0 0,5-4 552,-20 14-5955,3-3 3478,0-1 1,-16 9-1,-22 7-3209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7:02.4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1 297 6947,'0'0'8540,"0"6"-8433,5 30 247,1-1 1,12 36-1,5 24 264,-16-60-379,3 14 152,-2 1-1,3 71 1,-11-121-180,0-1 410,0-1-539,-1 0 0,1 0 0,0 0 0,-1 0-1,0 0 1,1 0 0,-1 0 0,0 0 0,0 1-1,0-1 1,0 0 0,0 0 0,0 1 0,-2-2-1,-6-10 40,1-2-46,1-1 1,1 0 0,0 0 0,1-1 0,0 0 0,2 0 0,-3-23 0,1-124 94,6 118-139,-2 1-32,1-5-8,5-53 0,-3 88 5,0 0 0,2 0 0,-1 1 0,2-1 0,0 1 0,0 0 0,15-26 0,-17 37-117,-1-1-1,0 1 1,1 0-1,0-1 0,0 1 1,0 0-1,0 1 1,1-1-1,-1 1 1,1-1-1,-1 1 1,1 0-1,0 0 1,0 1-1,0-1 0,0 1 1,0 0-1,0 0 1,0 0-1,0 0 1,0 1-1,1-1 1,-1 1-1,0 1 0,0-1 1,1 0-1,-1 1 1,0 0-1,0 0 1,0 0-1,0 1 1,0-1-1,0 1 0,0 0 1,0 0-1,-1 0 1,1 0-1,-1 1 1,0 0-1,5 3 1,-1 4-635,0-1 1,-1 1 0,0 1 0,0-1 0,-1 1-1,-1 0 1,0 0 0,0 0 0,-1 1-1,0-1 1,-1 1 0,1 17 0,-1 32-4418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7:02.7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49 9124,'0'0'6611,"69"0"-6259,-5 0-352,19 0-128,16-7-1120,6-10-3266,-7-7-2498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7:03.1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134 1 10453,'0'0'4914,"-99"163"-3313,80-95-897,6-1-16,10-7-383,3 0-145,0-7-160,24-7 0,11-8-737,8-11-863,2-10-1666,6-12-1280,-3-5-3938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7:03.5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0 498 2481,'0'0'13121,"6"18"-12460,-1-4-491,1 2 10,-1 0 0,-1 1 1,0-1-1,-1 1 0,1 25 1,-2-17 137,-1-15-157,0-1-1,-1 0 1,0 1 0,-1-1 0,-3 16 0,4-24-117,0 0-1,0-1 1,-1 1-1,1 0 1,-1-1 0,1 1-1,0-1 1,-1 1 0,1-1-1,-1 1 1,0-1 0,1 0-1,-1 1 1,1-1 0,-1 1-1,1-1 1,-1 0-1,0 0 1,1 1 0,-1-1-1,0 0 1,1 0 0,-1 0-1,0 0 1,0 1 0,1-1-1,-1 0 1,0-1-1,1 1 1,-1 0 0,0 0-1,1 0 1,-1 0 0,0 0-1,1-1 1,-1 1 0,0 0-1,1-1 1,-1 1 0,1 0-1,-1-1 1,0 1-1,1-1 1,-1 1 0,1 0-1,-1-1 1,1 0 0,0 1-1,-1-1 1,1 1 0,-1-1-1,1 0 1,0 1-1,0-1 1,-1 0 0,0-7-14,-1 1-1,1-1 1,1 1 0,0-1 0,0 1 0,0-1 0,1 1 0,0-1 0,0 1 0,1-1-1,0 1 1,0 0 0,1 0 0,0 0 0,0 0 0,1 0 0,-1 1 0,2 0-1,7-11 1,-4 8-36,0 1 0,1 0 1,0 1-1,0 0 0,1 0 0,-1 1 0,1 0 0,1 1 0,-1 0 0,1 1 0,0 0 0,0 0 0,0 1 0,0 1 0,1 0 0,-1 0 1,19 1-1,-27 1-2,-1 0 0,1 0 0,-1 1 0,1-1 1,-1 1-1,1 0 0,-1 0 0,0-1 0,1 2 1,-1-1-1,0 0 0,0 0 0,1 1 0,-1-1 1,0 1-1,3 3 0,-1 0-7,0 0 0,0 1 0,0-1 1,-1 0-1,0 1 0,4 9 0,-1 2 4,-1 1-1,0-1 1,-2 0 0,3 20-1,-5 51-695,-2-72-226,1 1 0,0-1 0,1 0-1,0 0 1,1 0 0,1 0 0,1 0 0,6 16 0,12 6-3942</inkml:trace>
  <inkml:trace contextRef="#ctx0" brushRef="#br0" timeOffset="1">770 0 12854,'0'0'2625,"131"128"-1889,-101-39 1,-12 0-33,-10 0-16,-8-10-560,0-11 177,-13-3-241,-19-15 80,-3-4-288,6-5 32,5-10-1889,16-7-2033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7:03.9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10997,'0'0'6131,"190"0"-6131,-126 5-144,-2 0-1281,-6 0-1648,-11 2-1890,-18 0-1359</inkml:trace>
  <inkml:trace contextRef="#ctx0" brushRef="#br0" timeOffset="1">123 149 4434,'0'0'11974,"-56"17"-11494,91-9-480,18 4 256,17-5-256,5-5-496,2-2-2738,-2 0-2561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7:04.4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0 7491,'0'0'6038,"0"16"-5379,0 301 3276,1-295-3763,0-16-86,0 0 0,-1 1 0,0-1 1,-1 0-1,1 0 0,-1 0 0,-3 11 1,3-27 1068,6-14-680,7-2-386,1 0 1,1 2-1,1 0 1,1 0 0,1 2-1,39-40 1,-44 50-60,0 0 1,16-11 0,-24 20-26,0 1 0,0-1 0,1 1 1,-1 0-1,0 0 0,1 0 0,-1 1 1,1-1-1,0 1 0,-1 0 0,1 0 1,5 1-1,-8 0-8,0 0 0,0 0 0,-1 1 0,1-1 0,0 1-1,0 0 1,-1-1 0,1 1 0,0 0 0,-1 0 0,1 0 0,-1 0 0,1 0 0,-1 0 0,0 1 0,1-1 0,-1 0 0,0 1 0,0-1 0,0 1 0,2 2 0,16 39-84,-17-36 83,10 30 3,-3 0 0,9 59 0,8 37-3707,-24-125 2563,1-1-1,0 0 1,0 1-1,0-1 1,1 0-1,0-1 1,9 13-1,11 5-5718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7:04.9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0 10037,'0'0'6002,"-1"21"-5521,-10 90 778,-9 150 205,19-236-1456,1-15 10,-1 1 0,3 19 0,-1-27-40,-1 0 0,1 0 0,0-1 0,0 1 0,0 0-1,0 0 1,0-1 0,0 1 0,1 0 0,0-1 0,-1 1 0,1-1 0,0 0 0,3 4 0,1-2-236,0 0 1,1-1-1,-1 1 0,0-1 1,1 0-1,0-1 0,0 0 1,0 0-1,0 0 0,0-1 1,14 1-1,6-1-1400,48-3 0,-66 1 1274,-1 0 0,1-1 0,0 0 0,-1 0 0,14-7-1,-18 7 381,1 1-1,-1-2 0,0 1 0,0 0 1,-1-1-1,1 0 0,0 0 0,-1 0 0,0 0 1,1-1-1,-2 1 0,5-6 0,-2 7 2439,10 7-2312,-8 0 132,1-1 0,-1 0 0,1 0 0,0-1 0,0 0 0,0 0-1,1-1 1,-1 0 0,1 0 0,-1-1 0,10 0 0,-3 0 37,-8-1-52,1 1 0,-1-1 0,0 0 0,0-1 1,1 0-1,7-2 0,-13 3-160,0-1 0,0 0 0,0 0 0,0 0 0,0 0 0,0-1 0,-1 1 0,1 0 0,0-1 0,-1 1 0,1-1 0,-1 0 0,0 0 0,1 1 0,-1-1 0,0 0 0,0 0 0,0 0 0,0 0 0,-1 0 0,1 0 0,0 0 0,-1 0 0,1-4 0,1-5 72,-1 0 1,-1-1-1,1 1 0,-2 0 0,1 0 0,-2-1 0,1 1 0,-2 0 0,1 0 0,-1 1 0,-9-21 1,9 25-153,0 0 0,0 0 1,-1 1-1,1-1 1,-1 1-1,0 0 1,-1 0-1,1 0 1,-1 1-1,0 0 1,0 0-1,0 0 1,-1 0-1,1 1 0,-1 0 1,0 0-1,0 0 1,0 1-1,0 0 1,-1 0-1,1 1 1,-8-2-1,2 3-241,0-1-1,0 1 0,0 1 1,0 0-1,1 1 1,-1 0-1,0 1 0,1 0 1,0 0-1,-22 11 1,26-10-231,0 0 0,0 1 0,1 0 1,-1 0-1,1 0 0,0 0 0,-7 9 0,9-8-271,1-1 0,-1 0 0,1 1 0,0 0 0,0 0 0,0 0 0,1 0 0,0 0 0,-2 12 0,2 19-6364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7:05.4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377 78 1553,'0'0'13246,"-23"-13"-11272,-73-40-859,94 51-1051,-1 0-1,0 1 0,0 0 1,0-1-1,0 1 0,-1 1 1,1-1-1,0 0 0,0 1 1,-1-1-1,1 1 0,0 0 1,-1 0-1,1 0 0,0 1 1,0-1-1,-6 3 0,6-2-18,0 1 0,0 0 0,0 0 0,1 0 0,-1 0 0,0 0 0,1 1 0,0-1 0,0 1 0,-3 4 0,4-7-42,-1 3 22,0 0-1,0 0 1,0 1-1,0-1 0,1 1 1,-1-1-1,1 1 1,0-1-1,-1 6 0,2-8-22,0 0 0,0 0 0,0 0 0,0 0-1,0 0 1,0 0 0,0 0 0,0 0 0,0 0-1,0 0 1,1 0 0,-1 0 0,0-1 0,1 1-1,-1 0 1,1 0 0,-1 0 0,1 0-1,-1 0 1,1-1 0,0 1 0,-1 0 0,1 0-1,0-1 1,0 1 0,-1 0 0,1-1 0,0 1-1,0-1 1,0 1 0,0-1 0,0 0-1,0 1 1,0-1 0,0 0 0,0 0 0,1 1-1,26 2 247,52-1 0,-68-2-21,-11 0 232,8 21 323,4 17-753,-1 0 1,-2 1-1,-2 0 0,-2 1 1,-1-1-1,-1 50 0,-9 42 20,3-113-40,-1-1 0,-1 0 1,0-1-1,-1 1 0,-11 24 0,2-11 70,-35 52 0,42-72-53,0-1-1,-1 1 1,1-2-1,-2 1 1,1-1-1,-1 0 0,-1-1 1,-15 10-1,22-15-10,0 0 0,0-1 0,0 1 0,0-1 0,-1 0 0,1 0 0,0 0 1,0-1-1,-1 1 0,1-1 0,-1 0 0,1 0 0,0 0 0,-1 0 0,1 0 0,-1-1 0,1 0 0,0 1 0,-1-1 0,1 0 0,0-1 0,0 1 0,0-1 0,0 1 0,0-1 0,0 0 0,0 0 0,1 0 0,-1 0 0,1-1 0,-1 1 0,1-1 0,0 1 0,-3-5 0,-1-4 17,-1 0-1,1 0 0,1-1 0,0 1 1,1-1-1,0 0 0,-4-25 1,4 19-70,2-1 1,0 0 0,1 1 0,0-1 0,2 0-1,4-30 1,-3 40-115,1 0-1,-1 0 0,2 0 1,-1 1-1,1 0 0,0-1 1,1 1-1,-1 1 1,2-1-1,-1 1 0,1 0 1,0 0-1,1 0 0,-1 1 1,12-8-1,0 2-882,1 1 0,-1 0 0,34-12 0,64-15-6476,-45 18 607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7:05.8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10069,'0'0'6715,"1"25"-6070,5 177 1532,-5-10 408,-1-208-2470,1 0-1,0 0 1,1 0-1,1 1 1,1-1-1,0 1 1,1 0-1,1 0 0,0 0 1,1 1-1,0 0 1,1 0-1,1 1 1,0 0-1,1 0 1,0 1-1,1 1 0,18-16 1,-23 22-115,1 0-1,1 0 1,-1 1 0,1 0 0,0 0 0,0 1-1,0 0 1,0 1 0,0-1 0,1 1 0,-1 1-1,14-1 1,-17 2-8,-1-1 0,0 1 0,0 1 0,0-1 0,0 1 0,0-1 0,0 1 0,0 1 0,0-1 0,0 0-1,0 1 1,-1 0 0,1 0 0,0 0 0,-1 0 0,0 1 0,1-1 0,-1 1 0,0 0 0,0 0 0,-1 0 0,1 0 0,4 6 0,0 4-19,-1 0 0,0 0 0,0 1 0,-2 0 0,6 23 0,0 10-47,-2 0 1,2 61-1,-6 100-2495,-4-155 1016,-3 56-4388,-13-6-4902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9:10.0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125 112 5346,'0'0'10301,"-20"2"-9375,-64 6-286,63-2 2284,366-21-1678,-215 1-925,531-65 809,-645 76-1125,11-1 524,-52-1-351,19 3-172,1 1-1,0-1 1,-1 1-1,-8 0 0,13 1-45,1 0-101,-136 1-9741,18 3 1750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9:13.2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11 5795,'0'0'8099,"-7"-3"-7760,2 1-300,-14-4 56,18 6-89,0 0 0,1 0 0,-1 1-1,1-1 1,-1 0 0,1 0 0,-1 0 0,1 1 0,-1-1 0,1 0 0,-1 1-1,1-1 1,-1 0 0,1 1 0,0-1 0,-1 0 0,1 1 0,-1-1 0,1 1-1,0-1 1,-1 1 0,1-1 0,0 1 0,0-1 0,0 1 0,-1-1 0,1 1-1,0 0 1,0-1 0,0 1 0,0-1 0,0 1 0,0-1 0,0 1 0,0 0-1,0-1 1,0 1 0,0 0 0,1 23 233,1 0 0,1 0 1,1-1-1,1 1 0,1-1 0,1 0 1,1-1-1,20 40 0,-22-50-239,0 1-1,-1 0 1,0 0 0,5 27-1,-7 3-9196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9:13.7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510 199 4770,'0'0'312,"-26"-8"337,0-1-296,9 2-55,-1 1 0,0 1 0,0 1 0,0 1 0,0 0 0,-1 1 0,-23 1 0,34 1-167,0 1 1,-1 0-1,1 0 1,0 1-1,0 0 1,-1 0-1,1 1 0,1 0 1,-1 0-1,0 1 1,-7 4-1,5 0-17,0 0-1,1 0 0,0 0 0,0 1 1,1 1-1,0-1 0,-7 13 1,0 1 71,2 0 1,1 2-1,1-1 1,1 2 0,1-1-1,1 1 1,1 1-1,-4 33 1,5-5 61,2-1-1,2 0 1,7 64 0,-4-102-232,1 0 1,1 1-1,1-1 0,0 0 0,1-1 1,1 1-1,0-1 0,1 0 1,1 0-1,0-1 0,1 0 1,1-1-1,0 0 0,0 0 1,1-1-1,1 0 0,0-1 0,1-1 1,0 0-1,0 0 0,1-1 1,16 7-1,-5-5 55,0 0-1,0-2 1,1-1 0,0-1-1,51 6 1,-35-9 62,0-2-1,0-2 1,46-5-1,-65 2 37,0-1 0,-1-1-1,1-1 1,-1-1-1,0-1 1,-1-1 0,23-13-1,-29 13-54,-1 1-1,0-2 1,0 0 0,-1-1-1,0 0 1,0-1 0,-2 0-1,1-1 1,-2 0 0,13-20-1,-16 19-12,-1 0 0,0-1-1,-1 1 1,-1-1-1,0-1 1,-1 1 0,-1-1-1,0 1 1,-1-1-1,0 0 1,-2 1 0,0-1-1,-3-20 1,-2 8 28,-1-1 0,-1 1 0,-1 0 1,-1 0-1,-2 1 0,-16-29 0,0 8 1,-3 1 0,-2 1 0,-1 2-1,-43-42 1,47 56-108,-1 2-1,-1 1 0,-2 1 1,0 2-1,-2 2 1,-39-19-1,57 33-19,0 0 0,-1 1 0,0 0-1,-28-4 1,42 10-49,-1 0-1,0 0 1,0 1-1,1-1 1,-1 2-1,0-1 1,0 0-1,1 1 1,-1 0-1,1 1 1,-1-1-1,1 1 1,-1 0-1,1 0 1,0 1-1,0-1 1,0 1-1,0 0 1,-8 8-1,4-2-328,1 0 1,1 1-1,0 0 0,0 1 0,1-1 0,0 1 0,-8 21 1,-21 90-4067,25-82 2608,-24 89-4997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9:06.9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 8020,'0'0'5013,"-1"23"-4506,0-15-420,-1 22 306,2 1 0,1 0 0,7 47 0,-1-23 211,2 90-1,-8-58-6899,-1-78 4995,0-2-2644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9:07.4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639 321 6883,'0'0'552,"-27"-7"702,-90-18 254,107 22-1321,0 2 0,1-1 0,-1 1-1,0 1 1,1 0 0,-1 0 0,0 1 0,1 0 0,-1 0 0,0 1 0,1 1 0,-15 5 0,15-3-100,1 1 1,-1 0-1,1 0 0,0 1 0,1 0 1,0 0-1,0 1 0,0 0 0,-9 16 1,-3 4 68,2 1 1,2 1 0,0 1 0,2 0 0,1 1-1,2 0 1,-8 44 0,10-33-35,2 2 0,2-1 1,2 1-1,1-1 0,7 50 0,-4-78-109,1 0 0,1 0-1,0 0 1,1-1 0,0 0 0,2 0-1,-1 0 1,2-1 0,0 0 0,13 18-1,-7-15 20,0-2-1,1 1 0,0-2 1,1 0-1,1-1 0,0 0 1,23 12-1,-7-8 21,1-2 1,0 0-1,1-3 0,1-1 1,-1-1-1,2-3 0,-1 0 0,68 2 1,-72-8 46,1-2 0,61-9 1,-73 6-12,-1-1 0,0 0 0,-1-2 0,1-1 1,28-15-1,-25 10 31,-2-1 0,1 0 0,-2-2 0,0-1 1,-1 0-1,23-26 0,-30 28-12,-1 0-1,0-1 1,-1 0 0,-1-1 0,0 0 0,-1 0 0,-1-1-1,-1 0 1,6-26 0,-6 15-5,-1 0 0,-2-1 0,-1 1 0,-1-1-1,-2 1 1,0-1 0,-3 1 0,0 0 0,-1 0 0,-2 0 0,-1 1 0,-2 0 0,0 0-1,-2 1 1,-26-43 0,12 32 26,-2 1-1,-2 2 1,-1 0-1,-1 3 1,-2 1 0,-1 1-1,-65-42 1,52 43-76,-1 1 1,-2 3 0,0 2-1,-1 2 1,-105-26 0,112 38-71,-1 2 1,1 2 0,-59 2-1,87 3-82,-1 0 0,1 1 0,0 2 0,0-1 0,-31 11 0,41-11-102,-1 1 0,1 1 1,0 0-1,0 0 0,0 0 1,0 1-1,1 0 0,0 0 1,0 0-1,0 1 0,0 0 1,1 0-1,0 1 0,-5 9 1,5-6-460,0 0 1,2 1 0,-1-1 0,1 1-1,1 0 1,0 0 0,0 0-1,1 0 1,0 0 0,1 0-1,1 0 1,-1 0 0,5 17 0,21 76-5693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9:14.9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492 293 4114,'0'0'4567,"-16"5"-3932,-100 26 897,78-24-663,0-3 1,0-1-1,-53-2 1,60-1-512,26 0-277,1 1 0,0-1-1,0 0 1,0-1 0,0 1 0,-1-1-1,1 0 1,0 0 0,0 0 0,0 0-1,0-1 1,1 1 0,-1-1 0,0 0-1,1 0 1,-1-1 0,1 1 0,0-1-1,-1 0 1,1 0 0,1 0 0,-1 0-1,0 0 1,1 0 0,-3-5 0,1 0 38,0-1 0,1 0-1,0 0 1,0 0 0,1 0 0,0 0 0,1-1 0,-1-10 0,2-8 50,3-40 0,-3 63-159,1 0 0,0 0 0,0 0 0,1 0 0,-1 1-1,1-1 1,0 0 0,0 1 0,1 0 0,-1-1 0,1 1 0,0 0-1,0 0 1,0 1 0,1-1 0,0 0 0,-1 1 0,1 0 0,0 0-1,0 0 1,1 1 0,8-5 0,-8 5-13,1 0 1,0 0-1,0 0 1,0 1-1,1 0 1,-1 0-1,0 0 1,0 1-1,1 0 1,-1 0-1,0 1 1,0 0-1,1 0 1,-1 0-1,0 1 1,0 0-1,0 0 1,5 3-1,4 3-4,-1 1 0,0 0 0,-1 1 0,-1 1 1,1 0-1,16 20 0,-8-6-6,-1 1 1,23 41 0,-28-40 40,-1 1 0,-2 1 1,-1 0-1,-1 1 1,-1-1-1,-2 2 0,-1-1 1,-1 1-1,-2 0 0,0 40 1,-3-61 55,-1 1 0,0 0 0,-1-1 0,0 1 0,0-1 0,-1 0 0,-1 1 0,1-1 0,-2-1 0,1 1 0,-1-1 0,-1 1 0,0-2 0,0 1 0,-1-1 0,0 1 0,0-2 1,-1 1-1,-12 8 0,4-3 29,0-2 1,-2 0-1,1-1 1,-1 0 0,-1-2-1,1 0 1,-1-1-1,-1-1 1,1-1-1,-1 0 1,0-2 0,0 0-1,-35 0 1,51-3-56,0 0 0,-1 0 1,1-1-1,0 1 1,0-1-1,-1 0 0,1 0 1,0 0-1,0-1 1,0 1-1,-4-3 0,5 2-33,1 0 0,-1 0-1,1-1 1,0 1-1,0 0 1,0-1 0,0 1-1,1-1 1,-1 0-1,0 1 1,1-1 0,0 0-1,0 0 1,-2-6 0,0-4 27,1 0 0,0 0 0,1-1 0,0 1 0,1 0 0,0-1 0,4-23 0,-3 33-59,1 0 0,-1 1 0,0-1 0,1 1 0,0-1 0,-1 1 0,1 0 0,1 0 1,-1 0-1,0 0 0,1 0 0,0 0 0,-1 1 0,1-1 0,0 1 0,0 0 0,1 0 0,-1 0 1,0 0-1,1 1 0,-1-1 0,1 1 0,-1 0 0,1 0 0,7-1 0,6-1-22,0 1 0,0 1 0,0 1-1,23 2 1,-25-1 10,0 1-1,0 1 1,0 1-1,-1 0 1,18 7-1,68 37 11,-59-26-14,150 69-1826,29 16-7867,-133-62 2595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9:48.3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10517,'0'0'5570,"5"0"-5412,0 1-104,0 0-1,1 0 1,-1 1 0,0-1 0,-1 1 0,1 0 0,0 1 0,0-1-1,-1 1 1,1 0 0,-1 0 0,0 0 0,0 1 0,5 4-1,1 1 82,316 267 1814,-17 20-1479,-256-235-931,81 126 0,-127-177 199,-4-6 89,-1 0-376,0 0 1,1 0-1,0 0 0,0 0 1,0-1-1,0 1 1,1-1-1,-1 1 1,1-1-1,0 0 1,0-1-1,0 1 1,0-1-1,9 4 1,-5-5-1721,0 1 0,-1-2-1,15 1 1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9:49.4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1566 1 5170,'0'0'6419,"-23"15"-4685,-13 7-1329,-41 36-1,41-25 68,-47 58 0,-131 160 1195,-264 298 1282,197-232-1725,20 11-370,242-300-795,11-16 15,-1 1 1,0-2 0,-17 18-1,22-26 288,3-5 167,1 2-530,0-1 1,1 1 0,-1 0-1,0-1 1,1 1 0,-1 0 0,0 0-1,1-1 1,-1 1 0,1 0-1,-1 0 1,0-1 0,1 1-1,-1 0 1,1 0 0,-1 0-1,0 0 1,1 0 0,-1 0-1,1 0 1,-1 0 0,1 0 0,2-1-132,-1 1 1,0 0 0,1-1 0,-1 0 0,0 1 0,1-1 0,-1 0 0,2-1 0,7-6-2481,-7-1-3545,-28 9-6489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9:50.0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237 34 4386,'0'0'4725,"-25"5"-3858,-4 2-611,-48 17 0,71-21-198,0 0 0,1 0 0,-1 1 0,1 0 0,0 0 0,0 0 0,1 0 0,-1 1 0,1 0 0,0 0 0,0 0 0,0 1 0,1-1 0,0 1 0,0 0 0,0 0 0,1 0 0,-3 10 0,3-12-34,-3 13 48,0 0-1,2 0 1,-1 0 0,2 1 0,0-1-1,2 1 1,-1-1 0,6 35 0,-3-43-46,0-1 0,0 0 1,1-1-1,1 1 0,-1-1 1,1 1-1,0-1 0,1 0 0,0 0 1,0-1-1,0 1 0,1-1 1,0-1-1,0 1 0,1-1 1,-1 0-1,1 0 0,11 5 1,0 0 4,0-1 1,1-1-1,0-1 1,1 0-1,-1-2 0,30 5 1,-16-5 43,0-2 0,1-1 1,0-2-1,60-6 0,-81 3 63,1 0-1,-1-1 1,0-1 0,0 0-1,0-1 1,0 0 0,-1 0-1,18-14 1,-22 14-2,0 0-1,-1 0 1,0-1-1,0 0 1,0 0 0,-1-1-1,0 0 1,-1 0-1,1 0 1,-2-1 0,1 0-1,-1 1 1,3-11 0,-4 7 101,0 0 1,-1 0 0,-1 0-1,0-1 1,0 1 0,-1 0-1,-3-23 1,1 27-133,0-1 0,0 1 1,0-1-1,-1 1 0,-1 0 0,1 0 1,-1 0-1,-1 0 0,1 1 0,-1 0 0,-10-11 1,1 4-8,-1 0-1,-1 1 1,0 1 0,0 0 0,-2 1 0,1 1 0,-1 1 0,-28-11-1,21 12-87,0 0 0,0 2 0,0 1 0,0 0 0,-1 2 0,-30 0-1,36 2-53,13 1-5,-1-1 0,-1 1 0,-11 2 0,18-2-20,1 0-1,-1 1 1,1-1-1,-1 0 1,1 1 0,0-1-1,-1 1 1,1 0-1,0-1 1,-1 1-1,1 0 1,0 0-1,0 0 1,-1 0-1,1 0 1,0 0-1,0 0 1,0 0-1,1 1 1,-1-1-1,0 0 1,0 0-1,0 1 1,0 1 0,-1 5-626,1 0 1,0 0 0,0 0 0,0 0 0,1 0-1,0 1 1,1-1 0,0 0 0,0 0 0,1 0 0,0 0-1,0 0 1,1 0 0,5 10 0,-1-8-1342,0 1 1,16 16-1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9:50.4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284 1 7684,'0'0'1216,"-155"48"609,104 10-1105,11 19 65,13 9-193,17 6-224,10-3-32,5-12-304,33-5 160,18-7-192,13-22-176,6-9-896,3-20-2194,-12-14-463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9:50.8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0 9092,'0'0'4861,"-3"24"-4255,0-4-418,-3 28 426,0 70 0,8 122 2985,-4-257-1907,1-8-1457,1 0 0,5-41 1,-3 55-237,0 1 1,0-1-1,1 1 1,1 0 0,0 0-1,0 1 1,1-1-1,0 1 1,7-10-1,-5 10-6,0 0 0,1 1-1,0 0 1,0 0-1,1 1 1,0 0-1,0 0 1,0 1-1,1 0 1,0 1-1,0 0 1,1 1 0,-1 0-1,1 1 1,0 0-1,0 0 1,0 1-1,0 1 1,1-1-1,-1 2 1,0 0 0,1 0-1,11 3 1,-16-1-1,1 0 0,-1 1 0,0 0 0,1 0 0,-1 0-1,-1 1 1,1 0 0,-1 1 0,1-1 0,-1 1 0,-1 1 0,1-1 0,-1 1 0,0 0 0,0 0 0,7 11 0,4 10-97,-1 0 1,21 51-1,-26-51-990,-1-1 0,8 45 0,-4 12-6559,-7-47 424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9:51.3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1 8132,'0'0'7782,"-6"20"-7126,5-17-626,-10 34 582,1 1 1,-8 72 0,17-97-531,-3 31 228,2 0-1,6 67 1,-3-99-294,0 0 0,2 0 0,-1 0 0,2 0 0,-1-1 0,2 1 0,-1-1 0,2 0 0,-1 0 0,1-1 0,1 0 0,0 0 0,1 0 0,10 10 0,-13-16-135,0 0 1,1 0-1,0-1 1,0 0-1,0 0 1,0 0-1,0-1 1,0 1-1,1-2 0,-1 1 1,1-1-1,0 0 1,-1 0-1,1-1 1,0 1-1,-1-2 0,1 1 1,0-1-1,-1 0 1,1 0-1,-1-1 1,1 0-1,-1 0 1,12-6-1,43-32 199,-59 39-96,-1 1-1,0 0 1,0-1-1,0 1 1,0 0 0,1-1-1,-1 1 1,0 0-1,0 0 1,0 0 0,1 0-1,-1 0 1,0 0-1,0 1 1,1-1 0,-1 0-1,0 1 1,0-1-1,0 0 1,0 1 0,0-1-1,0 1 1,0 0-1,0-1 1,0 1 0,0 0-1,0 0 1,0 0-1,0 0 1,0 0 0,1 1-1,1 2-10,3 0 27,0 0 0,-1 0 0,2-1 1,-1 1-1,0-1 0,1 0 0,0-1 0,-1 0 1,1 0-1,13 2 0,2-2 40,1-1-1,23-1 1,-11-1 119,-34 1-93,1 1 0,0-1 0,0 0 0,-1 0 0,1-1 0,0 1 0,0 0 0,-1 0 0,1-1 0,0 1 0,0-1 0,-1 0 0,1 1 0,-1-1 0,1 0-1,-1 0 1,1 0 0,-1 0 0,1 0 0,-1-1 0,0 1 0,0 0 0,2-3 0,-1 0 141,-1 1 1,0-1-1,0 0 0,0-1 0,0 1 0,-1 0 0,1 0 1,-1 0-1,-1-6 0,1 6-138,0 1 0,-1-1 0,1 0 0,-1 0 0,0 1 0,0-1 0,0 1 0,-1-1 0,1 1 0,-1-1 0,0 1 0,0 0 0,0 0 0,0 0 0,-1 0 0,1 0-1,-1 0 1,0 1 0,0-1 0,0 1 0,-4-3 0,1 1-67,0 1-1,-1 0 1,1 0-1,-1 1 1,1-1-1,-1 1 1,0 1-1,1-1 1,-1 1-1,-13 0 1,18 1-116,0 0 1,0 0-1,0 1 1,0-1-1,1 0 1,-1 1-1,0 0 1,0-1-1,1 1 1,-1 0-1,0 0 1,1 0-1,-1 0 1,1 0-1,-1 0 1,1 0-1,-1 0 1,1 1-1,0-1 1,0 1-1,0-1 1,0 1-1,-2 2 0,2-2-241,0 0 0,0 0-1,1 0 1,-1 1 0,0-1-1,1 0 1,0 0 0,-1 1-1,1-1 1,0 0 0,0 1-1,0-1 1,1 0 0,-1 1-1,1-1 1,-1 0 0,1 0-1,-1 1 1,2 1 0,0-1-585,0 0 1,0 0-1,1 0 1,-1-1-1,0 1 1,5 3-1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9:51.7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237 26 8196,'0'0'5962,"-26"-4"-3739,-84-12-713,105 16-1460,-2-2 127,-1 1 1,0 0-1,0 0 0,0 1 1,0 0-1,0 0 0,0 1 1,-8 1-1,15-1-175,-1 0 0,1-1 0,0 1 0,0 0 0,0 0 0,0 0 0,0 0 0,0 0 0,0 0 0,1 1 0,-1-1 1,0 0-1,0 0 0,1 0 0,-1 1 0,1-1 0,-1 0 0,1 1 0,0-1 0,-1 1 0,1-1 0,0 0 0,0 1 0,0-1 0,0 1 0,0-1 0,0 0 0,1 1 0,-1-1 0,0 0 0,1 1 0,-1-1 0,1 0 1,-1 1-1,1-1 0,0 0 0,-1 0 0,1 0 0,0 1 0,0-1 0,0 0 0,2 1 0,7 5-10,1-1 0,1 0 0,18 7 0,18 8 32,-42-17-19,0-1 1,0 1-1,0-1 0,-1 2 1,0-1-1,0 1 0,0-1 1,0 1-1,0 1 0,-1-1 1,0 1-1,0-1 0,-1 1 1,0 1-1,0-1 0,0 0 1,-1 1-1,1-1 0,-2 1 1,1-1-1,-1 1 0,0 0 1,0 0-1,-1 12 0,0-10-8,-1 219 108,-1-210-27,0 0 0,-2 0 0,-6 22 1,7-32 41,0 0 0,0 1 0,-1-1 1,0 0-1,-1-1 0,0 1 1,0-1-1,-8 10 0,10-15-40,0 0-1,1 0 1,-1 0 0,0-1-1,0 1 1,0-1 0,-1 1-1,1-1 1,0 0 0,0 0-1,-1-1 1,1 1-1,-4 0 1,4-1-14,1 0-1,0 0 1,-1 0-1,1 0 1,0 0-1,-1 0 1,1-1-1,-1 1 1,1-1-1,0 0 1,0 1-1,-1-1 1,1 0-1,0 0 1,0-1-1,0 1 1,0 0-1,0-1 1,-3-2-1,1-2-27,1 1-1,0-1 0,0 0 1,1 0-1,-1-1 1,1 1-1,1 0 0,-1-1 1,1 1-1,0-1 0,0-10 1,0-10-174,4-39-1,-2 60-64,0 0 1,0 0-1,1 0 0,0 1 0,0-1 1,0 1-1,1-1 0,-1 1 0,1 0 0,1 0 1,-1 0-1,1 0 0,-1 1 0,1-1 0,7-5 1,4-2-1564,0 0 0,1 1 0,26-13 0,11-3-3764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9:52.1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0 9060,'0'0'7590,"-7"22"-6389,2-3-913,-32 127 1406,30-112-1408,2-14-112,1 1 1,0-1 0,0 22 0,4-41-15,2-3 173,7-12 1,1 0 0,1 1 0,0 0 0,15-13 0,-5 4-144,-17 18-178,23-25 58,49-39 0,-67 61-71,-1 1 0,1 0 1,1 0-1,-1 1 0,1 0 1,-1 1-1,1 0 0,1 0 1,-1 1-1,0 1 0,14-2 1,-20 3-18,0 1 1,0 0-1,-1 1 1,1-1-1,0 1 0,0 0 1,-1 0-1,1 0 1,0 0-1,-1 0 1,1 1-1,-1 0 1,0-1-1,6 5 1,-4-2-24,0 1 0,-1-1 1,1 1-1,-1 0 1,0 0-1,0 0 0,5 12 1,0 1-214,-1 1 0,-1 1 0,-1 0 1,4 26-1,-5-17-1068,-2-1 1,-1 58-1,-2-64-44,-2 15-2966,-12-7-1556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9:52.5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129 0 8196,'0'0'4498,"174"68"-2609,-121 18-577,-7 25-159,-14 19 255,-21 2-1055,-11-2 159,-6-9-496,-37-11-16,-13-1 0,-8-4-1057,-16-1-1344,-14-8-992,-7-12-3090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19:52.8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198 319 6739,'0'0'1113,"-27"0"1181,-133 0 1753,149 2-2750,13 1-456,26 6-367,33-3 120,87-3-1,-90-2-243,206-2 842,73-7-306,507-59 570,-528 37-1186,-161 17-103,1001-105 2155,-1150 117-2300,119-20 778,-124 21-746,-1 0 0,1 0 1,-1 0-1,1 0 0,-1 0 0,1 0 1,-1-1-1,1 1 0,-1 0 0,0 0 1,1 0-1,-1-1 0,1 1 0,-1 0 1,1-1-1,-1 1 0,0 0 0,1-1 1,-1 1-1,0-1 0,0 1 0,1 0 0,-1-1 1,0 1-1,0-1 0,1 1 0,-1-1 1,0 1-1,0-1 0,0-1-24,0 1 0,0 0 0,-1 0 0,1 0 0,0 0 0,-1 0 0,1 0 0,-1 0 0,1 0 0,-1 0 0,1 0 0,-2-2 0,-29-26-459,28 26 455,-1 0-229,1 1-1,-1-1 1,-1 1 0,1-1 0,0 1-1,0 0 1,-1 1 0,1-1-1,-1 1 1,-8-2 0,-4 2-1018,-31 0 1,25 1 348,-17 2-1213,-1 1 0,1 2 1,1 2-1,-41 12 0,-86 27-7812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0:19.5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27 105 4738,'0'0'10085,"-4"-18"-9069,-14-51-146,13 52-179,12 17 27,-2 0-696,0-1 0,0 1-1,0 1 1,0-1 0,0 1 0,0 0 0,0 0 0,0 0 0,-1 1 0,1-1 0,0 1 0,-1 0 0,1 1 0,-1-1 0,0 1 0,0 0 0,0 0-1,0 0 1,0 0 0,-1 1 0,1 0 0,-1-1 0,0 1 0,0 1 0,0-1 0,3 8 0,-2-2 10,0 0-1,-1-1 1,0 2-1,0-1 1,-1 0 0,1 11-1,-1 65 273,-3-56-111,-2 30 383,-21 115 1,1-23 83,20-119-493,2-1-1,4 58 1,-2-82-151,0 0 0,1 0 0,1 0 0,-1 0 1,1 0-1,1-1 0,-1 1 0,1-1 0,7 9 1,5 7 59,29 28 0,-12-13 12,-21-24-59,0 0 0,-2 1 0,0 0 0,0 0 0,-2 1 0,0 1 0,-1-1 0,0 1 0,-1 0 0,-1 1 0,-1 0 0,3 32 0,-5-14 84,-2-1 0,-1 1 1,-9 52-1,4-53 29,2 1-1,-1 43 1,5-62-128,1 0 0,1 0 0,1 0 0,0 0 0,1-1 0,11 31 0,60 121 3,-29-70 20,55 172 0,-79-176-29,-4 0 0,-4 1 0,-4 1 0,-4 127 0,-6-204-900,-5 35 1,4-46-1024,-1 0 0,0-1 1,-6 15-1,-1-7-9885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0:27.3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37 4994,'0'0'5867,"-7"-6"-5245,-20-20-180,20 22-278,7 8-154,1-2 14,-1 313 1913,1-292-1780,2 1 0,0-1 1,11 39-1,28 65 440,-26-84-233,-1 1 0,13 71 0,-19-3 175,0 7 66,-6-104-502,0-1 0,1 1 0,0-1 0,1 0 0,1 0 0,7 13 0,28 39 158,11 22 60,-47-78-275,0 1-1,-1 0 0,0 1 0,-1-1 1,0 1-1,2 19 0,-3-8 44,-1 0 0,0 0-1,-2 1 1,-1-1 0,-1 0 0,-1 0-1,-1 0 1,-1-1 0,0 1 0,-21 41 0,10-29-32,-56 118 265,63-126-276,1-1 0,1 2 0,-10 54-1,13-19-37,4 68-1,1-79-6,3 4 22,2 0 0,14 59 0,-9-60 1,-2 1 1,1 61-1,-9-58 67,-2 0-1,-12 73 1,6-84 6,2 0 0,3 0 0,1 0 0,6 64 1,0-94-76,0-2 0,1 1 0,0 0 0,1-1 0,1 0 0,1 0 0,15 22 0,-12-20-33,-1 1 0,-1 0 1,0 0-1,7 27 0,-13-34-331,-1 1-1,0-1 0,-1 1 1,0 0-1,-1-1 0,-3 26 1,3-38 135,0 1 0,0-1 0,0 1 0,0-1 0,0 0 0,0 1 0,0-1 0,0 1 0,0-1 0,-1 0 0,1 1 0,0-1 0,0 1 0,-1-1 0,1 0 0,0 1 0,0-1 0,-1 0 0,1 1 0,0-1 0,-1 0 0,1 0 0,0 1 0,-1-1 0,1 0 0,-1 0 0,1 0 0,0 1 0,-1-1 1,1 0-1,-1 0 0,1 0 0,0 0 0,-1 0 0,1 0 0,-1 0 0,1 0 0,-1 0 0,1 0 0,0 0 0,-1 0 0,0-1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0:27.8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10 4434,'0'0'5957,"-4"-3"-5194,4 3-733,-1-1 0,1 1 0,-1-1 0,1 1 0,-1-1 0,1 1-1,-1-1 1,1 1 0,-1 0 0,0-1 0,1 1 0,-1 0 0,0 0 0,1-1-1,-1 1 1,0 0 0,1 0 0,-1 0 0,-1 0 0,1 1-17,1 0 1,-1 0 0,0 1-1,1-1 1,-1 0 0,1 1-1,0-1 1,-1 0 0,1 1-1,0-1 1,0 0 0,0 1-1,0-1 1,0 1 0,0-1-1,1 2 1,4 101 1575,39 203 0,-6-66-618,-7 211 327,-26 3 15,-6-398-1192,-1 91 208,-44 282 1,24-304-239,-29 176-41,24 0-31,25-245-26,0-4-136,7 87-1,-5-135-100,1 1-1,0-1 1,0 0-1,0 0 0,1 0 1,0 0-1,0 0 1,0 0-1,0-1 1,1 1-1,4 5 1,-7-9 112,0-1 0,0 0 0,1 0 1,-1 1-1,0-1 0,0 0 1,1 0-1,-1 0 0,0 1 0,1-1 1,-1 0-1,0 0 0,0 0 1,1 0-1,-1 0 0,0 0 0,1 0 1,-1 0-1,1 0 0,-1 0 1,0 0-1,1 0 0,-1 0 0,0 0 1,1 0-1,0 0 0,7-4-5180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0:28.2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4722,'0'0'6059,"0"10"-5488,39 311 2665,-29-253-2857,36 232 1064,50 361 793,-48 5-1108,-73 95-749,19-707-1686,-9 115-11155,17-217 6238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0:28.7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0 4818,'0'0'5875,"-1"30"-4925,4 359 1403,30-98-1197,15 178 558,13 834 186,-61-1230-1928,0 15-167,0-30-5977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2:06.1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337 153 4258,'0'0'6179,"-9"-23"-5013,-31-70-126,39 90-983,0 0 0,-1 1 0,1-1 0,-1 1 1,0 0-1,0-1 0,0 1 0,0 0 0,0 0 0,0 0 0,0 0 0,-3-1 0,3 2-15,0 1 0,0-1 0,0 0 0,0 1 0,0-1 0,-1 1 0,1 0 0,0 0 0,-4 0 0,-3 0 69,-2-1-14,0 0 1,0 1-1,0 1 1,0 0 0,-20 4-1,25-3-86,0 0 1,0 1-1,0-1 0,0 1 0,1 0 1,-1 1-1,1-1 0,-1 1 0,1 0 1,1 1-1,-7 6 0,3-2-12,0 1 0,1 1 1,1-1-1,-1 1 0,2 0 0,0 0 0,0 1 1,1 0-1,0-1 0,1 1 0,0 1 0,1-1 1,1 0-1,0 1 0,0-1 0,1 1 0,1-1 1,0 0-1,3 14 0,-2-20 1,0 0 0,0 0 0,1-1 1,0 1-1,0-1 0,0 1 0,0-1 0,1 0 0,0-1 0,0 1 0,1 0 0,-1-1 1,1 0-1,0 0 0,0-1 0,0 1 0,0-1 0,1 0 0,-1-1 0,1 1 1,8 2-1,3 0 30,1 0 0,0-1 0,0-1 1,0 0-1,37 0 0,-50-3-9,-1 0-1,1 0 1,0 0 0,0 0-1,0-1 1,0 1-1,0-1 1,0-1 0,-1 1-1,1-1 1,-1 0 0,1 0-1,-1 0 1,1 0-1,-1-1 1,0 0 0,0 0-1,0 0 1,-1 0 0,1 0-1,-1-1 1,0 0-1,0 0 1,0 0 0,4-6-1,-1-1 137,0 0-1,-1 0 1,0-1 0,-1 1-1,0-1 1,4-22-1,-5 7 641,0 1 0,-2-29 0,-1 80-802,0 0 0,2-1 0,8 41 0,-8-57 3,0-1-1,0 1 1,1-1 0,0 0 0,1 0-1,-1 0 1,1-1 0,1 1 0,-1-1-1,1 0 1,0 0 0,0 0 0,1-1-1,0 0 1,0 0 0,10 6 0,-6-5-157,1-1 1,-1-1 0,1 1 0,0-2 0,0 0-1,1 0 1,-1-1 0,13 1 0,96-2-4170,-79-1 2364,-10-1-817,35-5 0,27-16-2658,-92 22 5387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2:06.5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 27 3217,'0'0'8997,"-14"0"-7549,-39-2-367,39 2 325,18-1-1193,51-8-180,75-3 1,-6 10-7563,-114 2 4216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2:06.8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1 592,'0'0'12096,"-4"0"-10863,-15 0-459,19 0-759,-1 0 1,0 0-1,1 1 1,-1-1 0,1 0-1,-1 0 1,0 1-1,1-1 1,-1 0 0,1 1-1,-1-1 1,1 0-1,-1 1 1,1-1 0,-1 1-1,1-1 1,0 1-1,-1-1 1,1 1-1,0 0 1,-1-1 0,1 1-1,0-1 1,0 1-1,-1-1 1,1 1 0,0 0-1,0-1 1,0 2-1,-2 22 127,2-20-34,-5 63 529,8 99-1,-3-161-973,1 0 0,0 0 1,0 0-1,0 0 0,1-1 0,0 1 0,0-1 0,0 1 1,0-1-1,1 0 0,-1 1 0,1-1 0,0-1 0,0 1 1,1 0-1,-1-1 0,1 0 0,0 1 0,5 2 1,7 2-4891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2:07.2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132 0 6851,'0'0'7542,"-15"14"-7302,11-10-214,-5 3 58,1 1-1,0 0 1,0 0 0,1 1-1,0 0 1,0 0-1,1 1 1,0 0 0,1 0-1,0 0 1,1 1-1,-6 20 1,1 18 506,-3 86 1,10 51-7,3-110-458,-1-35-71,2 0 0,14 74 0,-11-95-55,0 0 0,1 0 0,1 0 0,1-1 1,1 0-1,0 0 0,18 25 0,-21-37-218,0 1 0,0-1 0,1 0 0,-1-1 0,2 1 0,-1-2 0,1 1 0,0-1 1,10 6-1,-9-7-683,0 0 1,0-1 0,0 0-1,1-1 1,-1 0 0,1 0-1,0-1 1,16 0 0,22-1-5020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2:07.5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 7299,'0'0'4843,"0"25"-3528,-2 82-293,3-39-218,-1-51-455,0 0 0,0 0 0,-4 17 1,1-23 144,0-12 876,1-19 23,1 12-1359,1 0 0,1 0 0,0 0 0,0 1 0,0-1-1,1 0 1,0 1 0,0-1 0,1 1 0,0 0 0,1 0 0,-1 0 0,1 0-1,0 1 1,1-1 0,0 1 0,0 0 0,0 0 0,12-8 0,-12 8-36,1 1 0,0 1 0,0-1 0,1 1 1,-1 0-1,1 0 0,0 1 0,0 0 0,1 0 1,-1 1-1,0 0 0,1 0 0,-1 1 0,1 0 0,0 0 1,-1 1-1,1 0 0,13 1 0,-18 0-7,1 0-1,-1 1 1,0-1 0,0 1-1,0 0 1,0 0 0,0 0-1,0 0 1,0 0 0,-1 0-1,1 1 1,-1-1 0,1 1-1,-1 0 1,0 0 0,0 0-1,-1 0 1,1 0-1,1 4 1,3 8-45,0-1 0,7 30 0,14 94-3721,-14-67-2001,-5-26-678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2:07.9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4482,'0'0'12198,"102"20"-11270,-35-18-704,-1-2-192,1 0-32,-11 0-144,-13 2-1633,-11 6-1136,-16 4-2113,-13 0-1329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2:08.2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0 6547,'0'0'7878,"-4"24"-6928,-14 75-275,16-89-466,0 0 0,1 1 0,1 20 0,0-14 494,3-17-406,88-14 111,-88 14-406,11-1 4,0 1 1,0 0 0,0 1 0,16 3 0,-26-3-19,1 0 0,-1 1 0,0-1 1,0 1-1,0 0 0,0 0 0,0 0 0,0 1 1,0 0-1,-1-1 0,1 1 0,-1 0 1,0 1-1,0-1 0,0 1 0,0-1 0,2 5 1,-1 0-15,0 0 1,-1 1-1,0-1 0,-1 1 1,1-1-1,-2 1 1,1 0-1,-1 0 1,-1 0-1,1-1 1,-1 1-1,-1 0 1,-1 10-1,1-16 27,0 0-1,1 0 1,-1 0-1,-1 1 1,1-1-1,0 0 1,-1-1-1,0 1 1,1 0-1,-1 0 1,0-1-1,0 1 1,-1-1-1,1 1 1,0-1-1,-1 0 1,0 0-1,1 0 1,-1-1-1,0 1 1,0-1-1,0 1 1,0-1-1,0 0 1,-5 1-1,-2 1 29,1-1-1,-1-1 0,1 0 1,-1 0-1,0-1 0,0 0 1,-13-2-1,19 1-44,0 0-1,1 0 0,-1 0 1,1-1-1,-1 0 1,1 1-1,0-1 0,0-1 1,0 1-1,0 0 1,0-1-1,0 1 0,0-1 1,1 0-1,0 0 1,-1 0-1,1 0 0,0 0 1,1-1-1,-1 1 1,0 0-1,1-1 0,-2-5 1,-1-4-1155,1 0 1,0 0-1,1 0 0,0 0 1,1-20-1,1 1-4205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2:08.6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8612,'0'0'5029,"25"23"-3911,-8-7-917,1 0 26,0 1 1,-1 0-1,-1 1 1,-1 0 0,-1 1-1,-1 1 1,0 0-1,15 34 1,5 36 243,-4 2 0,-4 1-1,-4 1 1,-4 0 0,5 104 0,-19-39-185,-3-153-294,-1 1 0,0-1 1,0 1-1,0-1 1,-1 0-1,0 0 1,0 0-1,-1 0 1,0 0-1,0 0 1,0-1-1,0 1 0,-1-1 1,0 0-1,0 0 1,-1 0-1,1-1 1,-1 0-1,0 1 1,0-2-1,0 1 1,-1-1-1,1 1 1,-1-1-1,0-1 0,0 1 1,0-1-1,-9 2 1,7-2-803,0-1 0,0 0 0,0 0 0,-11-1 1,17 0 389,2 0 253,-1 0-1,0 0 1,1 0-1,-1 0 1,1 0-1,-1 0 1,1 0-1,-1 0 1,1 0-1,-1 0 1,1 0 0,-1 0-1,1-1 1,-1 1-1,1 0 1,-1 0-1,1 0 1,0-1-1,-1 1 1,1 0-1,-1-1 1,1 1-1,0 0 1,-1-1 0,1 0-1,-3-21-5162</inkml:trace>
  <inkml:trace contextRef="#ctx0" brushRef="#br0" timeOffset="1">592 412 8324,'0'0'8804,"152"0"-8676,-98-5-64,-6-7-64,-6 0-1121,-7 0-1600,-11-2-2145,-13-1-1425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2:09.0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10 2913,'0'0'12950,"-40"-10"-12662,35 54 289,-1 9 95,3 4-144,3 1-512,0-5 80,0-3-96,0-4-96,0-5-144,14-10-1953,7-4-592,3-13-2962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2:09.3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4 124 8116,'0'0'4468,"-1"20"-4177,-1 297 2054,2-158-784,-1-268 15,3-155-746,-1 243-792,1-1-1,0 0 0,10-34 0,-9 47-35,0 0 0,0 0 0,1 0 0,0 1 0,0-1 0,1 1 0,0 0 0,1 0 0,0 1 0,11-12 0,-14 16-160,1 1 0,-1-1 0,1 1 0,-1 0 0,1 0 0,0 1 0,0-1 0,0 1 0,0-1 0,0 1 0,0 1 0,0-1 0,1 1 0,-1-1 0,0 1 0,0 0 0,0 0-1,1 1 1,-1 0 0,6 1 0,-5-1-419,0 1 0,1 0 0,-1 0 0,0 0 0,0 0 0,0 1 1,0 0-1,-1 0 0,1 0 0,-1 1 0,0-1 0,0 1 0,0 0 0,4 6 0,13 28-4647</inkml:trace>
  <inkml:trace contextRef="#ctx0" brushRef="#br0" timeOffset="0.05">49 352 7443,'0'0'7428,"40"10"-7316,0-10-112,3 0-1313,5 0-2384,-8-12-1474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2:09.7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126 1 5699,'0'0'9780,"-110"103"-9108,100-60-95,4 3-241,6-5-304,0-5 144,0-7-176,0-3-16,19-4-913,8-8-1744,2-6-2113,6-8-1793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2:10.1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81 326 7796,'0'0'7318,"-11"16"-6529,-34 59 1,40-66-653,1 1 0,1-1 0,0 1 0,0 0 0,1 0 1,0 0-1,0 0 0,1 1 0,1-1 0,1 16 0,-1-7 1,0-19-39,3-5 400,68-80 752,-70 84-1251,-1 1 0,1-1 0,-1 1 0,1-1 1,-1 1-1,1 0 0,0-1 0,-1 1 0,1 0 0,0-1 0,-1 1 0,1 0 1,-1 0-1,1 0 0,0-1 0,0 1 0,-1 0 0,1 0 0,0 0 0,-1 0 1,1 0-1,0 0 0,-1 0 0,1 0 0,0 1 0,-1-1 0,1 0 1,0 0-1,-1 1 0,1-1 0,0 0 0,-1 1 0,1-1 0,-1 0 0,1 1 1,-1-1-1,1 1 0,-1-1 0,1 1 0,-1-1 0,1 1 0,-1-1 0,0 1 1,1 0-1,-1-1 0,0 1 0,1 1 0,14 31-166,-14-32 158,9 32-1121,9 22-5546,-11-40 1614</inkml:trace>
  <inkml:trace contextRef="#ctx0" brushRef="#br0" timeOffset="1">124 1 7796,'0'0'8083,"64"70"-7506,-40 11 47,-5 16-48,-14 1-304,-5 3-176,0-4-96,-34-6-48,-15-4-1216,-15 2-3378,-19-3-4819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2:11.6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448 117 6547,'0'0'5269,"-26"-20"-3652,26 20-1617,-35-26 340,-47-27 0,77 51-298,0-1 0,-1 1 0,1 0-1,0 0 1,-1 0 0,0 1 0,1 0 0,-1 0-1,0 0 1,1 1 0,-1 0 0,0 0 0,0 0 0,-5 2-1,1 1 52,1-1 0,1 2 0,-1 0 0,0 0 0,-13 9 0,18-11-67,-9 6 109,0 1 0,1 0-1,-1 1 1,2 1 0,0 0-1,0 0 1,-15 22 0,21-27-101,2 0 1,-1 0-1,0 0 1,1 0-1,0 1 1,1-1 0,-1 1-1,1 0 1,0-1-1,1 1 1,0 0 0,0 0-1,1 0 1,-1 0-1,1 1 1,1-1-1,-1 0 1,1 0 0,3 10-1,-2-14-26,-1 0-1,1 1 1,0-1-1,0 0 1,1 0 0,-1 0-1,0 0 1,1 0-1,0 0 1,0-1-1,0 0 1,0 1 0,0-1-1,0 0 1,0 0-1,1-1 1,-1 1-1,1-1 1,6 2 0,4 1 23,1-1 1,0 0-1,24 1 1,-19-3-5,0-1 1,1 0 0,-1-2 0,0 0-1,0-2 1,23-6 0,-34 7 27,1 0 0,0-1 0,-1 0 0,1 0 0,-1-1-1,-1-1 1,1 1 0,-1-1 0,0-1 0,0 0 0,0 0 0,-1 0 0,11-16 0,-16 20 66,0 0 0,0-1 0,-1 1 0,1-1 0,-1 1 0,0-1 0,0 1 0,0-1 0,-1 0 0,1 0 0,-1 1 0,0-1 0,0-5 0,0 8-102,-1 1-1,1 0 1,-1-1 0,1 1 0,-1 0-1,1-1 1,-1 1 0,1 0 0,-1 0-1,1 0 1,-1-1 0,1 1 0,-1 0 0,1 0-1,-1 0 1,0 0 0,1 0 0,-1 0-1,1 0 1,-1 0 0,1 0 0,-1 0-1,0 0 1,1 0 0,-1 1 0,1-1-1,-1 0 1,1 0 0,-1 1 0,-2 0-16,1 1 1,0-1-1,0 0 1,0 1-1,0 0 1,0-1-1,0 1 1,0 0-1,0 0 1,1 0-1,-1 0 1,1 0-1,-1 0 1,1 1 0,0-1-1,0 0 1,-1 5-1,-1 3-2,0 0 0,1-1 0,-2 14-1,3-12 10,0 1 0,0 0-1,3 18 1,-2-25-11,1-1 0,0 0 0,0 0 1,0 0-1,0 0 0,1 0 0,-1-1 0,1 1 0,0 0 0,1-1 1,-1 1-1,0-1 0,6 6 0,1-1-44,1-1 1,0 0-1,0-1 0,0 0 0,1 0 1,-1-1-1,1 0 0,1-1 0,-1-1 1,1 1-1,-1-2 0,13 2 0,22 1-1882,81-2-1,-95-3 496,-27 0 1186,2 1-464,1-1 1,0 0-1,-1-1 0,1 1 1,-1-2-1,1 1 1,-1-1-1,1 0 0,13-6 1,15-20-4763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2:11.9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1 7363,'0'0'8868,"-54"19"-7955,102-14-561,11-3-224,8-2-128,3 0-544,-6 0-1729,-14 0-1025,-15 0-1392,-24 12-112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2:12.3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25 4706,'0'0'11045,"0"12"-10485,38-12-95,15 0-417,14 0-48,8-7-2738,-3-8-2768,-3 1-3074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2:12.6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15 9828,'0'0'5939,"27"-4"-5341,-3 0-423,0 1 0,43-1 0,-64 5-152,1-1-1,0 1 0,0 0 0,0 0 1,-1 0-1,1 0 0,-1 0 0,1 1 1,-1 0-1,1 0 0,-1 0 0,0 0 0,0 0 1,0 1-1,0-1 0,4 5 0,-2 1 52,1-1-1,-2 1 0,1 0 1,6 15-1,-10-19-44,6 14 94,-2 1-1,0 0 0,-1 0 1,-1 0-1,-1 1 1,-1-1-1,-2 33 1,1-50-110,0 5 32,0 0 0,-1-1 0,1 1 0,-2 0 1,1-1-1,-1 1 0,0-1 0,0 1 1,-1-1-1,0 0 0,0 0 0,0 0 1,-1-1-1,1 1 0,-2-1 0,1 0 1,0 0-1,-1 0 0,0 0 0,0-1 1,-1 0-1,-7 5 0,-8 4 316,1-2 0,-2 0 0,0-1-1,0-1 1,0-1 0,-1-1 0,-27 4 0,69-7 1382,18-2-1715,79-1 146,102-1-60,-158-3-84,95-17-1,-141 18-140,-8 1-34,1 0 0,-1 0 0,0-1 0,1 1 0,-1-1 1,0-1-1,0 1 0,0-1 0,-1 0 0,9-6 0,-29 32-13728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2:13.2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7716,'0'0'3310,"0"29"-1682,3 185 442,-3-160-1386,-1-27-174,1 1 0,1-1 0,10 47 0,-11-73-492,0-1-1,0 1 1,1-1 0,-1 0 0,0 1-1,1-1 1,-1 1 0,0-1 0,1 1-1,-1-1 1,0 0 0,1 1 0,-1-1-1,1 0 1,-1 1 0,1-1 0,-1 0-1,1 0 1,-1 0 0,1 1 0,-1-1-1,1 0 1,-1 0 0,1 0-1,-1 0 1,1 0 0,-1 0 0,1 0-1,-1 0 1,1 0 0,-1 0 0,1 0-1,0 0 1,-1 0 0,1-1 0,-1 1-1,1 0 1,21-10 562,10-10-106,-18 10-436,0 1-1,1 0 1,0 1 0,1 0 0,-1 2 0,2-1-1,28-6 1,-25 10-35,-1 1-1,0 0 1,1 2-1,-1 0 1,28 4-1,-36-2-8,-1 0-1,0 1 0,0 0 0,0 1 0,0 0 0,0 0 1,-1 1-1,1 0 0,-1 1 0,-1 0 0,12 10 1,-13-9-6,0 0 0,0 0 0,-1 0 1,0 1-1,-1 0 0,0 0 1,0 1-1,4 10 0,-6-13 11,-1 0 0,0 0 1,0 1-1,-1-1 0,0 1 0,0 0 0,0-1 0,-1 1 0,0 0 0,0-1 0,-1 1 0,-3 12 0,3-16 3,0 1 0,-1-1 0,0 0 0,1 1 0,-1-1-1,-1 0 1,1 0 0,0 0 0,-1-1 0,1 1 0,-1 0 0,0-1-1,0 0 1,0 0 0,0 0 0,0 0 0,-6 3 0,-5 1 24,-1 0 0,-27 6 0,5-4 140,1-2-1,-2-1 0,1-2 1,0-2-1,-50-4 1,83 3-154,-1-1 0,0 1 1,1-1-1,-1 0 0,1 0 0,-1 0 1,1 0-1,-1-1 0,1 0 1,0 0-1,0 0 0,0-1 0,0 1 1,0-1-1,0 0 0,1 0 1,0 0-1,-1 0 0,1-1 0,0 1 1,0-1-1,1 0 0,-1 0 1,1 0-1,0 0 0,0 0 0,0-1 1,1 1-1,0-1 0,-1 1 1,1-1-1,0-7 0,0 8-123,1 0 0,-1-1 0,1 1 0,0 0 0,1 0 0,-1 0 0,1 0 0,-1 0 0,1 0 0,0 0 0,1 0 0,-1 0 0,1 0 0,0 0 0,0 0 0,0 1 0,0-1 0,0 1 0,1 0 0,0 0 0,4-5 0,0 3-496,1 0 0,0 0 1,0 1-1,1-1 0,-1 2 1,1-1-1,0 1 1,17-3-1,54-10-6644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2:13.5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 9396,'0'0'8324,"120"-2"-8324,-61-8 0,5 3-352,3 0-2177,-8 7-1665,-11 0-928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2:13.9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13 1617,'0'0'15831,"-14"33"-14919,46-28-511,14-5-353,21 0-96,15-5-2081,15-16-2658,2-3-2320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2:14.3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89 9188,'0'0'5699,"27"-15"-4034,95-45-836,-115 58-758,0-1 1,0 1-1,1 0 0,-1 1 0,0 0 0,1 0 1,-1 0-1,1 1 0,-1 0 0,1 1 0,-1-1 0,1 1 1,-1 1-1,0 0 0,0 0 0,1 0 0,-1 1 0,-1 0 1,1 0-1,0 0 0,-1 1 0,10 8 0,-8-5 1,0 0-1,0 0 0,-1 1 1,-1 1-1,1-1 0,-1 1 1,-1 0-1,1 0 0,-2 0 1,1 1-1,-1 0 0,-1 0 1,5 17-1,-5-9-4,-1-1 0,0 1 1,-1-1-1,-1 1 0,0-1 0,-2 1 0,-3 21 0,2-26 15,0-1-1,-1 0 0,-1 0 0,1-1 0,-2 1 0,0-1 1,0 0-1,-1-1 0,0 1 0,-15 15 0,7-12 214,0-1 0,0 0 1,-1-1-1,0-1 0,-1-1 0,-1 0 0,-36 14 0,117-24 1802,119-29-1692,-48 7-282,-37 11-32,49-8 88,-137 15-631,-10 2-1082,-9 1-618,-8 2 578,1 1 0,-1 1 0,1 0 0,-30 10 0,-54 20-5502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2:17.0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115 349 1697,'0'0'13867,"-19"-20"-12775,-5-4-638,-28-37 1,49 57-415,1 0-1,-1 0 1,1 0-1,0 0 1,1 0-1,-1 0 1,1 0-1,0-1 1,0 1-1,0 0 1,1-1-1,-1 1 1,1-1-1,0 1 1,0-1-1,1 1 1,-1-1-1,1 1 1,0 0-1,0-1 1,1 1-1,-1 0 1,1 0-1,4-8 0,-2 4-8,1 0 0,-1 1 0,2-1-1,-1 1 1,1 0 0,0 0-1,0 1 1,1-1 0,0 1-1,0 1 1,0-1 0,1 1-1,0 1 1,0 0 0,14-6-1,-7 4-25,1 1-1,-1 1 1,0 1-1,1 0 1,0 1-1,0 1 0,-1 0 1,21 2-1,-29 0-4,1 0 0,0 0-1,-1 1 1,0 0-1,1 0 1,-1 1-1,0 0 1,0 0 0,-1 1-1,1 0 1,11 8-1,-9-4 0,-1 0 1,0 0-1,0 1 0,-1 0 0,0 0 1,0 0-1,6 14 0,-3-4 0,-2 1 0,0 1 0,-1-1 0,-1 1 0,-1 0 1,-1 1-1,3 42 0,-7-61 1,2 21 87,-2 0 1,-5 43-1,4-60-60,0 0 0,-1 0 0,0 0 0,-1-1 0,1 1 0,-1-1 0,0 1 0,-1-1 0,1 0 0,-1-1 0,-1 1 0,1-1 0,-10 10 0,14-15-25,-5 3 513,4-12 393,1 2-792,1 0 0,0 0 0,0 0 0,1 0 0,0 1 0,0-1 1,1 1-1,0 0 0,4-8 0,39-55-49,-37 57-47,28-37 0,56-59-1,-72 86-4,1 2-1,1 0 1,1 1 0,45-26-1,-66 43-19,1 0-1,0 0 0,0 0 0,0 1 1,0 0-1,0-1 0,0 1 1,0 1-1,0-1 0,8 0 1,-10 1 0,0 1 0,0-1 0,-1 1 1,1-1-1,0 1 0,0 0 0,0-1 1,-1 1-1,1 0 0,-1 0 0,1 0 1,0 0-1,-1 1 0,0-1 0,1 0 1,-1 1-1,0-1 0,0 1 0,1-1 1,-1 1-1,0-1 0,-1 1 0,1 0 1,1 2-1,6 18-55,0-1 0,-2 1 0,6 38 0,2 72 225,1 8-1871,-11-119 494,1 0 0,1 1 0,0-2 0,12 27 0,11 4-4788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2:17.6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5955,'0'0'9948,"0"8"-9510,-1 81 455,4 137 1007,-2-211-1858,0-1 0,1 0-1,1 0 1,1 0 0,0-1-1,0 1 1,1-1 0,1 0 0,0 0-1,13 18 1,-16-28-34,-1 0 0,1 0 0,0-1-1,0 1 1,0-1 0,1 0 0,-1 0 0,0 0 0,1 0-1,-1-1 1,1 0 0,0 1 0,0-1 0,-1 0 0,1-1 0,0 1-1,0-1 1,0 1 0,0-1 0,6-1 0,-5 1 0,1-1 1,-1 0 0,0 0-1,0 0 1,0-1-1,1 1 1,-1-1 0,-1 0-1,1-1 1,0 1 0,0-1-1,-1 0 1,7-6-1,-5 3 12,-1 0 0,1 0-1,-1-1 1,-1 0-1,8-13 1,-12 20-31,1 0 0,0 0 1,-1 1-1,1-1 0,0 0 1,0 1-1,-1-1 0,1 1 1,-1-1-1,1 1 0,0-1 1,-1 1-1,1-1 0,-1 1 1,1-1-1,-1 1 0,1 1 1,7 6 6,1 1 0,0-1 0,0 0 0,1-1 0,0 0 0,0-1 0,0 0 0,1 0 0,0-1 0,0-1 0,0 0 0,1 0 1,21 3-1,0-2 32,1-1 1,0-2-1,58-5 0,-87 3-21,-1 0-1,1-1 0,-1 1 0,1-1 1,-1 0-1,0-1 0,0 1 0,1-1 1,-1 0-1,0 0 0,6-4 0,-8 4-2,0 0 0,0 0 1,0 0-1,0 0 0,0 0 0,-1-1 0,1 1 0,-1-1 0,1 1 0,-1-1 0,0 1 0,0-1 0,0 0 0,0 0 0,-1 1 0,1-1 0,-1 0 0,0-5 0,1-9 51,-2-1-1,-1 1 0,0 0 0,-1-1 0,-1 1 0,0 0 0,-1 1 0,-1-1 1,-1 1-1,0 0 0,-1 1 0,-1 0 0,-11-16 0,13 22 2,1 0 0,-1 0 1,0 1-1,-1 0 0,-12-11 0,16 16-44,-1 0-1,1 0 1,-1 0-1,0 1 1,1 0-1,-1 0 1,0 0 0,0 0-1,-1 1 1,1 0-1,0 0 1,0 0 0,-8 1-1,3 0-12,1 0 1,-1 1-1,1 1 0,-1-1 0,1 1 1,-1 1-1,1 0 0,0 0 0,-11 7 1,14-7-164,0 1 1,1-1 0,-1 1 0,1 1 0,0-1 0,0 1-1,0 0 1,1 0 0,-1 1 0,1-1 0,0 1 0,1 0 0,-6 11-1,8-14-237,-1 1 0,1-1 0,-1 1 0,1 0 0,0 0 0,0 0 0,1-1 0,-1 1 0,1 0 0,0 0 0,0 0-1,0 0 1,1 0 0,-1 0 0,1 0 0,0-1 0,0 1 0,0 0 0,0 0 0,1-1 0,0 1 0,-1-1 0,1 1 0,1-1 0,-1 0-1,3 4 1,36 22-5428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2:18.1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237 67 6851,'0'0'2054,"-24"-11"235,-77-32-453,94 40-1626,0 1 0,-1 0-1,1 0 1,0 1 0,-13-1 0,17 2-141,1 0 1,0 0-1,0 0 1,-1 0-1,1 1 1,0-1-1,0 1 0,0 0 1,0-1-1,0 1 1,0 0-1,0 0 0,0 0 1,-2 2-1,2 0-26,-1 0 0,1 0 0,0 0 0,0 0 0,0 1 0,1-1 0,-1 0 0,1 1 0,0-1 0,0 1 0,0 0 0,1-1 0,-1 1 0,1 0 0,0 0-1,0-1 1,0 7 0,0-5-35,0 1-1,0-1 0,1 1 0,-1-1 0,1 1 0,0-1 0,1 1 1,-1-1-1,1 0 0,3 6 0,-3-8 0,1 1 0,0-1 0,0 1 0,0-1 0,0 0 0,1 0 0,-1-1 0,1 1 0,0-1 0,-1 1 0,1-1 0,0 0 0,5 1-1,2 1 24,0-1 0,1 0 0,0-1 0,-1 0 0,1-1 0,0 0 0,18-2 0,-25 1 3,-4 0 14,0-1 0,-1 1 0,1 0 0,-1-1 0,1 1 0,0-1 0,-1 1 0,1-1 0,-1 0 0,1 1 0,-1-1 0,1 1 0,-1-1 0,0 0 0,1 1 0,-1-1 0,0 0 0,0 0 0,1 1 0,-1-1 0,0 0 0,0 0 0,0 1 0,0-1 0,0 0 0,0 0 0,0 1 0,0-2 0,0 0 566,1 8-152,0-1-364,63 391 605,-62-380-721,6 38 64,-3 0-1,-2 98 0,-3-149-36,-1 0 0,1 0 0,-1 0-1,0 0 1,0 0 0,0 0-1,0 0 1,0-1 0,0 1 0,-1 0-1,1-1 1,-1 1 0,0-1-1,0 1 1,0-1 0,0 0-1,0 0 1,-1 0 0,1 0 0,-1 0-1,1 0 1,-1-1 0,1 1-1,-1-1 1,0 0 0,0 1 0,0-1-1,0-1 1,0 1 0,0 0-1,0-1 1,0 0 0,0 1-1,0-1 1,0 0 0,0-1 0,0 1-1,0-1 1,0 1 0,0-1-1,0 0 1,0 0 0,0 0 0,-3-2-1,2 1 15,-1-1 0,1 1 0,0-1 0,0 0 0,0-1 0,0 1 0,1-1 0,-1 0 0,1 1 0,0-1 0,0-1 0,1 1 0,-1 0 0,1-1 0,0 1 0,0-1 0,-2-5 0,0-5 9,0 0 0,0 0-1,1 0 1,0-23 0,2 24-76,-1-9 76,1 0 0,4-44 0,-2 61-140,0 1 0,0-1 0,0 0-1,1 0 1,0 1 0,0-1 0,0 1-1,1 0 1,0-1 0,0 1 0,0 0-1,1 1 1,0-1 0,-1 1 0,2-1-1,6-5 1,-3 5-597,1-1 0,0 1 0,0 1 0,16-7 0,48-8-5454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2:21.1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293 157 2625,'0'0'5766,"-5"-21"-4459,-19-65-203,23 83-1056,0 0 0,-1 0 1,1 0-1,-1 1 0,1-1 0,-1 1 0,0-1 0,0 1 0,0 0 0,0-1 0,-1 1 0,1 0 1,0 0-1,-1 1 0,0-1 0,1 1 0,-1-1 0,-4-1 0,1 2 46,0-1 0,0 1 0,-1 0 0,1 1 0,0-1 0,-8 2 1,5-1 66,3 0-118,-1 0 0,1 0-1,-1 1 1,0 0-1,1 0 1,-1 0 0,1 1-1,0 0 1,-1 1-1,1-1 1,0 1 0,0 0-1,1 0 1,-1 1-1,1 0 1,-1 0 0,1 0-1,1 1 1,-1 0-1,0 0 1,1 0 0,0 0-1,0 1 1,1-1-1,0 1 1,0 0 0,0 0-1,0 0 1,1 0-1,-2 9 1,3-8-28,0-1 1,0 1-1,1-1 0,-1 1 0,1 0 1,1-1-1,1 12 0,-1-15-9,0-1-1,-1 0 1,1 0-1,0 0 1,0 1-1,0-1 1,1 0-1,-1 0 0,0-1 1,1 1-1,-1 0 1,1 0-1,0-1 1,-1 1-1,1-1 1,0 1-1,0-1 1,0 0-1,0 0 1,0 0-1,1 0 1,-1 0-1,3 1 0,7 1 24,-1-1-1,1-1 1,-1 0-1,1 0 1,0-1-1,-1-1 1,1 0-1,-1 0 1,1-1-1,-1-1 1,0 0-1,0 0 1,0-1-1,15-7 1,-20 8 93,1-1 1,-1 1 0,0-1-1,0 0 1,0-1 0,-1 1 0,1-1-1,-1 0 1,0-1 0,-1 1-1,1-1 1,-1 0 0,0 0 0,0 0-1,-1-1 1,0 1 0,0-1-1,-1 0 1,0 0 0,0 0 0,0 0-1,-1 0 1,1-14 0,-1 35-131,0-1 0,1 1 0,0 0 0,1-1 1,1 1-1,0-1 0,0 0 0,2 0 0,0-1 1,0 1-1,1-1 0,0 0 0,16 17 0,69 73-4479,-69-79 2035,11 14-2363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2:21.7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0 688,'0'0'9946,"0"19"-9143,0 118 718,-2-97-757,1-26-414,0 1 0,1 0 0,4 28 0,-3-43-329,-1 1 0,1-1 1,-1 1-1,1-1 1,0 0-1,-1 1 0,1-1 1,0 1-1,-1-1 1,1 0-1,0 0 1,0 0-1,-1 1 0,1-1 1,0 0-1,0 0 1,-1 0-1,1 0 0,0 0 1,0 0-1,-1 0 1,1-1-1,1 1 0,18-3 607,7-9-176,-16 7-413,1 0-1,-1 1 0,1 0 1,0 1-1,0 0 0,13-1 1,-14 3-42,1 1 0,-1 0-1,0 1 1,1 0 0,-1 0 0,0 1 0,0 1 0,12 4 0,-15-3-2,-1-1 1,1 1 0,-1 0-1,0 1 1,0 0 0,0 0-1,0 1 1,-1-1 0,0 1-1,0 1 1,6 9 0,-9-12 10,0 1 0,0 0 0,-1 0 0,0 1 0,0-1 0,0 0 0,0 1 0,-1-1 0,0 1 0,0 9 0,0-12-2,-1 0 1,0 0 0,0 0-1,0 0 1,-1 0 0,1 0-1,-1-1 1,1 1 0,-1 0-1,0 0 1,0-1-1,0 1 1,-1 0 0,1-1-1,-1 1 1,1-1 0,-1 1-1,0-1 1,0 0 0,0 0-1,-3 3 1,-5 0 59,0 0 0,0-1 0,0 0 1,-1-1-1,0 0 0,1-1 0,-1 0 0,0 0 1,0-1-1,0-1 0,0 0 0,0 0 1,0-1-1,-14-3 0,20 2-62,0 1 0,1-1 0,-1 0 1,1-1-1,-1 1 0,1-1 0,0 0 0,0 0 0,0 0 0,0 0 1,1-1-1,0 1 0,-1-1 0,-2-4 0,-18-18-5338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2:22.1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58 5715,'0'0'9796,"91"-56"-9796,-32 54 0,8 2-48,0 0-928,-6 0-2242,-10 12-1168,-27 14-1072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2:22.5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70 4034,'0'0'8036,"139"-17"-7396,-69 5-512,7 3-128,11-6-1057,3-2-3377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2:23.7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0 254 1857,'0'0'5722,"2"-22"-4681,-1 5-822,-1 6-95,0 0 0,1 0-1,4-19 1,-3 25-60,-1 0 0,1 0 0,0 0 0,1 0-1,-1 1 1,1-1 0,0 0 0,0 1 0,0 0 0,0 0 0,1 0 0,0 0 0,4-3 0,7-4 319,1 0 1,0 1 0,0 1 0,24-10-1,-31 15-181,1 0 0,-1 1 0,1 1 0,0 0 0,0 0 0,-1 1 0,1 0 0,0 0 0,20 2-1,-26 0-183,-1 0 0,0 0 0,0 1 0,1-1-1,-1 1 1,0-1 0,0 1 0,0 0-1,-1 0 1,1 0 0,0 1 0,-1-1-1,1 0 1,-1 1 0,0 0 0,0 0-1,0-1 1,0 1 0,-1 0 0,1 1 0,2 5-1,2 7 16,-1 0 0,-1 1 0,3 19 0,-5-27 5,4 33 333,-3 0-1,-1 0 1,-4 54 0,-4-75 217,3-16-91,1-12 958,2-6-1360,0 1 1,1-1-1,0 1 0,1 0 0,1 0 1,-1-1-1,2 2 0,0-1 1,0 0-1,10-16 0,0 4-73,1-1-1,1 2 0,2 0 1,38-39-1,-47 53-7,1 0 0,0 1 0,0 0 0,1 1 0,0 0 1,0 1-1,0 0 0,1 1 0,0 0 0,0 1 0,1 0 0,-1 1 0,19-3 1,-27 6-21,0-1 0,1 1 0,-1 0 0,0 0 0,1 0 1,-1 1-1,0-1 0,0 1 0,1 0 0,-1 0 1,0 1-1,0-1 0,0 1 0,0 0 0,-1 0 1,1 0-1,0 1 0,-1-1 0,1 1 0,-1 0 0,0 0 1,0 0-1,0 0 0,-1 1 0,1-1 0,-1 1 1,4 5-1,-1 3 3,0-1 0,-1 1 0,0 0 0,-1 0 0,0 1 0,-1-1 1,0 0-1,0 16 0,-6 104-102,-3-55-393,-3 68-5535,10-79-570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2:24.5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0 5731,'0'0'7078,"0"29"-6476,0 199 1005,-1-169-991,-1-30-307,2 0 1,1-1-1,7 42 1,-7-63-284,0-1 0,1 0 1,0 0-1,0 0 0,1 0 1,0-1-1,0 1 0,0-1 0,0 0 1,1 1-1,0-2 0,0 1 1,0 0-1,1-1 0,0 0 1,10 7-1,-9-7-13,1-1 0,0 0 1,0 0-1,0 0 0,1-1 0,-1 0 0,0-1 1,1 0-1,0 0 0,-1-1 0,1 1 1,-1-2-1,13-1 0,-13 1 0,-1 0-1,1-1 1,-1 0-1,0-1 1,1 0-1,-1 1 1,0-2 0,-1 1-1,1-1 1,-1 0-1,1 0 1,-1 0-1,0-1 1,-1 0-1,1 0 1,-1 0 0,7-11-1,-4 4 9,0-1 0,-1 1-1,0-1 1,-1 0 0,0 0 0,-1-1-1,3-23 1,-5 47-52,0 0 0,1 0-1,-1 0 1,2 0 0,0 0-1,0-1 1,0 1 0,1-1 0,1 0-1,7 9 1,-7-12 33,1 0-1,0 0 1,0-1-1,1 0 1,0 0-1,0-1 1,0 0-1,0-1 1,1 1-1,-1-1 1,1-1-1,15 3 1,-4-2 21,0-2 0,0 0 1,0 0-1,33-5 0,-52 4 3,1-1-1,0 1 1,0 0-1,0-1 1,0 1 0,-1-1-1,1 0 1,0 0-1,0 0 1,-1 1 0,1-1-1,-1-1 1,1 1-1,-1 0 1,1 0 0,-1 0-1,0-1 1,1 1-1,-1-1 1,0 1 0,0-1-1,0 0 1,0 1 0,-1-1-1,1 0 1,0 1-1,0-4 1,1-4 197,-1 1 0,0-1 1,-1 0-1,-1-16 0,1 5 1,-1 5-178,-1-1 0,0 1 0,-1 0-1,-1 0 1,0 0 0,-1 0 0,-1 1 0,0-1-1,-1 1 1,-1 1 0,0 0 0,-1 0 0,0 0 0,-1 1-1,0 0 1,-22-18 0,28 26-59,0 0 0,-1 1 1,0 0-1,1 0 0,-1 0 0,0 0 0,-1 1 0,1 0 0,0 0 1,-1 1-1,1-1 0,-1 1 0,1 0 0,-1 0 0,0 1 1,1 0-1,-1 0 0,0 0 0,1 1 0,-1 0 0,0 0 1,1 0-1,-1 1 0,-6 2 0,4 0-305,1-1 0,1 1 0,-1 0 0,0 1 0,1-1 0,0 1 0,0 1 0,1-1 0,-1 1-1,1 0 1,0 0 0,1 1 0,-1-1 0,1 1 0,1 0 0,-5 11 0,5-9-1017,0 0 1,1 0-1,-2 17 1,2 25-5947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2:24.9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141 0 7411,'0'0'8228,"-22"6"-7446,-70 23-297,91-29-473,-1 1-1,1-1 0,0 1 0,-1-1 0,1 1 0,0 0 1,-1-1-1,1 1 0,0 0 0,0 0 0,0 0 0,0 0 0,0 0 1,0 0-1,0 0 0,0 1 0,0-1 0,0 0 0,1 0 1,-1 1-1,0-1 0,1 1 0,-1-1 0,1 0 0,0 1 1,-1-1-1,1 1 0,0-1 0,0 1 0,0-1 0,0 1 0,0-1 1,0 1-1,1 1 0,-1 5-7,1-7-1,-1 0 1,0 1-1,0-1 0,1 0 0,-1 1 1,1-1-1,-1 0 0,1 0 0,-1 0 0,1 0 1,0 1-1,0-1 0,-1 0 0,1 0 0,0 0 1,0-1-1,0 1 0,0 0 0,0 0 1,0 0-1,0-1 0,1 1 0,-1-1 0,0 1 1,0-1-1,1 1 0,-1-1 0,0 1 0,0-1 1,1 0-1,-1 0 0,0 0 0,2 0 0,8 1 29,0 0-1,0-1 0,11-2 0,-12 1-25,-6 1 38,1 0 0,-1-1-1,1 0 1,-1 0-1,0 0 1,1 0 0,-1-1-1,0 0 1,0 0-1,0 0 1,0 0 0,0-1-1,0 1 1,-1-1 0,1 0-1,-1 0 1,0 0-1,1-1 1,-2 1 0,1-1-1,0 1 1,-1-1-1,0 0 1,0 0 0,5-8 1178,-6 18-1397,0-2 249,33 117-171,-14-50 252,21 126 0,-33 73-10,-8-254-128,-1 1 1,-1-1-1,-1 0 1,0 0-1,-11 31 1,10-38 11,0 1-1,0-1 1,-1-1 0,0 1 0,-1-1-1,0 0 1,0 0 0,0 0 0,-1-1-1,-14 12 1,18-17-21,0 0 1,0 0-1,0-1 1,0 1-1,0 0 1,0-1-1,0 0 0,0 0 1,-1 0-1,1 0 1,0 0-1,-1-1 1,1 1-1,-1-1 0,1 0 1,0 0-1,-1-1 1,1 1-1,-1 0 1,1-1-1,0 0 0,-1 0 1,1 0-1,0 0 1,0-1-1,0 1 1,0-1-1,0 0 0,0 0 1,0 0-1,1 0 1,-1 0-1,0-1 1,1 1-1,0-1 0,0 1 1,-3-6-1,-1-3 10,0 0-1,1 0 1,1-1 0,0 1-1,1-1 1,0 0-1,-2-22 1,3 7-359,1 0-1,4-41 1,-3 61 60,1 0 0,1 0 0,-1 0 0,1 0 0,0 0 1,1 1-1,0-1 0,0 1 0,0 0 0,1 0 0,5-7 0,0 1-1020,2 1 0,-1 1 0,1 0 0,15-11 0,30-18-5735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2:25.3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8676,'0'0'5309,"26"5"-4437,6 1-637,44 15 0,-73-20-223,-1 0-1,0 0 1,1 0 0,-1 0 0,0 0-1,0 1 1,0-1 0,0 1-1,0-1 1,0 1 0,0 0-1,0 0 1,-1 0 0,1 0 0,-1 0-1,1 0 1,-1 0 0,0 0-1,0 1 1,0-1 0,0 0-1,0 1 1,-1-1 0,1 1-1,-1-1 1,1 1 0,-1-1 0,0 1-1,0-1 1,0 1 0,-1-1-1,0 5 1,1 5 34,0-5-13,0 0-1,0 0 0,0 0 0,-1 0 1,0 1-1,0-1 0,-1 0 1,0-1-1,-1 1 0,1 0 1,-1-1-1,0 1 0,-1-1 1,1 0-1,-1 0 0,-1 0 1,-8 9-1,0-2 380,0-1 0,-1 0 0,-1-1 0,0 0 0,-1-1 0,-22 11 1208,41-21-1177,17-2-376,0-1 0,0 0 0,0-2-1,24-8 1,19-4-75,-28 9-647,0 1 1,0 2 0,39 0 0,-72 5 439,1 0 0,-1 0 0,1 0 0,0 0 1,-1 1-1,1-1 0,-1 1 0,1-1 1,-1 1-1,1 0 0,3 2 0,-5-2 11,1 0-1,-1 1 0,0-1 0,0 1 0,0 0 0,0-1 1,0 1-1,0 0 0,0 0 0,0-1 0,-1 1 0,1 0 1,-1 0-1,1 0 0,-1 0 0,0 0 0,0 2 0,2 62-4784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2:25.6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0 7283,'0'0'7929,"10"22"-7408,27 71 15,-36-89-489,0 0 0,0 0-1,0 1 1,-1-1 0,1 0 0,-1 0 0,0 0 0,0 0 0,-1 1 0,1-1 0,-1 0-1,0 0 1,0 0 0,0 0 0,-1 0 0,0 0 0,1 0 0,-1-1 0,-3 5 0,-1 2 114,-3 7 393,0-2-1,-2 1 1,-10 16 2772,41-31-2799,25-5-295,65-15 0,-25 4-239,-43 8-234,21-3-141,-21 8-5457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2:26.0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51 8356,'0'0'4754,"139"-43"-4114,-83 40-464,1-1-176,1 4-544,-10 0-2433,-18 0-2242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2:26.3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3570,'0'0'11989,"171"3"-11989,-83-3 0,14 0-2129,0 0-4578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2:27.0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43 453 4562,'0'0'4890,"-7"-22"-2531,-1 0-1809,2 8-297,1 1 0,1 0 0,1-1 0,0 0 0,0 0 0,1 0 0,1-25 0,1 28-49,0 0 0,1 0 1,0 0-1,1 0 0,4-14 0,-4 19-132,1 0 0,-1 0 1,1 1-1,0-1 0,0 1 0,1 0 1,0 0-1,0 0 0,0 0 1,9-8-1,-2 6-25,-1-1 0,2 2 0,-1-1 0,1 1 0,-1 1 0,1 0 0,1 1 0,-1 0 1,1 1-1,0 1 0,-1 0 0,1 0 0,0 1 0,0 1 0,0 0 0,14 2 0,-22-1-45,0 0 0,0 1 0,0-1-1,0 1 1,0 0 0,0 1 0,-1-1 0,1 1-1,-1 0 1,0 0 0,0 0 0,0 0-1,0 1 1,0 0 0,-1 0 0,1 0 0,-1 0-1,0 0 1,-1 1 0,1-1 0,2 8 0,3 4 9,-2 1 1,-1 0 0,0 0 0,5 35 0,-5-7 7,-2 0 1,-4 48 0,1-84-2,-1-1 1,0 1-1,-3 12 1,4-20 21,0 1 1,-1 0 0,1 0-1,-1-1 1,0 1 0,1-1 0,-1 1-1,0 0 1,0-1 0,0 1-1,0-1 1,0 0 0,-1 1 0,1-1-1,0 0 1,-1 0 0,1 0-1,0 0 1,-1 0 0,1 0 0,-1 0-1,0 0 1,-1 0 0,1-1 90,1 0 355,0-7 265,1-10-529,0 0 0,1 0 0,0 1 0,2-1-1,0 0 1,10-30 0,0 16-213,2 2 1,1 0-1,2 0 0,0 2 1,2 0-1,1 1 0,1 2 1,1 0-1,36-29 0,-51 46-12,1 0-1,0 0 0,0 1 1,0 0-1,1 1 0,0 0 0,0 0 1,1 1-1,-1 1 0,1-1 0,0 2 1,-1-1-1,1 2 0,21-2 0,-28 4 1,1-1 0,-1 1 0,0-1 0,0 1 0,0 0 0,-1 1 0,1-1 0,0 1 0,0-1 0,-1 1-1,1 1 1,-1-1 0,1 0 0,-1 1 0,0-1 0,0 1 0,0 0 0,-1 0 0,1 0 0,-1 1 0,1-1 0,-1 0-1,0 1 1,0 0 0,-1-1 0,3 6 0,2 10-27,0 0 1,-1 0-1,-1 0 0,2 26 0,1 40-1021,-7 113-1,0-178 666,-8 93-2837,-13-1-2104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2:29.9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11 177 976,'-10'-4'18575,"10"3"-18272,0-4-289,0 0 0,0 0 0,1 0 0,0 1 0,0-1 0,0 0 0,1 1 0,-1-1 0,1 1 0,0-1 0,1 1 0,-1 0 0,1 0 0,-1 0 0,1 0 0,1 0 0,-1 1-1,0-1 1,1 1 0,0 0 0,5-4 0,4-3-14,1 0-1,-1 2 1,2-1-1,-1 2 0,29-11 1,-34 15 1,0 0 0,0 1 0,1 0 1,-1 0-1,0 1 0,1 1 0,-1-1 0,1 2 0,-1-1 1,1 1-1,15 4 0,-19-3-10,0 1 0,0 0 1,-1 0-1,1 1 0,-1-1 0,1 1 0,-1 0 1,0 1-1,0-1 0,-1 1 0,0 0 1,1 0-1,-2 0 0,1 1 0,3 6 0,3 6 3,-1 2-1,0-1 0,8 27 0,-11-19 11,-1 0 0,0 1 0,-3-1 0,0 0 0,-2 30 0,0-54 3,1-1 0,-1 1 1,0-1-1,0 1 0,0-1 0,-1 1 1,1-1-1,-1 1 0,1-1 0,-1 1 1,0-1-1,0 0 0,0 1 0,0-1 1,0 0-1,-1 0 0,-2 4 1,4-6 17,0 0 0,0 1 0,0-1-1,-1 0 1,1 0 0,0 0 0,0 0 0,0 0 0,0 0 0,-1 1 0,1-1 0,0 0 0,0 0 0,0 0 0,-1 0 0,1 0 0,0 0 0,0 0 0,0 0 0,-1 0 0,1 0 0,0 0 0,0 0 0,0 0 0,-1 0 0,1 0 0,0 0 0,0 0 0,0 0 0,-1 0 0,1-1 0,0 1 0,0 0 0,0 0 0,-1 0 0,1 0 0,0 0 0,0 0 0,0-1 0,0 1 0,0 0 0,-1 0 0,1 0 0,0 0 0,0-1 0,0 1 0,0 0 0,0 0 0,0 0 0,0-1 0,0 1 0,0 0 0,0 0 0,0-1 0,-3-16 131,1 0 1,1 0 0,1-1-1,0 1 1,2 0 0,0 0 0,6-28-1,-3 30-150,1 0 0,1 0-1,0 1 1,0 0-1,2 0 1,-1 1-1,2 0 1,20-22-1,-21 25-5,1 1-1,0 0 0,1 0 0,0 2 0,0-1 0,0 1 0,1 1 0,0 0 0,0 1 0,26-8 0,-24 10-19,0 0-1,0 1 0,-1 1 0,1 0 0,24 2 0,-33-1 13,0 1-1,0 0 1,0 0 0,0 0 0,0 1-1,-1 0 1,1-1 0,0 2-1,-1-1 1,0 0 0,1 1 0,-1 0-1,0 0 1,0 0 0,-1 1-1,1-1 1,-1 1 0,5 6 0,-2 0-2,-1-1 1,0 1 0,-1 0 0,0 1 0,0-1 0,-1 1-1,-1 0 1,3 14 0,-2 11-186,-2 44 1,-1-57 20,-1 12-937,-10 51-1,6-51-2279,-2 51 1,7-86 3390,0 5-701,0 0 1,0 0 0,0 0 0,1 0-1,0 0 1,0 0 0,2 7-1,0-7-99,0 0-1,1 0 1,-1-1-1,1 1 1,0-1-1,6 6 0,-9-10 715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2:30.6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6339,'0'0'9108,"0"7"-8356,0 365 3706,0-348-4350,1-1 0,1 1 0,1 0 0,1-1 0,1 1-1,16 42 1,-17-57-95,0 0 0,0 0 0,1 0-1,0-1 1,1 1 0,0-1 0,0-1 0,1 1-1,0-1 1,0 0 0,1-1 0,-1 0 0,1 0-1,1 0 1,-1-1 0,1 0 0,0-1-1,19 7 1,-18-8-30,1-1 0,-1 0 0,0 0 0,1-1 0,0 0 0,-1-1 0,1 0 1,-1 0-1,1-1 0,-1-1 0,18-4 0,-19 3-4,-1 0 1,0-1 0,0 0 0,-1 0 0,1-1-1,-1 0 1,0 0 0,0 0 0,0-1-1,-1 0 1,0-1 0,0 1 0,-1-1 0,7-10-1,-5 4 30,0-1 0,-1 0-1,0-1 1,7-28-1,-10 33-36,-1 0 0,0 0 0,0 0-1,-1-1 1,-1 1 0,0-14 0,2 37 10,2 0 1,0-1 0,0 1 0,1-1-1,1 0 1,0 0 0,0-1 0,2 1 0,-1-1-1,15 15 1,-16-19 17,1 0-1,1 0 0,-1-1 1,1 0-1,0 0 0,0-1 1,1 0-1,-1-1 0,1 1 1,0-2-1,0 1 0,1-1 1,-1-1-1,1 0 0,14 2 1,-16-3 20,0-1 0,0 0 1,0 0-1,0-1 1,10-1-1,-16 1-6,0 1 0,1-1 0,-1 0-1,0 0 1,0 0 0,0 0 0,0-1 0,0 1 0,0 0-1,0-1 1,0 0 0,-1 1 0,1-1 0,0 0 0,-1 0-1,0 0 1,1 0 0,-1 0 0,0 0 0,0 0 0,1-4-1,2-7 53,-1-1 0,-1 1 0,-1 0 0,0-1 0,0 1 0,-2-20 0,0 0 57,0 16-103,0 0 0,-1 0-1,-1 1 1,-1-1 0,0 1 0,-1 0 0,0 0 0,-2 1 0,-12-24 0,15 31-21,-1 1-1,1-1 1,-1 1-1,-1 0 1,1 1 0,-1-1-1,0 1 1,-1 0 0,1 1-1,-1 0 1,-1 0 0,1 0-1,0 1 1,-1 0 0,0 0-1,0 1 1,0 0-1,-1 1 1,1-1 0,-13 0-1,13 2-86,0 1 0,0 0 0,1 0 0,-1 1 0,0 0 0,1 0 0,-1 1 0,0 0 0,1 0 0,0 1 0,-1 0 0,-7 5-1,7-3-294,1 0-1,0 0 0,0 1 1,1 0-1,-1 1 1,1-1-1,1 1 0,0 0 1,0 1-1,-7 11 0,7-9-755,1 0 0,-1 0 0,-4 19 0,1 29-4720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2:31.4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407 149 3522,'0'0'3844,"-8"-23"-1742,0 1-1552,0 0 0,-16-27-1,23 47-490,-1 0 1,0-1-1,1 1 0,-1 0 1,0 0-1,0 0 0,-1 0 1,1 0-1,0 1 0,-1-1 1,1 1-1,-1-1 0,1 1 1,-1 0-1,1 0 0,-6-1 1,2 1 82,-1 0 1,0 1-1,1-1 1,-14 3-1,2-2 149,6 1-159,1-1 0,0 1 0,-1 1 0,1 0 0,0 0 0,0 1 0,0 1 0,1 0 0,-1 0 0,1 1 0,0 0 0,0 1 0,0 0 1,1 1-1,0 0 0,0 0 0,1 1 0,0 0 0,0 0 0,1 1 0,-11 17 0,14-18-89,0-1-1,1 1 1,0 0-1,0 0 1,1 0 0,-3 14-1,4-17-33,1 0-1,-1 0 0,1 0 0,0 1 1,0-1-1,1 0 0,0 0 0,0 0 1,0 0-1,0 0 0,4 9 1,-2-10-5,0 1 0,1-1 0,0 0 0,0 0 0,0 0 1,0 0-1,0-1 0,1 0 0,-1 0 0,1 0 0,0 0 1,0-1-1,7 3 0,1 0 8,1 0 1,-1-1-1,1-1 0,17 2 1,1-2 60,51-4 0,-78 1-65,-1 0-1,0-1 0,0 0 1,1 1-1,-1-1 1,0-1-1,0 1 0,0-1 1,0 1-1,-1-1 1,1 0-1,0 0 0,-1-1 1,1 1-1,-1-1 0,5-5 1,-5 4 13,0 0 0,0 0 0,0-1 0,-1 1 0,0-1 0,0 0-1,0 1 1,0-1 0,-1 0 0,1 0 0,-2 0 0,1 0 0,0-7 0,-1 11-9,3-30 781,-2 1 0,-4-51 0,4 146-65,27 324-280,-26-275-244,-5 133 694,3-240-880,-1 0 0,0 0 1,0 0-1,0 0 0,-4 8 0,5-14 0,0 0-1,-1 0 1,1 0-1,-1 0 1,1 0-1,-1 0 1,1 0-1,-1 0 1,1 0 0,-1 0-1,0 0 1,0 0-1,1-1 1,-1 1-1,0 0 1,0-1-1,0 1 1,0 0-1,0-1 1,0 1-1,0-1 1,0 1 0,0-1-1,0 0 1,0 1-1,0-1 1,0 0-1,0 0 1,0 0-1,-1 0 1,1 0-1,0 0 1,0 0-1,0 0 1,0 0-1,0-1 1,0 1 0,0 0-1,0-1 1,0 1-1,-2-1 1,-1-2 39,1 1 1,0-1-1,0 1 1,0-1-1,0 0 1,0 0 0,1 0-1,-1 0 1,1 0-1,0-1 1,0 1-1,-3-8 1,-16-47 58,20 55-105,-5-20-70,1-1 0,0 0 1,2 0-1,1 0 0,1 0 1,1 0-1,4-37 0,-3 57-90,0 0-1,0 1 0,0-1 1,0 0-1,1 1 0,0-1 1,-1 1-1,1-1 0,0 1 1,1 0-1,-1 0 1,1 0-1,-1 0 0,1 0 1,0 1-1,0-1 0,0 1 1,0 0-1,0 0 0,8-4 1,-2 3-847,0-1 0,0 1-1,1 0 1,-1 1 0,1 0 0,0 1 0,11-1-1,30 1-5710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2:33.0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245 81 6355,'0'0'9007,"-2"-13"-8146,1-3-624,1 6-46,-1 0 0,-1 1 0,-3-13 0,-24 22 236,19 0 13,-7 0-152,1 0 0,-1 1-1,0 0 1,0 2 0,-19 4 0,32-5-294,0-1 0,0 1 1,0 0-1,0 0 0,0 0 1,0 0-1,1 1 0,-1-1 1,1 1-1,0 0 0,0 0 1,0 0-1,0 1 0,0-1 1,1 1-1,-1-1 0,1 1 1,0 0-1,0 0 0,1 0 1,-1 0-1,1 0 0,0 0 1,0 1-1,-1 5 0,1-2 13,0-1-1,0 0 1,1 1-1,0-1 0,0 0 1,1 0-1,2 11 1,-2-15-5,0-1 0,0 1 0,0 0 0,0-1 0,1 1 1,-1-1-1,1 1 0,0-1 0,0 0 0,-1 1 0,1-1 0,1 0 0,-1 0 1,0-1-1,1 1 0,-1 0 0,0-1 0,1 1 0,0-1 0,4 2 0,6 0 14,-1 1 0,1-2 0,-1 0 0,1 0 0,0-1 0,0-1 0,0 0 0,20-3 0,-31 3-8,1-1 0,-1 1-1,0-1 1,1 0-1,-1 1 1,0-1-1,0 0 1,0-1 0,0 1-1,0 0 1,0-1-1,0 1 1,0-1-1,0 1 1,-1-1 0,3-3-1,-1 1-3,0-1 1,0 1-1,-1-1 1,0 0-1,0 1 0,0-1 1,1-7-1,0-7 161,-1 0-1,0 1 1,-1-24-1,-1 40-121,0-20 426,0 21-397,0 1-253,2 0 208,-1 0 173,-1-16-275,0 16 6,0-1-70,0 0 155,0 0 32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2:33.4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3 4370,'0'0'7587,"-1"-3"-6901,-4 153 1713,7-126-2142,0 0 1,2 0 0,9 36 0,3 16 434,-15-49-129,-1-26-480,23-3-5947,-3-8 832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2:33.9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193 1 3586,'0'0'6883,"-24"5"-6131,-3 1-373,-45 16 0,68-20-315,0 0 0,0 0 0,0 0 1,0 1-1,0 0 0,1-1 0,-1 1 0,1 1 0,0-1 1,0 0-1,0 1 0,0 0 0,0-1 0,1 1 1,0 0-1,0 0 0,0 1 0,-2 5 0,1 2 112,1-1 0,0 0 1,1 1-1,0-1 0,1 13 0,0-24-166,0 2 0,0-1 0,1 0 0,-1 0 0,0 0 0,0 0 0,0 0 0,1 1 0,-1-1 0,1 0 0,-1 0-1,1 0 1,-1 0 0,1 0 0,-1 0 0,1 0 0,0-1 0,0 1 0,0 0 0,-1 0 0,1 0 0,2 1 0,0-1 5,0 1 1,-1-1-1,1 0 1,0 0-1,1 0 0,-1 0 1,0-1-1,4 1 1,8 0 43,1 0 1,25-4 0,-31 3-26,-2-1-15,0-1-1,0 1 1,0-1 0,0-1-1,0 0 1,0 0 0,-1 0-1,1-1 1,9-6-1,-12 6 117,0 1 0,0-1-1,-1 0 1,1 0-1,-1 0 1,0-1-1,0 1 1,-1-1 0,1 0-1,-1 0 1,0-1-1,-1 1 1,5-12-1,-8 26 8,1 0-1,0 0 1,0 0-1,0-1 1,1 1-1,1 0 1,0 0-1,0-1 0,0 1 1,6 10-1,-1 0-982,1-1-1,0 0 1,2 0-1,18 25 1,9 3-3946,5-3-1960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2:34.8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28 5747,'0'0'10068,"3"-4"-8953,-1 1-992,11-12 212,-12 14-320,-1 1 0,1-1 0,0 1 0,-1-1 0,1 1 0,0-1 0,0 1 0,-1 0 0,1 0 0,0-1 0,0 1 0,0 0 0,0 0 0,-1 0 0,1 0 0,0 0 0,0 0 0,0 0 0,0 0 0,-1 0 0,1 0 0,0 0 0,0 1 0,0-1 0,-1 0 0,1 1 0,1-1 0,2 4 34,1-1 0,-1 0 0,0 1-1,0 0 1,-1 0 0,1 0 0,-1 0 0,0 1-1,0-1 1,0 1 0,0 0 0,-1 0 0,0 0-1,3 10 1,-1 0 32,0 0 0,-1 1 0,-1-1 0,0 20 0,0-6 67,-3 0 1,0 0 0,-2 0 0,-1 0-1,-1 0 1,-1-1 0,-16 41 0,-2-6 157,-39 111 353,57-150-591,0 0 0,2 0 0,0 1 0,2 0 0,1 37 1,3-48-48,-1-1 0,2 0 0,0 0 1,0 0-1,1 0 0,1 0 0,10 19 1,5 4 41,29 38-1,-4-5-37,-24-34 75,-2 1 1,-1 1 0,-2 1-1,-2 1 1,-1 0 0,-2 0-1,-2 1 1,-2 0 0,-1 1-1,0 73 1,-6-71-41,2 15 88,-4 0 0,-15 97 0,-101 389 306,115-531-729,0-1 0,1 1 0,1-1 0,0 1 1,1 0-1,0-1 0,3 22 0,-2-32 72,0 1 0,0 0-1,0-1 1,0 0-1,1 1 1,-1-1 0,1 0-1,0 1 1,-1-1 0,1 0-1,0 0 1,0 0-1,0-1 1,0 1 0,1 0-1,-1-1 1,0 1 0,1-1-1,-1 0 1,1 0 0,-1 0-1,1 0 1,4 0-1,6 3-1007,1-2 0,0 0 0,19 0 0,-28-2 844,73 1-4193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2:35.3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25 270 6883,'0'0'8356,"-3"31"-7620,-2 2-453,-10 158 920,14-153-952,2 172 707,-1-203-905,1 0-1,0 0 1,0 0 0,0-1 0,1 1-1,0 0 1,0-1 0,6 13 0,-8-19-30,0 0 0,0-1-1,0 1 1,0 0 0,0 0 0,0 0 0,0-1 0,0 1 0,0 0 0,0 0 0,0 0 0,0 0 0,0-1-1,0 1 1,0 0 0,0 0 0,1 0 0,-1 0 0,0-1 0,0 1 0,0 0 0,0 0 0,0 0 0,0 0 0,1 0-1,-1 0 1,0-1 0,0 1 0,0 0 0,0 0 0,1 0 0,-1 0 0,0 0 0,0 0 0,0 0 0,0 0-1,1 0 1,-1 0 0,0 0 0,0 0 0,0 0 0,1 0 0,-1 0 0,0 0 0,0 0 0,0 0 0,0 0-1,1 0 1,-1 0 0,0 0 0,0 0 0,0 0 0,0 1 0,1-1 0,-1 0 0,0 0 0,0 0 0,0 0-1,0 0 1,0 0 0,0 1 0,1-1 0,-1 0 0,0 0 0,0 0 0,3-18 540,-3 16-472,7-220 650,2-21-642,-5 203-74,2 1 0,1 0 1,2 1-1,16-42 0,-21 70-25,0 0 1,0 0-1,1 0 1,0 1-1,1-1 0,0 1 1,1 1-1,8-10 1,-12 15-160,0 0-1,1 1 1,-1-1 0,0 1 0,1 0 0,0 0 0,-1 0-1,1 1 1,0-1 0,0 1 0,0 0 0,0 0 0,0 0-1,1 1 1,-1-1 0,0 1 0,0 0 0,0 0 0,0 0 0,0 1-1,1 0 1,-1-1 0,0 2 0,4 0 0,-4 0-186,0 0 0,0-1 0,0 2 0,-1-1 0,1 0 0,-1 1 0,1-1 0,-1 1 0,0 0 1,0 0-1,0 0 0,0 1 0,-1-1 0,3 4 0,-1 0-463,-1-1 0,0 1 0,0 0 0,0 0 0,-1 0 0,0 0 0,2 12 0,-2 33-4992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2:35.7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1921,'0'0'13542,"27"65"-12838,18-65-463,14 0-241,2-5-497,4-14-3040,-4-5-3010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2:36.0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172 1 8340,'0'0'8388,"-152"171"-7044,141-97-127,5 3-657,4 0 144,2-9-560,0-8-96,10-12 1,23-12-49,4-5-1345,8-9-1200,6-10-3090,-11-12-2721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2:36.4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1 534 3554,'0'0'12683,"5"29"-11200,20 93-424,-13-27 126,-7-46-585,-5-49-586,0 1 0,0-1 0,1 0 0,-1 0 0,0 1-1,0-1 1,0 0 0,0 1 0,0-1 0,0 0 0,0 0 0,1 1 0,-1-1 0,0 0-1,0 0 1,0 1 0,1-1 0,-1 0 0,0 0 0,0 0 0,1 0 0,-1 1 0,0-1-1,0 0 1,1 0 0,-1 0 0,0 0 0,1 0 0,-1 0 0,0 0 0,0 0 0,1 0-1,-1 0 1,0 0 0,1 0 0,-1 0 0,0 0 0,0 0 0,1 0 0,-1 0 0,0 0-1,1 0 1,-1 0 0,0 0 0,0 0 0,1-1 0,-1 1 0,0 0 0,0 0-1,1 0 1,-1-1 0,0 1 0,0 0 0,0 0 0,1 0 0,-1-1 0,0 1 0,0-1-1,16-15 769,18-30 4,-21 28-647,0 0 0,1 0 0,1 2 0,1 0-1,21-18 1,-34 32-134,-1 0 0,1 0 1,0 0-1,0 1 0,0-1 0,0 1 0,0 0 0,1 0 0,-1 0 0,0 0 1,1 0-1,-1 1 0,0 0 0,1-1 0,-1 1 0,0 0 0,7 2 0,-6-1-8,0 0 0,0 1 0,0-1 0,0 1 0,-1 0 0,1 0 0,0 1 0,-1-1 0,0 1 0,0 0 0,0 0-1,5 5 1,-2 1-65,0-1 0,0 1 0,-1 0 0,0 1 0,0-1 0,-1 1 0,0 0 0,-1 0 0,-1 0 0,3 16 0,-1 40-2846,-7-24-3582,-2-26 53</inkml:trace>
  <inkml:trace contextRef="#ctx0" brushRef="#br0" timeOffset="1">658 0 9845,'0'0'7459,"163"12"-6819,-128 68 129,-5 18 63,-17 13-144,-13 7-95,0 0-385,-8-3-112,-27-7-96,0-9-224,-5-3-1473,-8-4-1809,-8-8-3121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2:39.6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361 162 80,'0'0'2105,"-27"-1"-616,-93-5-81,-54 3 3928,134 3-1465,44 0-3559,129 1 749,299-9 554,-86-18-996,125-8 318,-417 31-888,233-20 678,-286 23-692,-1 0 1,1-1-1,0 1 0,0 0 1,0 0-1,0-1 1,0 1-1,-1 0 0,1-1 1,0 1-1,0 0 0,-1-1 1,1 1-1,0-1 0,-1 0 1,1 1-1,0-1 1,-1 0-1,1 1 0,-1-1 1,1 0-1,-1 1 0,1-1 1,-1 0-1,0 0 0,1 0 1,-1 1-1,0-1 1,1 0-1,-1 0 0,0 0 1,0 0-1,0 0 0,0 0 1,0 1-1,0-1 0,0 0 1,0 0-1,0 0 1,-1 0-1,1 0 0,0 0 1,-1 1-1,1-1 0,0 0 1,-1-1-1,0 1-70,0-1 1,0 1-1,0 0 0,0-1 1,0 1-1,0 0 1,0-1-1,-1 1 0,1 0 1,0 0-1,-1 0 0,1 0 1,0 0-1,-1 0 0,0 1 1,1-1-1,-1 0 0,1 1 1,-4-1-1,-33-4-6707,17 5 349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2:40.0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34 4690,'0'0'9837,"1"-9"-9088,2-15-629,-3 24-118,0 0 1,1 0-1,-1 0 1,0 0-1,0 0 1,0 0-1,0 0 1,0 0-1,0 0 1,0 0-1,0 0 1,0 0-1,0 0 0,0 0 1,0 0-1,0 0 1,1 0-1,-1 0 1,0 0-1,0 0 1,0 0-1,0 0 1,0 0-1,0 0 1,0 0-1,0 0 1,0 0-1,0 0 1,0 0-1,0 0 0,0 0 1,0 0-1,0 0 1,1 0-1,-1 0 1,0 0-1,0-1 1,0 1-1,4 45 401,-1-2 222,3 254 2542,-7-197-2426,6-56-295,-5-43-230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2:40.4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 12 6723,'0'0'8740,"-18"-12"-8548,39 39-64,9 2 48,-1-5-176,6 0 0,2-2 0,9-6-704,-1-4-1537,0-7-2001,-7-5-336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2:40.8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386 12 4018,'0'0'12534,"10"-12"-12054,-31 36 0,-11 7 160,-5 8 97,-9 4-609,-10 3 16,-6 0-144,4-3-625,10-5-2992,13-4-5587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2:41.1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1 147 9124,'0'0'1705,"6"-21"-195,23-65 408,-27 84-1848,-1-1 0,1 1-1,-1-1 1,1 1 0,0-1 0,0 1-1,0 0 1,0 0 0,0 0 0,0 0-1,1 0 1,-1 1 0,1-1 0,-1 1-1,1-1 1,0 1 0,0 0-1,-1 0 1,1 0 0,0 0 0,0 1-1,0-1 1,0 1 0,0 0 0,0 0-1,0 0 1,0 0 0,0 0 0,0 1-1,0-1 1,0 1 0,0 0 0,-1 0-1,1 0 1,0 0 0,0 0-1,-1 1 1,1-1 0,-1 1 0,1-1-1,-1 1 1,4 4 0,3 5 14,-1 0 1,0 0-1,0 1 1,-1 0-1,-1 1 1,0 0-1,-1-1 1,0 2-1,-1-1 0,3 19 1,0 4 179,-2 0 0,1 68 0,-6-28 544,0-75-645,0-15 1117,2 5-1215,1 1-1,0-1 1,0 0-1,0 1 1,1-1-1,1 1 0,-1 0 1,1 0-1,9-10 1,4-4-61,40-38 1,-37 41 1,1 1 0,1 1-1,26-14 1,-39 25-6,1 0 0,0 0 0,1 1 0,-1 1 1,1 0-1,0 1 0,0 0 0,0 1 0,21-2 0,-28 4-5,0 1-1,0 0 1,-1 0-1,1 0 1,0 0-1,0 1 1,-1 0-1,1 0 1,-1 0-1,0 0 1,1 1-1,-1 0 1,0 0-1,0 0 1,-1 0-1,1 1 1,-1-1-1,0 1 1,0 0-1,0 0 1,0 0-1,0 0 1,-1 1 0,3 5-1,2 6-2,-1 0 0,0 1 0,-1 0 1,-1 0-1,4 28 0,-3 62-880,-4-70-2190,6 46 1,5-14-3774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2:41.7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68 4082,'0'0'10103,"6"-11"-8558,19-34-283,-16 33-50,-8 16-1265,-1-2 161,78 347 2054,-67-293-2046,0 2-4,3 65-1,-11-43-4415,-4-80 3785,0 1 0,0-1 0,0 1 0,0-1 0,1 0 0,-1 1 0,0-1 0,0 0 0,0 0 0,0 0 1,0 1-1,0-1 0,0 0 0,0 0 0,0-1 0,0 1 0,-2 0 0,0 0-1154,-15 0-3769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2:42.0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26 4514,'0'0'10237,"1"-7"-9589,-1 7-635,-1-1 0,1 0 0,0 1 0,0-1 1,0 0-1,0 1 0,0-1 0,0 0 0,1 1 0,-1-1 0,0 1 0,0-1 0,0 0 0,1 1 1,-1-1-1,0 1 0,1-1 0,-1 0 0,0 1 0,1-1 0,-1 1 0,1-1 0,-1 1 0,0 0 1,1-1-1,-1 1 0,1-1 0,0 1 0,-1 0 0,1-1 0,-1 1 0,1 0 0,0 0 0,-1-1 1,1 1-1,-1 0 0,1 0 0,0 0 0,-1 0 0,1 0 0,0 0 0,-1 0 0,1 0 1,0 0-1,-1 0 0,1 0 0,-1 1 0,1-1 0,0 0 0,-1 0 0,1 0 0,-1 1 0,1-1 1,0 0-1,-1 1 0,1-1 0,-1 1 0,1 0 0,8 6 127,0 1 1,0-1-1,8 12 0,-2-4 23,22 25 261,-14-15-120,52 43 0,-66-61-330,1-1 0,0 0 1,0 0-1,1-1 0,-1 0 0,1 0 0,0-1 0,0-1 0,20 4 0,12-4-2162,-15-3-2052,-14 0 365,-7 0-818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2:42.4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367 0 5442,'0'0'9397,"-65"20"-8725,31 28 209,-9 7-17,-3 3-512,-4-5 0,4-7-352,6-8-432,13-2-2273,11-2-3266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2:43.2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1 126 3730,'0'0'9113,"3"-18"-7926,-1 0-924,1 0-1,8-21 0,-10 37-221,0 0 1,0 0-1,0 0 0,0 0 0,1 0 0,-1 1 0,1-1 0,-1 0 0,1 1 0,0-1 0,0 1 0,-1-1 0,1 1 0,0 0 0,0 0 0,0 0 0,1 0 0,-1 0 0,0 0 0,0 1 0,0-1 0,1 1 0,-1-1 0,3 1 0,1 0 39,1 0 1,-1 0-1,0 0 0,0 1 0,0 0 1,10 3-1,-11-3-70,-1 1-1,0 0 1,0 0 0,-1 1-1,1-1 1,0 1 0,-1 0-1,1 0 1,-1 0 0,0 0-1,0 1 1,0-1 0,-1 1-1,1-1 1,2 6 0,2 5 15,-1 0 0,0 0 1,4 16-1,-3-2 50,-1 0 0,-1 0 0,-1 0 0,-2 1 0,-1-1 0,-1 1 0,-4 30 0,3-55 9,1-1-1,-1 1 0,0 0 1,0-1-1,-1 1 1,1-1-1,-1 1 1,1-1-1,-1 0 0,0 0 1,0 0-1,-1 0 1,1 0-1,-5 4 0,7-7-64,0 0 0,0 1-1,0-1 1,0 0-1,0 0 1,-1 1 0,1-1-1,0 0 1,0 0-1,0 1 1,-1-1 0,1 0-1,0 0 1,0 0-1,0 0 1,-1 1 0,1-1-1,0 0 1,0 0-1,-1 0 1,1 0 0,0 0-1,-1 0 1,1 0-1,0 0 1,0 0 0,-1 0-1,1 0 1,0 0-1,0 0 1,-1 0 0,1 0-1,0 0 1,-1 0-1,1 0 1,0 0 0,0 0-1,-1 0 1,1 0-1,0 0 1,0-1 0,-1 1-1,1 0 1,0 0-1,0 0 1,0 0 0,-1-1-1,1 1 1,0 0-1,0 0 1,0-1 0,0 1-1,-1 0 1,1-1-1,-2-17 470,2 17-481,0-16 34,0 1-1,0-1 1,2 1-1,0 0 0,1 0 1,1 0-1,8-25 0,-2 19-29,0 0-1,22-31 0,-25 42-13,1 0-1,0 1 0,1 0 1,0 1-1,1-1 0,13-9 1,-20 17 1,0 0 0,0 0 0,0 0 0,0 0 0,0 1 0,1-1 0,-1 1 0,1-1 0,-1 1 0,0 0 0,1 1-1,0-1 1,-1 1 0,1-1 0,0 1 0,-1 0 0,1 0 0,-1 1 0,1-1 0,0 1 0,-1 0 0,1 0 0,-1 0 0,0 0 0,1 1 0,-1-1 0,0 1 0,0 0 0,1 0 0,-2 0 0,1 0 0,4 4 0,2 4-4,-1-1 0,0 2 0,0-1 0,-1 1 0,-1 0 0,0 1 0,8 21 0,-1 5-35,-2 1 0,-1 1-1,5 49 1,-7-36-904,-6-43-77,0 0 0,1 0-1,4 11 1,-5-16-99,0-1-1,0 0 0,1 0 1,0 0-1,3 5 1,10 4-5978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2:43.6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59 1 8900,'0'0'2967,"25"0"-1647,-6-1-1132,-1 2-1,1 0 1,31 6-1,-47-6-161,0 0-1,0 0 0,0 0 1,0 1-1,0-1 1,-1 1-1,1 0 1,-1 0-1,1 0 1,-1 0-1,0 0 1,0 1-1,0-1 1,0 1-1,0-1 1,0 1-1,-1 0 1,1 0-1,0 3 1,1 3 96,0 1 1,0 0 0,-1-1-1,1 13 1,-2-13-8,2 10 177,-2 0 0,0 0 1,-1 1-1,-4 34 0,3-45-143,-1 0 1,0 0-1,-1 0 0,0 0 0,0-1 1,-1 1-1,0-1 0,-1 0 0,0 0 1,0 0-1,-12 13 0,6-11 85,0 1-1,0-2 1,-1 0 0,0 0-1,-1-1 1,0-1 0,0 0-1,-1 0 1,0-2-1,0 0 1,0 0 0,0-1-1,-19 2 1,136-16 1935,483-76-1657,-579 85-509,-2 1-6,-1 0 0,1-1 1,-1 0-1,1 0 0,7-4 1,-10 5-190,-18 0-2775,-87 0-4330,18 0 1631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2:44.6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152 1 2881,'0'0'7745,"-14"0"-6261,-41 0-303,44 1-141,12 1-670,14 1 0,359 2 2990,-217-7-2809,309 2 1807,-1551 0-367,1306 0-1957,488 7-31,-709-7-125,1 0-1,0 0 1,0-1 0,-1 1 0,1 0-1,0 0 1,0 0 0,0 0-1,-1 0 1,1 0 0,0 1 0,0-1-1,-1 0 1,1 0 0,0 0-1,-1 1 1,1-1 0,0 0 0,-1 1-1,1-1 1,1 1 0,-26 8-4047,-30 6-2399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2:48.4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218 82 3217,'0'0'5456,"-26"4"-3604,-85 13-313,40-7 1426,61-10 1839,871-17-3510,-804 14-1237,137-10 430,-175 9-323,-15 0-9,-11 0 20,-22-2-27,-1 2 1,0 1-1,-59 2 0,47 0-120,-546 1 191,954-30-203,-276 20 3,-22 4 88,-68 6-133,1 0 0,-1 0 0,0 0 0,1 0 0,-1 0 0,0 0 0,1 0 0,-1 0 0,1 0 0,-1 0 0,0 0 0,1 0 0,-1 0 0,0 0 0,1 0 1,-1 0-1,0-1 0,1 1 0,-1 0 0,0 0 0,1 0 0,-1-1 0,0 1 0,0 0 0,1 0 0,-1-1 0,0 1 0,0 0 0,1 0 0,-1-1 0,-15-1-4366,-26 10 75,-25 17-1600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2:50.3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254 124 3890,'0'0'7798,"-14"-5"-6942,9 4-790,0-1-6,0 0-1,-1 1 1,1 0 0,0 0-1,0 0 1,-1 1-1,-7-1 1,10 2-41,0 0 1,-1-1-1,1 1 1,0 1 0,-1-1-1,1 0 1,0 1-1,0-1 1,0 1-1,0 0 1,0 0-1,1 0 1,-1 1-1,1-1 1,-1 1-1,1-1 1,-3 5-1,-11 13 53,2 1 0,0 1 0,1 0-1,1 0 1,1 1 0,2 1 0,0 0 0,1 0 0,1 1-1,2 0 1,0 0 0,-1 43 0,6-61-67,0 1-1,0-1 1,1 1-1,0-1 1,0 0-1,1 1 1,0-1 0,0 0-1,1 0 1,-1 0-1,5 7 1,-2-7 7,0 0 0,1 0 0,-1-1 0,1 0 0,1 0 1,-1 0-1,1-1 0,0 0 0,11 6 0,0 0 14,1-2 0,0-1-1,0 0 1,1-1 0,0-1 0,0-1 0,22 2-1,-8-3 74,0-1 1,-1-2-1,57-5 0,-83 3 13,1 0 0,-1 0 0,1-1 0,-1 0 0,1 0 0,-1-1 0,0 0 0,0 0 0,0-1 0,-1 0 1,1 0-1,-1 0 0,0-1 0,0 0 0,-1 0 0,1 0 0,-1-1 0,0 0 0,0 0 0,-1 0 0,0-1 0,0 1 0,0-1 0,-1 0 0,0 0 0,-1 0 0,1-1 0,-1 1 0,1-13 0,-1 3 28,-1-1 0,0 1 0,-2-1-1,0 1 1,-1-1 0,-1 1-1,0 0 1,-1 0 0,-1 0-1,-1 1 1,0-1 0,-1 1-1,-10-15 1,-5-6-54,-2 1 0,-53-59 0,64 80-83,-1 1 0,-1 1 0,0 0 0,-1 1 0,0 0 0,-1 1 0,0 1 0,-26-10 1,33 16-11,-1 0 1,0 1-1,0 1 1,0 0-1,0 0 1,0 1-1,0 1 1,0 0-1,-1 0 1,-20 4-1,25-2-128,-1 0-1,1 0 1,0 0-1,0 1 1,0 0-1,1 1 1,-1 0-1,1 0 1,0 0-1,0 1 1,0-1-1,0 1 1,1 1-1,0-1 1,0 1 0,-7 10-1,8-9-499,0 1-1,1 0 1,-1-1-1,1 1 1,1 0-1,0 1 1,0-1 0,0 0-1,1 1 1,0 15-1,0 27-4766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2:50.6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149 5 3201,'0'0'10645,"-15"-2"-10063,10 1-546,0 0 0,0 1 0,0-1 0,0 1 1,0 0-1,0 1 0,0-1 0,0 1 0,0 0 0,-9 3 0,11-1 4,0 0-1,0-1 1,0 1-1,1 0 0,-1 1 1,1-1-1,0 0 0,0 1 1,0 0-1,0-1 1,0 1-1,1 0 0,0 0 1,-1 4-1,-15 69 517,15-61-430,-8 60 525,4 0 0,4 114 0,3-177-660,-1-1 1,2 1-1,0-1 1,0 1-1,1-1 1,1 0-1,0 0 0,1-1 1,0 1-1,0-1 1,1 0-1,1 0 1,0-1-1,0 0 0,1 0 1,1-1-1,-1 1 1,17 12-1,-13-13-478,1 0 0,0-1-1,0-1 1,16 7 0,-19-10-611,1 0 0,0 0 1,14 2-1,14-2-4537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2:51.0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8740,'0'0'6702,"8"23"-5875,1 5-516,-2-8-96,-1-1 1,0 1-1,-2 0 0,0 0 1,0 22-1,-1 87 1400,-3-110-1410,0-19-181,1 1 1,-1-1 0,0 1 0,0-1 0,0 1-1,0-1 1,0 1 0,0-1 0,0 1 0,0-1-1,0 1 1,0-1 0,0 1 0,0-1-1,0 1 1,0-1 0,0 1 0,-1-1 0,1 0-1,0 1 1,0-1 0,0 1 0,-1-1-1,1 1 1,0-1 0,-1 0 0,1 1 0,0-1-1,-1 0 1,1 1 0,0-1 0,-1 0 0,1 0-1,-1 1 1,1-1 0,-1 0 0,1 0-1,-1 0 1,1 1 0,0-1 0,-1 0 0,1 0-1,-1 0 1,0 0 0,0 0 15,1 0-1,0-1 1,0 1 0,-1 0 0,1 0 0,0 0-1,0-1 1,0 1 0,-1 0 0,1 0 0,0-1 0,0 1-1,0 0 1,0 0 0,0-1 0,-1 1 0,1 0-1,0 0 1,0-1 0,0 1 0,0 0 0,0-1-1,0 1 1,0 0 0,0-1 0,0 1 0,0 0-1,0 0 1,0-1 0,0 1 0,0 0 0,1-1-1,-1 1 1,0-4 189,-1-4-184,1 0 0,0 0 0,1 0 0,-1 0 0,1 0 0,1 0 0,0 0 0,0 0 0,0 1 0,1-1 0,0 1 0,1-1 0,0 1 0,7-11 0,1 2-47,1 1-1,1 0 1,0 1 0,1 0-1,0 1 1,1 1 0,1 0 0,18-9-1,-23 15 1,-1 0 1,2 1-1,-1 0 0,0 1 0,1 0 1,0 1-1,0 1 0,0 0 0,0 0 1,0 2-1,0-1 0,0 2 0,19 2 1,-27-2-3,0 1 0,0-1 0,-1 1 0,1 0 0,-1 1 0,1-1 0,-1 1 0,0 0 0,0 0 0,0 0 0,-1 0 0,1 1 0,-1 0 0,1-1 0,-1 1 0,-1 0 0,1 1 0,0-1 0,-1 0 0,0 1-1,0 0 1,1 4 1,2 6-44,0 1 1,-1-1 0,-1 1 0,-1 0 0,1 26 0,-2-29-288,0 0 0,-2 1 0,1-1 0,-2 0 0,0 0 0,0 0 0,-1 0 0,-7 20 0,-25 52-6776,16-50 275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2:51.3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36 9540,'0'0'2727,"24"-7"-1012,78-19-381,-100 25-1308,1 0 0,-1 1 0,1 0 0,0-1-1,-1 1 1,1 0 0,-1 0 0,1 0 0,0 1 0,-1-1-1,1 1 1,-1-1 0,1 1 0,-1 0 0,1 0 0,-1 0-1,0 0 1,1 1 0,-1-1 0,0 0 0,0 1 0,0 0-1,0-1 1,0 1 0,0 0 0,-1 0 0,1 0 0,2 4-1,-1 1 23,-1-1 0,1 1 0,-2 0 0,1 0 0,-1 0 0,0 0 0,1 10 0,-2-17-44,1 18 184,0 1 1,-3 26 0,1-38-88,0 0 0,-1 0 0,1 0 0,-1-1 0,-1 1 0,1 0 0,-1-1 0,-1 1 0,-4 7 1,-4 1 260,-1 0 0,0-1 0,-1 0 0,-23 16 0,-1 3 1880,54-33-1263,16-2-745,0-2 0,0-2-1,35-9 1,-11 1-110,-18 7-47,-16 3-83,40-13-1,-51 17-7996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2:51.7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8660,'0'0'9300,"155"10"-8419,-96 40-177,-1 13 112,-9 11-512,-15 6-127,-20-1-145,-14-4 48,-8-8-160,-30-2 64,-2-10-1041,-11-2-640,-5 0-1920,-13 0-2690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2:52.1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182 170 10981,'-26'0'1310,"-66"0"690,28 0 2958,207 0-3363,36 0-650,77-5-196,65-10-79,1190-30 2003,-1196 45-1846,-58 0 8,71 0-213,-176 0-78,-152-3-467,0 0 0,0-1 0,0 1 0,0 0 0,0 0 0,0-1 0,-2-2 0,0 2-104,0 0 0,0 0-1,-1 0 1,0 0-1,1 1 1,-1-1 0,-1 1-1,1 0 1,0 0-1,-1 0 1,0 0 0,1 1-1,-1 0 1,0-1-1,0 1 1,-8-2 0,0 0-601,1 0 0,-1 1 0,1 0 0,-1 1 0,-17-1-1,1 2-1880,0 1-1,-44 5 1,-20 15-4201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3:32.2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99 202 5410,'0'0'10677,"-16"-15"-9588,-49-50-259,64 64-793,-1 0 0,1-1 0,-1 0 0,1 1 0,0-1 0,0 0 0,-1 0 0,1 1 0,0-1 0,1 0 0,-1 0 0,0 0 1,0 0-1,1 0 0,0-1 0,-1 1 0,1 0 0,0 0 0,0 0 0,0 0 0,0 0 0,0 0 0,0-1 0,1-1 0,1 1-18,0 1 0,-1-1 0,1 1 0,0-1 0,0 1 0,0 0 0,0 0 0,1 0 0,-1 0 0,5-3 0,-5 4-2,6-4 2,0 0 0,0 0 0,0 1 0,1 0 0,0 1 0,0 0 0,16-3 0,-5 2-22,0 2-1,33 0 1,-45 3-7,1 0 1,0 0-1,-1 1 1,0 0 0,1 1-1,-1 0 1,0 0-1,0 1 1,0 0 0,-1 0-1,0 1 1,1 0 0,-2 0-1,13 12 1,-6-5 24,-1 1 1,-1 1-1,0 0 1,-1 0-1,0 1 1,12 24-1,-17-24-7,0-1 0,0 1 0,-2 1 0,0-1-1,0 0 1,-1 1 0,-1-1 0,-1 1-1,0 0 1,-3 17 0,2-31 43,1 0 1,0 0-1,-1 0 1,0 0-1,1 0 0,-1 0 1,0 0-1,0 0 1,0-1-1,0 1 1,0 0-1,0 0 0,-1-1 1,1 1-1,0-1 1,-1 0-1,1 1 1,-1-1-1,0 0 0,1 0 1,-1 0-1,0 0 1,0 0-1,0 0 1,0 0-1,0-1 0,0 1 1,-3 0-1,4-1 451,1-17 24,-1-13 25,6-39 1,-3 59-540,0 0 0,0 0 0,1 0 0,0 0 0,1 0 1,0 1-1,8-14 0,-4 10-15,0 2 0,1-1 0,0 1 1,1 1-1,0-1 0,23-16 0,-28 23-9,0 1 0,0 0 0,0 0-1,0 0 1,1 0 0,-1 1 0,1 0-1,0 0 1,0 0 0,0 1 0,0 0 0,0 0-1,0 0 1,0 1 0,0 0 0,0 0-1,0 1 1,0-1 0,9 4 0,-11-3-1,-1 1-1,0 0 1,1 0 0,-1 0-1,0 1 1,0-1 0,-1 1 0,1 0-1,0-1 1,-1 1 0,0 0 0,1 1-1,-1-1 1,-1 0 0,1 1 0,0-1-1,1 6 1,3 7-2,-1-1-1,4 29 0,-4-7-1013,-2 0 0,-3 59 0,-1-37-2399,1-59 3428,-1 8-1114,2 0-1,-1 0 1,3 13-1,-1-14-255,1-1-1,0 1 0,7 12 1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3:33.1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34 5298,'0'0'10170,"0"-8"-9265,0-15-512,0 21-277,0 19-30,0 373 2120,0-384-2479,0 0 1,1 0-1,-1-1 0,1 1 0,0 0 0,0-1 0,4 10 1,-4-13-46,0 0 0,1 0-1,-1 0 1,0 0 0,1 0 0,-1 0 0,1 0 0,-1-1 0,1 1 0,0-1 0,0 1 0,0-1 0,0 0 0,0 0-1,0 0 1,0 0 0,0 0 0,0 0 0,0-1 0,1 1 0,3 0 0,23 1-4426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3:33.5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0 186 5138,'0'0'7217,"12"22"-6067,-12-22-1150,53 92 648,-50-89-620,0 1 0,0 0-1,0 0 1,0-1 0,1 0 0,-1 0-1,1 0 1,0 0 0,0 0 0,0-1 0,0 0-1,1 0 1,-1 0 0,0 0 0,1-1-1,0 1 1,-1-1 0,8 1 0,-2-1-9,13 3 66,1-2 1,45-1-1,-39-1-26,-24 0-14,1 0 1,-1-1-1,1 1 1,-1-2 0,1 1-1,-1-1 1,1 1-1,-1-2 1,0 1-1,7-4 1,-10 4 37,0 0 0,0 0 0,0-1 0,-1 1 0,1-1 0,-1 1 0,1-1 0,-1 0 0,0 0 0,0 0 0,0 0 0,0 0 0,-1 0 0,0-1 0,1 1 0,-1-1 0,0 1 0,0-1 0,-1 1 0,1-6 0,1-5 215,-2 1 0,1 0 0,-2-1 0,-2-18 0,2 27-222,0-1 0,-1 0-1,0 0 1,0 1 0,-1-1 0,1 1 0,-1 0-1,0 0 1,-1 0 0,1 0 0,-1 0 0,-5-5-1,-3-2-26,-1 1 0,0 1 0,0 0 0,-1 1 0,0 1 0,0 0-1,-1 0 1,0 2 0,-1 0 0,0 0 0,1 2 0,-2 0-1,1 0 1,0 2 0,-20-1 0,33 2-147,0 1 1,-1 0-1,1 0 0,0 1 1,0-1-1,0 0 1,0 1-1,0 0 0,0 0 1,0 0-1,0 0 0,0 0 1,0 1-1,1-1 0,-1 1 1,1 0-1,-1-1 0,1 1 1,-1 0-1,1 1 1,0-1-1,0 0 0,0 1 1,0-1-1,0 1 0,1 0 1,-1-1-1,1 1 0,-2 6 1,-1 0-706,2 0 1,-1 1 0,1-1-1,1 1 1,-1-1 0,2 1-1,-1 11 1,1 27-4059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3:34.1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246 147 5811,'0'0'1203,"-8"-21"1041,-1-5-1207,-18-36 1,25 60-928,1-1 0,-1 1-1,0-1 1,0 1 0,0-1 0,0 1-1,0 0 1,0 0 0,0 0 0,-1 0-1,1 1 1,-1-1 0,1 1 0,-1-1-1,0 1 1,1 0 0,-1 0 0,0 0-1,0 0 1,0 1 0,0-1 0,0 1-1,0-1 1,0 1 0,0 0 0,-5 1-1,-2-1 119,4 0-105,0-1 0,0 2 0,0-1 0,0 1 0,0 0 0,0 0 0,0 0 0,0 1 0,0 0 0,-6 3 0,8-3-94,1 0 0,0 0 0,1 1 0,-1-1 0,0 1 0,1 0 0,-1-1 0,1 1 0,0 0 0,0 0 0,0 1 0,0-1 0,1 0 0,-1 1 0,1-1 0,0 1 0,-2 6 1,1-1-17,0 1 0,1-1 0,0 1 1,0 0-1,2 18 0,-1-24-14,1 0-1,-1-1 1,1 1 0,0 0-1,0 0 1,1-1 0,-1 1-1,1-1 1,-1 1-1,1-1 1,0 0 0,1 1-1,-1-1 1,0 0-1,1-1 1,5 6 0,0-3-36,0 0 0,0 0 1,0-1-1,1 0 1,-1 0-1,1-1 1,0 0-1,15 3 0,-2-3-49,1-1 1,31 0-1,-53-2 104,0-1 1,0 1 0,-1 0 0,1-1-1,0 1 1,-1-1 0,1 1-1,0-1 1,-1 1 0,1-1 0,-1 1-1,1-1 1,-1 1 0,1-1 0,-1 0-1,1 0 1,-1 1 0,1-1 0,-1 0-1,0 1 1,0-1 0,1 0-1,-1 0 1,0 0 0,0 1 0,0-1-1,0 0 1,0 0 0,0 0 0,0-1-1,0-35 1479,-1 26-634,1-1 258,1 19-339,2 15-730,21 94 169,-5 1-1,6 215 1,-24-307-180,-1-15-18,1 0 0,-2 0 0,1 0 0,-1 0 0,-3 11 0,3-18-13,0 0-1,0-1 1,0 1 0,0-1-1,-1 1 1,1-1 0,-1 1 0,1-1-1,-1 0 1,0 0 0,0 0 0,0 0-1,0 0 1,0 0 0,-1 0 0,1-1-1,-1 1 1,1-1 0,-1 0-1,1 0 1,-1 0 0,-4 1 0,2 0 43,-1 0 0,1-1 0,-1 0 0,0 0 0,0 0 0,0-1 0,0 0 0,1 0 0,-1 0 0,0-1 0,0 0 0,-6-1 0,9 0-34,0 1 0,0 0 0,1-1 0,-1 0 0,0 0 0,1 1 0,-1-2 0,1 1 0,0 0 0,-1 0 0,1-1 0,0 1 0,0-1-1,1 0 1,-1 1 0,1-1 0,-1 0 0,1 0 0,0 0 0,0 0 0,0 0 0,0 0 0,0-4 0,-2-8-42,1 1 0,1 0 0,0-1 0,1 1-1,0 0 1,1-1 0,1 1 0,0 0 0,7-22-1,-5 25-258,0 1 0,0 0 0,1 0-1,1 0 1,-1 1 0,2-1 0,-1 1-1,1 1 1,1-1 0,-1 2 0,1-1-1,1 1 1,10-8 0,-5 6-1125,0 1 0,25-11 0,38-9-4966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3:35.7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257 68 80,'0'0'5659,"1"-4"-4291,-1 2-1362,1 1 147,-1-1 0,1 1 0,-1-1 0,1 1 0,-1-1 0,0 0 0,0 1 0,0-1 0,1 0 0,-2 1 0,1-1 0,0 0 0,0 1 0,0-1 0,-1 1-1,1-1 1,-1 0 0,0 1 0,1-1 0,-1 1 0,0-1 0,0 1 0,0 0 0,0-1 0,0 1 0,0 0 0,0 0 0,0 0 0,0-1 0,-1 1 0,-1-1 0,-8-1 64,1 0-1,0 0 1,-1 1 0,1 1-1,-1 0 1,0 0-1,1 1 1,-1 1-1,0-1 1,-19 5 0,25-3-208,0-1 1,0 1 0,0 0-1,0 1 1,0-1 0,0 1 0,1 0-1,-1 0 1,1 1 0,0-1-1,0 1 1,0 0 0,1 0 0,-1 0-1,1 0 1,0 1 0,0-1 0,0 1-1,1 0 1,-3 7 0,0 1 6,1 0 1,1 1-1,0-1 1,0 1 0,2 0-1,-1 25 1,2-35-20,0-1 1,1 0 0,-1 1-1,1-1 1,-1 0 0,1 0-1,0 1 1,0-1-1,0 0 1,1 0 0,-1 0-1,1 0 1,0 0 0,0 0-1,0-1 1,3 4 0,-1-2-7,0-1 1,0 1-1,1-1 0,-1-1 1,1 1-1,0-1 1,0 1-1,0-1 1,8 2-1,2-1-4,0 0 0,1-1-1,-1-1 1,1 0 0,-1-1-1,22-3 1,-32 3 23,-1-1-1,0 0 1,1 0 0,-1-1 0,0 1 0,0-1-1,0 0 1,0 0 0,0 0 0,0-1-1,-1 1 1,1-1 0,-1 0 0,0 0-1,1 0 1,-1 0 0,-1-1 0,1 1-1,0-1 1,-1 0 0,0 0 0,0 0-1,0 0 1,0 0 0,1-7 0,2-6 602,-2 0 0,0 0 0,0 0 1,-2 0-1,0-22 0,-1 38-198,0 11-441,-1 15-27,1-12 52,0 0 0,0 1 0,3 14-1,-2-23-32,0-1-1,0 0 1,1 1-1,0-1 1,-1 0-1,2 1 0,-1-1 1,0 0-1,1-1 1,-1 1-1,1 0 1,0-1-1,5 5 1,-3-4-233,1 1 0,0-1 1,1-1-1,-1 1 0,1-1 0,-1 0 1,1 0-1,0-1 0,11 3 1,-1-2-1955,1 0 0,31 0 0,-1-2-3207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3:37.7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318 185 1713,'0'0'5570,"-4"-24"-4262,-17-72-135,20 93-1095,0 0-1,0 0 0,0 0 0,0 0 0,0 1 0,-1-1 0,0 1 0,1-1 0,-1 1 0,0-1 0,0 1 0,0 0 0,0 0 1,-1 0-1,1 0 0,-1 1 0,1-1 0,-1 0 0,1 1 0,-1 0 0,0 0 0,0 0 0,0 0 0,1 0 0,-1 0 0,-4 0 1,-2-1 156,-2-1-36,1 1 0,-1 0 0,0 1 0,0 0 0,0 0 0,0 1 0,0 1 0,0 0 0,0 0 0,-15 5 0,22-5-177,-1 1 1,0 0-1,0 0 1,1 0-1,-1 1 1,1-1-1,0 1 1,0 0 0,0 0-1,0 1 1,0-1-1,1 1 1,0 0-1,-1 0 1,1 0-1,1 0 1,-1 0-1,1 1 1,-1-1-1,1 1 1,1 0 0,-1 0-1,1 0 1,-2 7-1,2-4-12,-1 2 0,1-1 0,1 0 0,0 0 0,0 0 0,1 0 0,0 0 0,3 13 0,-2-17-4,0 0 1,0 1-1,0-1 1,1 0-1,-1 0 1,1 0-1,0-1 1,1 1-1,-1-1 1,1 1-1,0-1 0,0 0 1,0-1-1,7 6 1,-2-4 0,-1 0 0,1 0-1,0-1 1,1 0 0,-1-1 0,1 0 0,13 3 0,-2-3 15,1 0 1,30-2 0,-49-1-21,0 0 0,1 0 1,-1 0-1,0-1 0,0 0 0,0 1 0,1-1 1,-1-1-1,0 1 0,0 0 0,0-1 1,-1 1-1,1-1 0,0 0 0,-1 0 1,1 0-1,-1 0 0,1 0 0,-1-1 0,0 1 1,0-1-1,0 0 0,0 1 0,-1-1 1,1 0-1,-1 0 0,1 0 0,-1 0 0,0 0 1,1-7-1,1-7 90,0-1 1,-1 0-1,-1 0 0,-2-27 0,1 21 117,0-7 471,0 21-57,0 22-19,0 0-621,0 1 0,0-1-1,2 1 1,-1-1-1,2 0 1,-1 0-1,2 0 1,0 0-1,0 0 1,1 0-1,12 19 1,-7-15-410,1-1-1,22 22 1,31 22-4332,-21-25-1032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3:38.6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 25 3794,'0'0'9463,"-4"-6"-8722,1 2-669,-7-11 89,7 19-90,1 12 47,5 43 471,2-1 0,3 0 0,16 57 0,-3-11 22,-20-97-385,-1-6 217,3-11 1678,-2-8-1987,2 0-1,0 0 1,1 1-1,9-25 1,-11 37-141,-1 0-1,1 1 1,1-1 0,-1 1-1,0-1 1,1 1 0,0 0 0,0 0-1,0 0 1,1 1 0,-1-1-1,1 1 1,0 0 0,0 0-1,0 0 1,0 0 0,0 1-1,1-1 1,-1 1 0,1 0-1,7-1 1,-3 1-4,0 0 1,0 1-1,0 0 0,0 0 0,1 1 0,-1 1 1,0-1-1,0 2 0,0-1 0,0 1 0,0 0 1,0 1-1,0 0 0,-1 1 0,1 0 0,-1 0 1,0 0-1,0 1 0,-1 0 0,1 1 0,10 10 1,-10-7 0,0 0 0,0 0 1,-1 1-1,0 0 0,0 0 0,-1 1 1,-1-1-1,0 1 0,0 1 0,-1-1 1,-1 0-1,0 1 0,0 0 0,-1 0 1,-1 0-1,1 20 0,-2-29 10,-1 0 0,1-1-1,0 1 1,-1 0 0,1-1 0,-1 1-1,0-1 1,0 1 0,0-1 0,0 1-1,0-1 1,-1 0 0,1 0-1,-1 1 1,1-1 0,-5 3 0,2-1 2,0-1 0,0 0 1,-1 1-1,0-2 1,1 1-1,-1-1 0,-10 4 1,-1-1 33,0-1 1,0-1 0,0-1-1,-28 1 1,13-2 8,-4 1 122,-56-6 0,88 4-100,0 0 0,-1-1 0,1 1 0,0-1 1,0 0-1,0 0 0,-1-1 0,1 1 0,0-1 1,1 1-1,-1-1 0,0 0 0,0 0 0,1 0 0,-4-4 1,5 5 1,2 0-128,-1 0 1,0 0-1,1 0 0,-1 0 0,1 0 1,-1 1-1,1-1 0,-1 0 0,1 0 0,0 0 1,0 1-1,-1-1 0,1 0 0,0 1 1,0-1-1,-1 1 0,1-1 0,0 1 1,0-1-1,0 1 0,0 0 0,0-1 1,0 1-1,0 0 0,0 0 0,0 0 1,2-1-1,34-2-3002,-31 2 2042,35 1-4613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3:39.0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89 1 5026,'0'0'13030,"-89"29"-12245,89-27-97,0 0-496,27-2 320,13 0 33,11 0-529,8 0-16,2 0-465,-2 0-1167,-8 0-1170,-19 0-1088,-16 15-1504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3:39.4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6259,'0'0'11269,"50"36"-10725,7-33-80,12-3-464,17 0-1968,7 0-2851,1 0-4273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3:39.9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155 370 2657,'0'0'10360,"-24"-22"-8319,24 22-2041,-99-92 1502,96 89-1422,0 0 0,0 0 0,0 0 0,1 0 0,0-1 0,-1 0 1,1 1-1,0-1 0,1 0 0,-1 0 0,1 0 0,0 0 0,0 0 0,0 0 1,0 0-1,1 0 0,-1 0 0,1 0 0,0-1 0,0 1 0,2-7 1,0-4 87,-2 9-123,1 1-1,0-1 1,0 1-1,0 0 1,1-1-1,0 1 1,0 0-1,0 0 1,0 0-1,1 0 1,0 1-1,0-1 1,5-4 0,-3 2-27,1 2 0,1-1 0,-1 1 0,1 0 0,0 0 1,0 0-1,0 1 0,10-4 0,-5 3-18,0 1-1,0 0 1,1 1-1,-1 0 1,1 1-1,0 0 1,0 1 0,0 1-1,0 0 1,0 0-1,18 4 1,-25-2-3,0-1 0,0 1 0,0 1 0,-1-1 0,1 1 1,-1 0-1,0 0 0,0 0 0,0 1 0,8 7 0,-5-3-8,-1 0-1,0 0 0,0 1 1,-1 0-1,8 15 0,-5-3-4,0 0-1,-1 0 0,-1 0 0,-1 1 0,3 28 0,-4-9 24,-2 1 0,-4 51 0,1-89 0,0 0-1,0-1 0,-1 1 1,0 0-1,0 0 1,0 0-1,0-1 0,0 1 1,-1 0-1,1-1 0,-1 1 1,0-1-1,-5 6 0,5-7 56,0 0 0,0 0 0,0 0 0,-1 0 0,1-1 0,-1 1 0,1-1 1,-1 1-1,0-1 0,1 0 0,-1 0 0,0 0 0,0-1 0,0 1 0,0-1 0,0 1 0,0-1 0,-3 0 0,6 0-36,-1 0 1,1 0-1,0 0 1,-1 0-1,1 0 1,-1 0-1,1 0 1,0-1-1,-1 1 1,1 0-1,0 0 1,-1 0-1,1 0 1,0 0-1,-1-1 1,1 1-1,0 0 0,0 0 1,-1-1-1,1 1 1,0 0-1,0 0 1,-1-1-1,1 1 1,0 0-1,0-1 1,0 1-1,-1 0 1,1-1-1,0 1 1,0 0-1,0-1 1,-1-15 189,2 9-55,-2-10-77,1 1-1,0-1 1,2 0 0,0 1 0,1 0 0,0-1-1,1 1 1,1 0 0,11-22 0,-5 16-59,1 0 1,0 1 0,2 1 0,1 0-1,27-29 1,-35 42-25,0 0-1,1 1 0,0-1 1,0 2-1,0-1 0,1 1 1,-1 0-1,1 1 0,0 0 0,1 1 1,-1 0-1,1 0 0,-1 1 1,1 0-1,0 0 0,17 1 1,-23 1-11,-1 0 0,0 1 1,1-1-1,-1 1 0,0 0 0,0 0 1,1 0-1,-1 1 0,0-1 0,0 1 1,0-1-1,-1 1 0,5 4 1,-2-2-3,0 1 1,0 0-1,-1 0 1,0 1-1,0-1 1,4 9-1,2 6-18,-2 0 0,0 1 0,6 26 1,11 84-541,1 0-2012,-21-114 1220,0 0 1,1 0 0,1-1-1,1 0 1,13 21 0,27 25-8679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3:40.8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 0 1056,'0'0'13252,"-2"11"-12647,-4 24 552,-1 69 0,9 49 464,-2-136-1546,0-8-38,1 0 0,0-1 1,0 1-1,1 0 0,0 0 0,1-1 0,0 1 0,0-1 0,8 16 0,-7-19-29,-1 0 0,1 0 1,0 0-1,0 0 0,1-1 0,-1 1 0,1-1 0,0 0 1,0-1-1,1 1 0,-1-1 0,1 0 0,-1 0 1,1-1-1,6 2 0,-4-1 4,0-1 1,0 0-1,0 0 0,0-1 1,0 0-1,0 0 0,1-1 1,-1 0-1,0 0 1,0-1-1,0 0 0,0-1 1,0 0-1,0 0 0,0-1 1,0 1-1,-1-2 0,1 1 1,-1-1-1,0 0 0,0-1 1,0 0-1,-1 0 1,0 0-1,0-1 0,0 0 1,-1 0-1,1 0 0,4-8 1,-2 1 9,-1-1 0,0 0 0,-1 0 0,0-1 0,-1 1 0,5-26 0,-9 39-28,-1 1 0,0 0 0,0-1 0,0 1 0,0-1 0,0 1 0,0 0 0,0-1 0,1 1 0,-1 0 0,0-1 0,0 1 0,1 0 0,-1-1 0,0 1 0,0 0 1,1 0-1,-1-1 0,0 1 0,1 0 0,-1 0 0,0-1 0,1 1 0,-1 0 0,0 0 0,1 0 0,-1 0 0,1 0 0,-1-1 0,0 1 0,1 0 0,-1 0 0,1 0 0,-1 0 0,0 0 0,1 0 0,-1 0 0,1 0 0,-1 1 0,0-1 0,1 0 0,-1 0 0,1 0 0,-1 0 0,0 0 0,1 1 0,-1-1 0,0 0 0,1 0 0,0 1 0,18 16-137,-16-14 133,6 5 16,0-1 1,0 0 0,0 0 0,1-1 0,0 0 0,0-1 0,1 0-1,-1-1 1,21 6 0,-8-5 47,0-2-1,0 0 1,44 0-1,-66-3-39,0 0 0,0-1 0,0 1 0,0 0 0,-1 0 0,1 0 0,0 0 0,0-1 0,0 1 0,0 0-1,0-1 1,0 1 0,0-1 0,-1 1 0,1-1 0,0 1 0,0-1 0,-1 0 0,1 1 0,0-1 0,-1 0-1,1 0 1,-1 1 0,1-1 0,-1 0 0,1 0 0,-1 0 0,0 0 0,1 0 0,-1 0 0,0 1 0,1-3 0,0-3 153,-1 0 1,0 0-1,1 0 1,-2-8 0,0-1 130,0 7-244,0 1 0,0 0 1,0 0-1,-1 0 0,-1 0 0,1 0 1,-1 0-1,0 1 0,0-1 1,-1 1-1,0 0 0,0 0 0,0 0 1,-1 1-1,0-1 0,0 1 0,0 0 1,-12-8-1,8 7-54,0 0-1,0 0 1,-1 1 0,0 0-1,1 0 1,-2 1 0,1 1-1,0 0 1,-1 0 0,1 1 0,-1 0-1,-14 0 1,18 2-159,0 0 0,0 0 0,0 1 0,1-1 0,-1 2 0,0-1-1,0 1 1,0 0 0,1 1 0,-11 4 0,13-4-124,1 0 0,0-1 0,-1 1 0,1 0 0,1 1 0,-1-1 0,0 0-1,1 1 1,0 0 0,-1-1 0,1 1 0,1 0 0,-1 0 0,1 0 0,-1 0 0,1 1 0,0-1-1,0 7 1,0 0-1534,0 1-1,1 19 0,5 24-4523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3:41.3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253 53 10741,'0'0'3738,"-25"-9"-1647,-81-28-290,101 35-1711,1 1-1,0 0 0,0 0 1,0 1-1,-1-1 1,1 1-1,0 0 1,-1 0-1,1 0 1,0 0-1,0 1 1,-1 0-1,1 0 1,-6 2-1,7-1-51,0-1 1,0 1-1,0 0 0,1 0 0,-1 0 0,1 0 1,0 0-1,-1 1 0,1-1 0,0 1 1,0-1-1,1 1 0,-1 0 0,-2 5 1,1 2-25,0 0 0,0 0 0,1 0 1,1 1-1,-1-1 0,2 0 0,0 1 0,1 17 1,-1-26-22,1 1 1,-1-1-1,1 1 1,0-1-1,0 1 1,0-1 0,0 0-1,0 1 1,0-1-1,0 0 1,1 0-1,-1 0 1,1 0-1,0 0 1,0 0 0,-1 0-1,1-1 1,0 1-1,0 0 1,1-1-1,-1 0 1,0 0-1,0 1 1,1-1 0,-1-1-1,1 1 1,-1 0-1,5 0 1,7 2-34,0-1 0,0-1 0,0 0 0,15-2 0,-12 1 67,-8 0-8,-4 1 10,0-1 0,1 0 0,-1-1 0,0 1 0,0-1-1,0 0 1,9-3 0,-14 4-18,1 0-1,-1 0 1,0 0-1,0 0 1,1 0-1,-1 0 1,0 0-1,0 0 1,1 0-1,-1 0 1,0 0-1,0 0 1,0 0-1,1 0 1,-1 0-1,0 0 1,0 0-1,0 0 1,1 1-1,-1-1 1,0 0-1,0 0 1,0 0-1,1 0 1,-1 1-1,0-1 1,0 0 0,0 0-1,0 0 1,0 1-1,0-1 1,0 0-1,1 0 1,-1 0-1,0 1 1,0-1-1,0 0 1,0 0-1,0 1 1,0-1-1,3 16-115,-3-10 123,21 99-11,-4-20 55,-3 0 0,2 90 0,-15-148-63,0-2 4,-1 0 0,-5 33 1,4-51 3,0-1 0,0 1-1,-1-1 1,0 1 0,-1-1 0,1 0 0,-1 0 0,0 0 0,-1 0 0,0 0 0,1-1 0,-2 1 0,-5 5 0,8-9 29,0 0 0,0 0 1,-1 0-1,1 0 0,-1-1 0,1 1 0,-1-1 0,1 0 0,-1 0 0,0 1 0,1-2 0,-1 1 0,0 0 0,0-1 1,0 1-1,0-1 0,0 0 0,0 0 0,0 0 0,0 0 0,1 0 0,-1-1 0,0 1 0,0-1 0,0 0 0,0 0 1,1 0-1,-1 0 0,0-1 0,1 1 0,-1-1 0,1 1 0,0-1 0,-1 0 0,1 0 0,0 0 0,0 0 0,0 0 1,-1-3-1,-3-5 15,1-1 0,0 0 0,1 1 0,0-2 1,1 1-1,0 0 0,1-1 0,-1-22 0,1-10-68,5-44 0,-3 84 15,1-10-148,1-1 0,0 1 0,1 0-1,1 0 1,0 1 0,1-1 0,0 1 0,1 0 0,1 0 0,0 0 0,10-13 0,-3 8-956,0 1-1,20-19 1,40-27-6217,-15 22-2442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3:41.6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 1 9092,'0'0'6678,"24"17"-5422,9 6-845,32 29 0,-62-49-374,0 0 0,0 1 0,0-1 0,0 1-1,-1-1 1,1 1 0,-1 0 0,0 0 0,0 0 0,0 0 0,-1 0-1,1 0 1,-1 1 0,0-1 0,0 0 0,-1 1 0,1-1 0,-1 1-1,0-1 1,0 0 0,-2 6 0,2 7 89,0-9-100,0 0 0,-1 0 0,0 0 1,0 0-1,-1 0 0,0 0 0,-1-1 0,1 1 1,-1-1-1,-1 1 0,1-1 0,-1 0 1,-1 0-1,1-1 0,-1 1 0,0-1 1,-1 0-1,1 0 0,-1-1 0,0 0 1,-1 0-1,1 0 0,-9 4 0,8-5 87,-1 1-1,1-1 0,-2 0 1,1-1-1,0 1 0,-10 1 0,-11 1 2637,57-12-2669,39-13-1,13-3-393,-52 16-1207,0 2-1,46-2 1,-74 6 1521,0 0-175,1 0 0,0 0 0,0 0 0,-1 0 0,1 0 1,0 0-1,-1 0 0,1 0 0,0 0 0,-1 0 0,1 0 0,0 1 1,-1-1-1,1 0 0,0 0 0,-1 1 0,1-1 0,0 0 0,-1 1 1,1-1-1,-1 1 0,1-1 0,0 1 0,1 23-6911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3:42.0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 1 9476,'0'0'7369,"9"15"-7065,-2-3-222,-2-6-46,-1 1-1,0 0 1,0 1-1,-1-1 0,0 1 1,0-1-1,-1 1 1,0 0-1,0 0 0,-1 0 1,1 15-1,-2-14-15,-1-1 0,0 1 0,0-1-1,-1 0 1,0 1 0,-1-1 0,1 0 0,-6 9 0,-4 6 406,-21 29 1,27-43-149,6-4 2000,8-5-331,-5 0-2432,47-2 564,86-17 0,39-2-5746,-107 20-344,9 1-4119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3:42.4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 1 10677,'0'0'9140,"-10"0"-8804,42 0-256,8 0 128,8 0-144,-3 0-64,3 0-864,-10 0-1393,-14 2-1857,-19 13-1072,-5 6-2898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3:42.7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0 960,'0'0'18281,"155"17"-17881,-88-17-400,3 0-16,7 0-2033,-7 0-2273,-14-7-4338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3:58.4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453 58 6531,'0'0'2905,"-24"-12"-944,2 1-1482,-1 1-1,-40-12 1,58 21-441,0 1 0,1-1 1,-1 1-1,0 0 1,0 0-1,0 0 1,0 0-1,1 1 0,-1 0 1,0 0-1,0 0 1,1 1-1,-1 0 0,1 0 1,0 0-1,-7 4 1,1 1 59,0 1 0,1 0 0,0 1 0,-12 13 0,15-15-33,-12 15 101,0 0-1,1 1 1,2 1 0,0 0-1,1 1 1,2 1-1,1 0 1,0 0 0,2 1-1,2 1 1,0-1-1,-5 54 1,9-44 86,3 69 0,1-93-240,1 0 0,0-1 0,1 1 1,0 0-1,1-1 0,1 0 0,0 0 1,11 21-1,-5-18-10,0 0-1,0-1 1,1 0 0,1-1 0,0-1 0,1 0 0,0 0 0,1-1-1,1-1 1,-1-1 0,1 0 0,32 12 0,-25-13 22,1-1-1,-1-1 1,1-1 0,0-1-1,0-1 1,0-1 0,1-1 0,-1-2-1,31-3 1,-44 2 85,0 0 0,1 0-1,-1-1 1,-1 0 0,1-1-1,0-1 1,-1 0 0,0 0 0,0-1-1,-1 0 1,1 0 0,-1-1-1,-1-1 1,1 1 0,-1-1 0,-1-1-1,1 0 1,-1 0 0,-1 0-1,0-1 1,0 1 0,-1-2 0,0 1-1,-1 0 1,0-1 0,-1 0 0,5-22-1,-6 8 19,-1 0 1,0 0-1,-2 0 0,-1 0 0,-1 0 1,-1 1-1,-1-1 0,-1 1 0,-2 0 1,0 1-1,-1 0 0,-15-27 0,4 15-49,-41-57 0,53 81-69,0 1-1,-1 0 0,0 1 1,-1 0-1,0 0 1,0 1-1,-1 1 1,0 0-1,-17-9 0,18 13-44,0 0 0,0 0 0,-1 0 0,1 2 1,-1-1-1,0 1 0,1 1 0,-1 0 0,0 0 0,1 1 0,-1 1 0,0-1 0,1 2 0,-12 3 0,13-3-408,0 1 0,-1-1 0,2 2 0,-1-1 1,0 1-1,1 1 0,0-1 0,0 1 0,0 1 1,1-1-1,0 1 0,1 1 0,-1-1 0,1 1 0,-6 10 1,10-13-375,0-1 1,0 1-1,1 0 1,-1 0-1,1 0 0,-1 9 1,0 32-6514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3:59.2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295 1 7892,'0'0'9332,"-23"14"-9185,0 0-28,1 1 0,-39 34 0,48-36-18,2 1-1,0-1 1,0 2-1,1 0 0,1 0 1,-9 22-1,3-1 308,-18 65-1,22-51-215,2 0 0,2 0 0,2 0 0,3 62 1,2-81-136,0-1 1,2 1 0,2-1-1,0 0 1,2 0 0,2 0-1,21 56 1,-10-46-25,3-1 0,1-1 0,2 0 0,1-2 0,2-1 0,1-2 0,49 44 0,-14-22 92,2-3-1,144 85 1,-189-125-45,-7-2-22,0-2 0,1 0 1,1-1-1,-1-1 0,26 8 0,-40-14 19,-1 0 0,1 0 0,0 0 0,0 0-1,0 0 1,0 0 0,0 0 0,0 0 0,0 0 0,-1-1-1,1 1 1,0 0 0,0 0 0,0-1 0,0 1-1,-1-1 1,1 1 0,0-1 0,0 1 0,-1-1 0,1 1-1,0-1 1,-1 0 0,1 1 0,-1-1 0,1 0 0,-1 0-1,1 1 1,-1-1 0,1 0 0,-1 0 0,0 0-1,0 1 1,1-3 0,0-2-95,0 1-1,0-1 0,0 0 1,-1 0-1,1-5 0,-1 9 57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3:43.2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77 431 6275,'0'0'6285,"-13"-25"-4428,-39-83-523,50 104-1270,0 0 0,1 0-1,-1 0 1,1 0 0,0 0 0,0-1-1,1 1 1,-1 0 0,1 0 0,0-1-1,0 1 1,0 0 0,1-1 0,-1 1 0,1 0-1,0 0 1,0-1 0,1 1 0,-1 0-1,1 0 1,0 1 0,0-1 0,0 0-1,4-3 1,0 0-22,1 1-1,0-1 1,0 2-1,0-1 1,1 1-1,0 0 1,16-6-1,-11 5-20,0 2-1,0-1 0,1 2 0,-1 0 0,1 1 0,0 0 1,0 1-1,21 0 0,-29 2-24,-1-1 0,1 1-1,-1-1 1,1 1 0,-1 1 0,1-1 0,-1 1 0,0 0 0,0 0 0,0 1-1,0 0 1,6 3 0,-4 0 0,0 0 0,0 0-1,-1 0 1,0 1 0,0 0 0,10 15-1,-6-3-10,0 0-1,-1 1 1,-1 0 0,-1 1-1,8 34 1,-10-27 342,-1-1 0,-1 54 1,-3-80-289,0-1 0,0 1 1,0-1-1,0 0 1,0 1-1,0-1 1,0 1-1,0-1 0,-1 0 1,1 1-1,0-1 1,0 1-1,-1-1 1,1 0-1,0 1 1,0-1-1,-1 0 0,1 1 1,0-1-1,-1 0 1,1 1-1,0-1 1,-1 0-1,1 0 1,-1 0-1,1 1 0,0-1 1,-1 0-1,1 0 1,-1 0-1,1 0 1,-1 0-1,1 0 0,-1 0 1,1 0-1,0 0 1,-1 0-1,0 0 16,0 0-1,0 0 1,0 0-1,0 0 1,0 0-1,0-1 0,0 1 1,1 0-1,-1-1 1,0 1-1,0 0 1,0-1-1,1 1 1,-1-1-1,0 1 1,0-1-1,1 0 0,-1 1 1,0-2-1,-1-3 34,0 0-1,1 0 1,-1 0-1,1 0 1,0 0-1,1 0 0,-1 0 1,1 0-1,0-1 1,1-5-1,-1 1 11,0-24 178,5-40 1,-2 59-233,0 1 0,0-1 1,1 1-1,1 0 0,8-17 1,-4 12-14,1 2 0,1-1 0,0 1 0,1 1 0,1 0 0,0 1 0,20-17 0,-26 26-28,0 0-1,0 1 1,0-1 0,1 2-1,0-1 1,0 1 0,0 1-1,0-1 1,1 1 0,0 1-1,-1-1 1,1 2-1,0-1 1,0 1 0,0 0-1,0 1 1,0 0 0,17 3-1,-21-2-12,-1 1 0,1 0 0,0 0 0,-1 0 0,0 0 0,1 1 0,-1 0 0,0 0 0,0 0 0,-1 0 0,1 0 0,-1 1 0,0 0 0,1 0 0,-2 0 0,1 0 1,0 0-1,-1 1 0,0-1 0,0 1 0,2 5 0,3 10-82,-1 1 1,0 0 0,3 31 0,-2 18-2354,-4 124 0,-4-111-2584,1 0-4103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3:44.1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65 3458,'0'0'9511,"0"-11"-7937,2-32-139,-1 32-77,2 14-48,3 10-1157,-1 0-1,0 0 1,-1 0 0,4 22 0,-1-3 238,120 709 2442,-105-496-2112,-9 275-1,-16-473-737,-2-1 0,-16 69 0,18-94-2290,8-42-13055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3:44.9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83 1008,'0'0'8938,"4"-13"-7231,15-37-314,-18 49-1295,-1-1 0,0 1 0,1 0 1,-1 0-1,1 0 0,-1 0 0,1 0 0,-1 0 0,1 0 0,0 0 1,-1 1-1,1-1 0,0 0 0,0 0 0,0 0 0,0 1 1,0-1-1,0 1 0,0-1 0,0 0 0,2 0 0,-3 1-52,1 1 0,0-1-1,-1 0 1,1 0 0,0 1 0,-1-1-1,1 1 1,0-1 0,-1 0 0,1 1-1,-1-1 1,1 1 0,-1-1-1,1 1 1,-1 0 0,1-1 0,-1 1-1,1-1 1,-1 1 0,0 0 0,1 0-1,-1-1 1,0 1 0,0 0-1,1 0 1,5 20 219,-1 0 0,-1 0 0,0 0 0,0 30 0,-3 95 796,-2-76-659,23 542 1551,-15-538-1838,31 492 493,-38-487-1235,4-78-2013,-2-1 1980,1 0 63,1-1-1,0 0 1,-1 1 0,0-1 0,1-1-1,-1 1 1,0 0 0,1-1 0,-1 0-1,0 1 1,0-1 0,0-1 0,0 1-1,3-4 1,35-31-6870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3:45.8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6 106 1505,'0'0'12920,"-2"-14"-11778,1 5-990,0 5-81,1-1-1,-1 0 1,1 0 0,0 1 0,0-1-1,0 0 1,1-5 0,0 8-45,-1 1-1,1-1 1,0 0 0,-1 1-1,1-1 1,0 0 0,0 1-1,0-1 1,0 1 0,1 0-1,-1-1 1,0 1 0,1 0 0,-1 0-1,0-1 1,1 1 0,-1 0-1,1 1 1,0-1 0,-1 0-1,1 0 1,0 1 0,-1-1-1,1 1 1,0-1 0,3 1-1,11-3 96,1 0 0,-1 2 0,1 0 0,0 1 0,-1 0 0,1 2 0,21 3 0,-30-3-113,0 0 0,0 1 0,0 0 0,-1 0 0,1 1 0,-1 0 0,0 0-1,0 1 1,0 0 0,-1 0 0,1 0 0,-1 1 0,-1 0 0,1 0 0,-1 0-1,8 13 1,-7-8-2,-1 0 0,0 0 0,-1 1 0,0-1 0,0 1 0,-1 0 0,-1 0 0,1 17-1,-2-21-3,0 0 0,-1 0 0,0 1 0,-1-1 0,0 0 0,0 0 0,-1 0 0,0 0 0,0 0 0,-1 0 0,0 0-1,0-1 1,-6 10 0,2-8 205,0 0-1,-1-1 0,0-1 1,0 1-1,-1-1 0,0 0 1,0-1-1,0 0 1,-1-1-1,0 0 0,0 0 1,0-1-1,0 0 0,-1-1 1,0 0-1,1-1 0,-1 0 1,0-1-1,-18 1 1278,32-2-1270,85-4 43,95-16-1,-95 8-9,97-1-1,-178 14-239,10-4-12,-16-3-140,-67 6-14223,12 6 5102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3:47.8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0 231 4306,'0'0'8009,"11"-21"-6918,4-6-723,20-31 0,-32 54-304,1 0-1,-1 0 0,1 0 0,0 1 0,0-1 0,0 1 0,1 0 0,-1 0 0,1 1 0,0-1 0,0 1 0,7-3 0,0 3 133,-1-1-1,0 1 1,20-1-1,-21 3-65,10-2 205,1 1 0,33 4 0,-46-2-296,0 0 0,1 1 0,-1 0 0,0 1 0,0 0 0,0 0 0,-1 0 0,1 1 0,7 5 0,2 5-13,0-1 0,-1 2 0,-1 0-1,0 1 1,-1 0 0,-1 2 0,0-1 0,-1 1-1,-1 1 1,-1 0 0,-1 1 0,10 29-1,-7-10 235,-1 0-1,-3 1 1,-1 0-1,-1 0 0,-1 71 1,-5-111-214,0 1 0,-1-1 0,1 1 0,0-1 0,0 1 0,0-1 0,-1 1 0,1-1 0,0 1 0,-1-1 0,1 0 0,0 1 0,-1-1 1,1 0-1,-1 1 0,1-1 0,0 0 0,-1 1 0,1-1 0,-1 0 0,1 0 0,-1 1 0,1-1 0,-1 0 0,1 0 0,-1 0 0,1 0 0,-1 0 0,1 0 0,-1 0 0,0 0 1,-1 0 58,1 1 1,-1-1-1,1 0 1,-1-1-1,1 1 1,-1 0-1,1 0 1,-1-1-1,1 1 1,-1-1-1,-1 0 1,2 0-62,0 0 0,-1 0 1,1-1-1,0 1 0,0 0 1,0-1-1,0 1 0,0-1 1,0 1-1,0-1 0,1 0 0,-1 1 1,0-1-1,1 0 0,0 0 1,-1 1-1,1-1 0,0-2 1,-1-41 422,2 27-280,0-11-121,1-1 0,2 1 0,1 0 0,1 1 0,1-1 0,2 1 0,0 1-1,22-42 1,-18 45-68,0 0 0,2 1 0,0 1-1,2 0 1,0 1 0,2 1 0,0 0 0,1 2 0,29-21-1,-40 33-14,-1 1 0,1 0 0,0 1 0,1 0 0,-1 0 0,1 1 0,-1 0 0,17-2 0,-22 4 9,1 1 0,-1-1 0,0 1-1,1 0 1,-1 0 0,0 1 0,1-1 0,-1 1-1,0 0 1,0 0 0,0 0 0,0 1 0,0 0-1,0-1 1,0 1 0,0 1 0,0-1 0,-1 0-1,1 1 1,-1 0 0,6 5 0,-1 4-22,-1 0-1,0 0 1,0 0 0,-1 1 0,-1-1 0,0 1 0,-1 1-1,5 23 1,-2 6 25,2 66-1,-7 119 98,-2-133-165,-1-83 77,0 0 1,0 0-1,-1 0 0,-5 14 1,1 0 18,6-26 7,0 1 0,0-1-1,0 0 1,0 0 0,0 1 0,0-1 0,0 0 0,0 0-1,0 1 1,0-1 0,0 0 0,0 0 0,0 0-1,0 1 1,0-1 0,-1 0 0,1 0 0,0 1-1,0-1 1,0 0 0,0 0 0,0 0 0,0 1-1,-1-1 1,1 0 0,0 0 0,0 0 0,0 0-1,0 0 1,-1 1 0,1-1 0,0 0 0,0 0 0,0 0-1,-1 0 1,1 0 0,0 0 0,0 0 0,-1 0-1,1 0 1,0 0 0,0 0 0,0 0 0,-1 0-1,1 0 1,0 0 0,-1 0 0,-6-12 256,-4-25-386,6-40 64,7-99 1,1 96 26,-2 48 14,0 8 10,-1 1 0,-5-39 1,4 55-14,0 0 1,-1 0-1,0 0 0,0 1 1,-1-1-1,0 1 1,0-1-1,-1 1 1,1 0-1,-1 0 1,-1 0-1,-8-9 0,5 8-15,-1 0-1,1 0 0,-1 1 0,-1 1 0,1-1 0,-1 2 0,1-1 1,-1 1-1,-1 1 0,1 0 0,0 0 0,-1 1 0,0 0 1,1 1-1,-1 0 0,0 1 0,1 0 0,-1 0 0,0 2 0,0-1 1,1 1-1,-1 1 0,1 0 0,0 0 0,-14 7 0,0 2-11,1 0 0,1 2 0,0 1-1,-26 22 1,38-28 17,0 0 0,1 1 0,0 0-1,1 0 1,0 1 0,0 0 0,1 0 0,0 1 0,1 0-1,-6 18 1,9-18-8,0-1-1,2 1 0,-1 0 1,1 0-1,1 0 1,0-1-1,1 1 0,2 12 1,-3-23 20,1 1 0,-1-1-1,0 1 1,1-1 0,-1 0 0,1 1 0,0-1 0,-1 0 0,1 1 0,0-1-1,0 0 1,0 0 0,0 0 0,0 0 0,0 0 0,0 0 0,0 0-1,0 0 1,0 0 0,2 0 0,-2 0 8,0-1 0,0 0 0,0 0-1,0 0 1,0 0 0,0 0 0,0-1 0,0 1 0,-1 0-1,1 0 1,0-1 0,0 1 0,0 0 0,0-1 0,0 1-1,0-1 1,-1 1 0,1-1 0,0 1 0,0-1 0,-1 0-1,1 1 1,0-1 0,-1 0 0,1 0 0,-1 1 0,1-1-1,-1 0 1,1 0 0,0-1 0,29-46-18,3 1 0,65-70 0,-75 93-103,2 0 1,1 2-1,0 0 1,2 2-1,53-30 0,-71 46 80,-1 0 0,1 0-1,1 0 1,-1 2 0,0-1-1,1 1 1,-1 1 0,1 0-1,0 0 1,12 1 0,-19 1 15,0 0 1,0 0 0,-1 0 0,1 0-1,0 1 1,0-1 0,0 1-1,-1 0 1,1 0 0,-1 0 0,0 1-1,1-1 1,-1 1 0,0 0 0,-1 0-1,1 0 1,0 0 0,-1 1 0,0-1-1,3 5 1,5 9-157,-1 1-1,12 33 1,-12-26-902,6 29 1,-3 0-6828,-9-33 1096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3:48.6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40 283 7587,'0'0'5864,"-6"26"-4842,-19 90-272,22-100-618,0 0 0,2 0 0,-1 0 0,2 0 0,0 0 0,1 0 0,1 0 0,0 0 1,2 0-1,-1 0 0,2-1 0,0 1 0,1-1 0,0 0 0,13 21 0,-12-26 429,-4-10 985,-2-18-34,-1 17-1575,-1-24 375,-7-42-1,-1 1-117,2-32-68,7-146 1,1 230-118,1 1-1,0-1 0,0 1 1,1 0-1,1 0 1,0 0-1,9-19 1,-10 28-84,-1 0 0,1 0 1,-1 0-1,1 0 0,0 0 1,0 0-1,1 1 1,-1 0-1,1 0 0,0 0 1,0 0-1,0 0 0,0 1 1,0-1-1,0 1 1,1 0-1,-1 1 0,1-1 1,0 1-1,-1 0 0,1 0 1,0 0-1,0 1 1,5-1-1,-4 1-312,-1 0-1,0 0 1,1 0 0,-1 1-1,0-1 1,1 1 0,-1 0-1,0 1 1,0-1 0,0 1-1,0 0 1,0 1 0,0-1-1,-1 1 1,1 0 0,-1 0-1,0 0 1,0 0 0,0 1-1,0 0 1,6 8 0,14 30-4197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3:48.9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7812,'0'0'9716,"99"12"-9716,-43-12-112,11 0-1761,8 0-2801,0-12-3234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3:49.3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110 1 7619,'0'0'8052,"-75"127"-6579,59-64-177,3 2-367,8 0-481,5-5-16,0-7-416,5-5 80,24-7-96,17-10-1040,7-7-1521,6-10-769,-3-14-4353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3:49.7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27 392 7619,'0'0'9447,"0"14"-8425,-1-2-821,1 6 262,0 0 0,-2 0 1,0 0-1,-1 0 0,-8 26 0,6-35 19,3-10 258,2-7-86,1-1-579,1 1 1,0 0 0,0-1-1,1 1 1,0 0-1,1 0 1,0 0-1,0 1 1,10-14 0,-6 10-80,0 1 1,1-1 0,0 2 0,1-1 0,0 1 0,11-7 0,-15 12-5,-1 1 0,1 0 1,-1 1-1,1-1 0,0 1 1,0 0-1,0 1 0,0-1 1,1 1-1,9 0 1,-12 0-24,-1 1 0,0 0 0,0 1 0,0-1 0,0 0 0,1 1 0,-1 0 0,0 0 0,0 0 0,0 0 0,0 0 1,-1 1-1,1-1 0,0 1 0,0 0 0,-1 0 0,1 0 0,-1 0 0,0 0 0,0 0 0,0 1 0,3 2 0,-1 3-235,1 1-1,-1 0 0,0-1 0,-1 1 1,0 1-1,-1-1 0,0 0 0,1 10 1,0 11-4246,-1 36 0,-2-60 3443,0 22-7527</inkml:trace>
  <inkml:trace contextRef="#ctx0" brushRef="#br0" timeOffset="1">356 0 9636,'0'0'6595,"61"154"-5698,-45-82 207,-5 5-543,-6-5-257,-2 1-160,-3-11-16,0-4-256,0-10-32,-16-9-2674,-3-8-527,-2-12-3490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4:00.2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228 10 3265,'0'0'6278,"-24"6"-4688,-76 21 57,32-7 1647,33-8 1484,493-45-3435,-26-1-920,-322 34-252,-108 0-24,-6 0-22,-486 2-119,607-7-12679,-31 0 4504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4:00.8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239 1 3490,'0'0'1750,"-24"0"211,-77 0 282,85 1-1715,6-2 128,1 1-1,0 0 0,-1 1 1,1 0-1,0 0 0,0 1 1,-15 5-1,23-7-617,1 0 0,0 0-1,-1 0 1,1 0 0,-1 0 0,1 1 0,0-1 0,-1 0-1,1 0 1,0 0 0,-1 0 0,1 1 0,0-1 0,0 0-1,-1 0 1,1 0 0,0 1 0,0-1 0,-1 0 0,1 1-1,0-1 1,0 0 0,0 1 0,-1-1 0,1 0-1,0 1 1,0-1 0,0 0 0,0 1 0,0-1 0,0 0-1,0 1 1,0-1 0,0 0 0,0 1 0,0-1 0,0 1-1,0-1 1,0 0 0,0 1 0,0-1 0,0 0 0,0 1-1,0-1 1,1 0 0,-1 1 0,0-1 0,0 0 0,0 1-1,1-1 1,-1 0 0,0 0 0,0 1 0,1-1 0,-1 0-1,0 0 1,1 1 0,-1-1 0,0 0 0,1 0-1,-1 0 1,0 0 0,1 0 0,-1 1 0,0-1 0,1 0-1,14 3 76,0 0 0,1-2 0,-1 1 0,22-2 0,-21 0-3,603 0 1753,-612 1-1593,-7-1-205,1 0 0,-1 0 1,1 0-1,-1 1 0,1-1 1,-1 0-1,1 0 0,-1 0 0,1 0 1,-1 0-1,1 0 0,-1 0 1,1 0-1,-1 0 0,1 0 1,0 0-1,-1 0 0,1-1 1,-1 1-1,1 0 0,-1 0 1,1-1-1,-1 1 0,0 0 1,1 0-1,-1-1 0,1 1 1,-1-1-1,0 1 0,1 0 1,-1-1-1,1 1 0,-1-1 0,0 1 1,0-1-1,1 1 0,-1-1 1,0 1-1,0-1 0,0 1 1,0-1-1,1 0 609,-1-3-475,0-2-1794,-16 1-10688,-8 5 2596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4:13.2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17 121 9845,'0'0'4876,"-3"28"-4203,1-5-487,-9 176 1770,10 134 442,9-231 230,-8-198-1328,3-174-528,1 211-780,3 1-1,20-88 1,-23 129 19,1 1 0,0-1 0,1 1 0,1 0 0,12-21 0,-16 33-107,0 0-1,0 0 0,0 0 1,1 0-1,-1 0 0,1 1 1,0-1-1,0 1 1,0 0-1,0 0 0,1 1 1,-1-1-1,1 1 1,0 0-1,-1 0 0,1 1 1,0-1-1,0 1 0,0 0 1,0 0-1,0 1 1,6 0-1,-7 0-96,-1 0 0,0 1 1,0-1-1,0 1 0,0 0 0,1 0 1,-1 0-1,0 0 0,0 1 0,-1-1 1,1 1-1,0 0 0,0 0 0,-1 0 1,1 0-1,-1 0 0,0 0 0,0 1 1,0-1-1,0 1 0,0 0 0,0-1 0,-1 1 1,3 6-1,1 2-525,-1-1-1,-1 1 1,0 0 0,0 0-1,-1 1 1,0 11 0,0 39-3879,-2-2-1523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4:13.5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5827,'0'0'8884,"101"48"-8612,-53-48-176,6 0-96,7-12-2497,4-14-2289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4:13.9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239 1 10533,'0'0'6355,"-163"118"-5619,133-41 593,6 0-577,11-3-288,5-6-176,8-8-240,0-10 48,10-6-96,20-11-768,10-9-1025,8-4-1648,6-8-2114,-4-8-3489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4:14.3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0 181 9941,'0'0'5650,"12"26"-4513,36 89 10,-45-105-982,0-1-1,0 0 1,-1 1 0,-1-1 0,0 1-1,0 0 1,-1-1 0,-1 14 0,0-1 201,2-6-12,-2 26 121,1-40-433,0 0-1,0 0 1,-1 1 0,1-1-1,-1 0 1,0 0 0,1 0-1,-1 0 1,0 0-1,0 0 1,0 0 0,0 0-1,-1 0 1,-1 1 0,0-3 712,5-8-108,1-3-561,1 0 0,0 0-1,1 1 1,0-1 0,1 1 0,0 0-1,1 1 1,7-10 0,4-2-82,1 0 0,28-23-1,-34 33-10,1 0 0,0 1 0,1 0 0,16-7 0,-22 13-7,-1 0 0,1 1 0,0 0 0,0 1 0,0 0 1,0 0-1,1 1 0,-1 0 0,10 1 0,-15 0 5,0 1 1,-1 0-1,1 0 1,-1 0-1,1 1 0,-1-1 1,0 1-1,1-1 1,-1 1-1,0 0 0,0 1 1,0-1-1,-1 0 1,1 1-1,0 0 0,-1-1 1,0 1-1,0 0 1,0 0-1,0 0 1,0 1-1,0-1 0,1 6 1,4 7-66,-2-1 1,0 1-1,6 31 1,-6-2-1446,-2 1 1,-3 70 0,-1-46-5403,1-34-1045</inkml:trace>
  <inkml:trace contextRef="#ctx0" brushRef="#br0" timeOffset="1">971 0 9828,'0'0'7540,"155"15"-6772,-115 57 33,-8 12-1,-16 12-160,-13 1 49,-3-1-497,-19 0-112,-21-2-80,-6-3-128,4-6-1473,12-16-1889,14-20-1984,16-25-4483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4:14.6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 19 7187,'0'0'11045,"-8"-19"-11045,8 21-1056,-5 13-2290,2-1-4017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4:15.1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7988,'0'0'9479,"9"7"-9039,-4-3-364,0 0 0,0 0 0,-1 0 0,0 1 0,0 0 0,0 0 0,5 8 0,-5-4 71,0 0 0,-1 0 0,0 0 0,0 1 0,2 17 0,2 56 599,-6-61-589,5 133 736,8 85-268,-13-234-633,0 3 16,0-1 0,0 1-1,1-1 1,6 15 0,-7-21-24,-1 0 0,1 0 0,0 0 1,1-1-1,-1 1 0,0 0 0,0-1 0,1 1 0,-1-1 0,1 0 0,-1 1 1,1-1-1,0 0 0,-1 0 0,1 0 0,0 0 0,0 0 0,0 0 1,0-1-1,0 1 0,0-1 0,0 1 0,0-1 0,0 0 0,2 1 0,5-2-52,-1 1-1,0-1 0,1-1 0,-1 1 0,0-1 0,0-1 0,0 0 0,0 0 0,0 0 1,-1-1-1,1 0 0,-1 0 0,0-1 0,0 0 0,-1-1 0,9-8 0,3-4 38,-1-2-1,-1 1 1,-1-2-1,15-26 1,-30 46 32,1 1 0,-1-1 0,0 1-1,0-1 1,0 1 0,0-1 0,1 1 0,-1-1 0,0 1 0,1-1 0,-1 1-1,0 0 1,1-1 0,-1 1 0,0-1 0,1 1 0,-1 0 0,1-1 0,-1 1 0,0 0-1,1 0 1,-1 0 0,1-1 0,-1 1 0,1 0 0,-1 0 0,1 0 0,-1 0-1,1 0 1,-1 0 0,1 0 0,-1 0 0,1 0 0,-1 0 0,1 0 0,0 0 0,-1 0-1,1 0 1,-1 0 0,1 0 0,-1 1 0,0-1 0,1 0 0,-1 0 0,1 1-1,-1-1 1,1 0 0,-1 1 0,1-1 0,17 30-147,-8-11 128,-4-11 18,1-1 0,1 1 1,-1-1-1,1-1 0,0 1 0,0-1 1,1-1-1,0 1 0,0-1 0,0-1 1,1 0-1,-1 0 0,1-1 1,16 3-1,-3-2 11,-1 0 0,1-2 1,0 0-1,0-2 1,35-4-1,-53 4 29,-1-1 1,1 0 0,-1 0-1,1 0 1,-1-1 0,1 1-1,-1-1 1,0 0 0,1 0-1,-1-1 1,0 1 0,-1-1-1,1 0 1,0 0-1,-1 0 1,0-1 0,0 1-1,0-1 1,0 0 0,0 0-1,-1 0 1,1 0 0,-1 0-1,0 0 1,-1-1 0,1 1-1,1-7 1,1-9 217,-1 0 0,0-1 0,-2 1 0,-1-38 0,0 56-250,-1-9 41,0 0-1,0 0 1,-1 0 0,-1 0 0,0 0 0,0 0 0,-1 1 0,0 0 0,-8-14-1,9 19-45,-1-1 0,1 1 0,-1-1 0,0 1-1,-1 0 1,1 1 0,-1-1 0,0 1-1,0 0 1,-1 0 0,1 1 0,-1-1 0,0 1-1,0 0 1,0 1 0,0-1 0,-9-1 0,3 2-154,-1 0 1,0 1 0,1 0 0,-1 1 0,0 1 0,1 0 0,-1 1 0,0 0 0,-22 7 0,29-6-218,-1-1 1,0 1-1,1 0 1,0 1-1,0 0 0,0 0 1,0 0-1,-6 7 1,9-8-196,0 1 1,-1-1-1,2 1 1,-1 0 0,0 1-1,1-1 1,0 0-1,0 1 1,0-1 0,0 1-1,1-1 1,-2 10-1,1 21-6317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4:15.6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265 26 10213,'0'0'2628,"-26"-4"-227,-89-16-462,108 19-1728,0 1 0,1-1 0,-1 1 0,0 0-1,0 1 1,-11 2 0,15-2-137,0-1-1,0 2 1,-1-1-1,1 0 1,0 1 0,0-1-1,0 1 1,1 0 0,-1 0-1,-4 4 1,4-2-33,0-1 0,0 1 0,1 1 0,-1-1 0,1 0 0,0 0 0,0 1 0,1-1 0,-1 1 0,1 0 1,0-1-1,0 1 0,1 0 0,-1 0 0,1 5 0,0-7-36,0 0-1,0 1 1,0-1 0,0 0 0,0 1-1,1-1 1,0 0 0,0 0 0,0 1-1,0-1 1,0 0 0,0 0 0,1 0-1,3 5 1,-3-6-7,1 1 0,0-1 0,0 1 0,0-1 0,0 0 0,0 0 0,0-1 0,0 1 0,1-1 0,-1 1 0,1-1 0,6 1 0,26 5 25,0-3-1,1-1 0,-1-1 1,45-5-1,-6 2 101,-74 1-35,-1 2-11,-16 409 657,5-311-239,-4 0 1,-30 103-1,-15 35 932,60-237-1419,0-1-1,0 0 1,0 0-1,0 1 1,0-1-1,0 0 1,0 1-1,-1-1 1,1 0-1,0 0 1,0 1-1,0-1 1,0 0-1,0 0 1,0 1-1,-1-1 1,1 0-1,0 0 1,0 0-1,0 1 1,-1-1 0,1 0-1,0 0 1,0 0-1,-1 0 1,1 1-1,0-1 1,0 0-1,-1 0 1,1 0-1,0 0 1,-1 0-1,1 0 1,0 0-1,0 0 1,-1 0-1,1 0 1,0 0-1,-1 0 1,1 0-1,0 0 1,0 0-1,-1 0 1,1 0-1,0 0 1,-1 0-1,1-1 1,0 1-1,0 0 1,-1 0-1,1 0 1,0 0-1,0-1 1,0 1-1,-1 0 1,1 0-1,0 0 1,0-1-1,0 1 1,0 0-1,-1 0 1,1-1-1,0 1 1,-3-8 70,0 1 1,0-1 0,0 1 0,1-1 0,-2-14-1,1 1-33,-9-43-741,3-1 0,0-114-1,9 169 271,1 0-1,0 0 1,0 0-1,1 0 1,0 0-1,1 0 1,0 1 0,7-16-1,-2 10-1053,1 0-1,1 0 1,1 1 0,12-15-1,32-31-6690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4:15.9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10149,'0'0'5149,"4"28"-3295,14 94-608,-14-102-901,-1 1 1,-1-1-1,-1 1 1,-1 0-1,-5 37 1,5-54-303,-1-1 1,-1 1 0,1 0 0,0-1 0,-1 0-1,-3 7 1,-5 8 143,10-17-61,0-2 194,0-2-234,1 1 1,-1-1-1,1 1 1,-1-1-1,1 1 1,0 0-1,0-1 0,0 1 1,0 0-1,1 0 1,-1 0-1,0 0 1,1 0-1,1-2 1,5-6 75,18-27 1,42-45-1,-56 69-163,0 1-1,1 1 1,0 0 0,0 1 0,1 1-1,1 0 1,15-8 0,-26 15-9,1 0 1,-1 0-1,1 1 0,-1-1 1,1 1-1,0 0 0,-1 0 1,1 0-1,0 1 1,0 0-1,0 0 0,-1 0 1,1 1-1,0-1 0,0 1 1,-1 0-1,1 0 0,0 1 1,-1-1-1,1 1 1,-1 0-1,0 0 0,0 1 1,1-1-1,-2 1 0,1 0 1,0 0-1,-1 1 0,1-1 1,5 8-1,0 1-178,-1 1 0,0 0 0,-1 0 0,0 1 0,-1 0 0,-1 0 0,0 0-1,-1 1 1,-1 0 0,0 0 0,-1 0 0,0 0 0,-1 24 0,-2 50-6332,-1-45-41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4:16.3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15 9396,'0'0'5539,"163"-15"-3314,-107 76-656,3 32-433,-8 30 369,-11 17-577,-21 4-239,-19-4-353,0-8-320,-38-12 144,-7-9-160,2-5-609,5-3-1423,4 10-2579,-1 5-3424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4:17.2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398 111 9556,'0'0'745,"-27"-3"735,10 2-1205,0-2-30,0 2 0,0 0 1,-18 2-1,26 0-121,1 0 1,-1 1-1,1 0 1,-1 0-1,1 1 1,0 0 0,0 1-1,0-1 1,0 1-1,-11 9 1,4-1-13,1 1 0,0 0 0,2 1 0,-1 0 0,2 1 1,0 0-1,0 1 0,2 0 0,0 0 0,1 1 1,0 1-1,2-1 0,0 1 0,1 0 0,0 1 0,2-1 1,0 1-1,1 0 0,1-1 0,3 38 0,-1-48-81,1 0-1,0 0 0,1 0 0,0-1 1,0 1-1,0-1 0,1 0 1,0 0-1,0 0 0,1 0 0,0-1 1,0 0-1,0 0 0,1 0 0,0-1 1,0 0-1,1 0 0,-1 0 0,13 6 1,1-1 10,-1-1-1,1 0 1,1-2 0,0 0 0,0-1 0,25 3-1,13-2 31,0-2-1,65-5 0,-99 0-23,1-2-1,-1-1 0,0-1 1,0-1-1,0-1 0,41-17 1,-56 19 31,-1 0 1,1-1 0,-1 0-1,0-1 1,0 0 0,-1 0-1,1-1 1,-1 0 0,-1 0 0,1-1-1,-1 0 1,-1-1 0,0 1-1,0-1 1,0 0 0,-1-1-1,-1 1 1,7-19 0,-7 14 19,-1 0 0,-1 0 0,0 0 0,0-1 1,-2 1-1,0 0 0,0-1 0,-1 1 0,-1 0 0,-1 0 1,0 0-1,-7-20 0,3 18-46,0-1-1,-1 1 1,-1 0-1,-1 1 1,0 0-1,-1 0 1,0 1-1,-1 1 1,-15-13-1,6 8-49,-1 1 0,0 1 0,-1 1 0,-1 1-1,0 1 1,-1 1 0,0 1 0,-1 2 0,0 0-1,-1 2 1,1 0 0,-1 2 0,-28-1 0,39 4-109,5 1-106,0 1 0,-22 0 0,31 0 92,0 1 0,0-1-1,1 0 1,-1 0 0,0 1 0,0-1-1,1 1 1,-1 0 0,0-1-1,1 1 1,-1 0 0,1 0-1,-1 0 1,1 0 0,-1 0 0,1 0-1,0 1 1,-1-1 0,1 0-1,0 1 1,0-1 0,0 1-1,0-1 1,-1 3 0,1 0-464,0 0 0,0 0-1,1 0 1,0 0 0,-1 0 0,1 0 0,0 0 0,1 0 0,-1 0 0,1 0 0,0 0 0,0 0-1,0 0 1,0 0 0,3 4 0,1-2-965,0 0-1,0 0 0,0 0 1,9 6-1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4:17.6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182 1 8980,'0'0'6771,"-152"202"-5746,136-87-353,5 8-96,8-3 113,3-7-657,11-12 144,34-12-176,22-4-240,16-6-545,16-9-800,5-20-1776,-5-18-2226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4:18.0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 1 10293,'0'0'1979,"2"21"89,-2-16-1884,11 161 3290,-11-127-2613,-1 0 0,-2 0 0,-13 64 0,10-85-741,1 1 598,8-20-269,7-11-31,17-23-212,1 2-1,2 0 1,61-51 0,-77 73-219,1 1-1,1 0 0,0 1 1,0 1-1,19-7 0,-23 11 13,0 0-1,0 1 1,0 1-1,0 0 1,0 0-1,1 2 1,-1-1-1,19 3 1,-28-2-6,1 1 0,-1 0 1,1 0-1,-1 0 0,0 0 0,1 0 1,-1 1-1,0 0 0,0-1 0,0 1 1,0 0-1,-1 0 0,1 1 0,4 4 1,-2-2 8,-1 1 1,1 1 0,-1-1 0,-1 0-1,1 1 1,3 11 0,0 2-179,-1 1-1,-1 0 1,-1 0 0,1 22 0,-2 86-6737,-1-92 1335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4:18.3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11461,'0'0'6158,"1"21"-5251,9 303 2193,-10-312-3049,-1 6 10,1 0-1,1 0 0,1 0 0,7 30 0,-8-45-73,0 1 0,0 0 0,0 0 0,1-1 0,0 1 0,0-1 0,0 0 0,0 1 0,0-1 0,0 0 0,1 0 0,0 0 0,0 0 0,-1-1-1,1 1 1,1-1 0,-1 0 0,0 0 0,1 0 0,-1 0 0,1 0 0,-1-1 0,1 0 0,0 0 0,0 0 0,-1 0 0,9 0 0,55-1-172,-22-1 362,-40 1-201,-1 1 1,1 0 0,-1 0-1,1 0 1,-1 1 0,1-1 0,-1 1-1,0 0 1,5 3 0,23 9 47,-8-9 6,-1-2-1,0 0 1,1-2-1,0 0 0,30-4 1,-36 1 0,-1 0 0,0-1 0,0 0 0,0-2 0,-1 0 0,29-13 0,-36 14 106,0 0 0,0-1 0,-1-1-1,1 0 1,-1 0 0,-1 0 0,1-1 0,-1 0 0,0 0 0,-1-1 0,1 0 0,9-17-1,-13 18-60,0-1 0,-1 1-1,1-1 1,-2 0-1,1 0 1,-1 0 0,0 0-1,0 0 1,-1 0-1,-1 0 1,1 0 0,-1 0-1,0 0 1,-1 0-1,0 0 1,0 0 0,-1 0-1,0 1 1,0-1-1,-1 1 1,0 0 0,0 0-1,0 1 1,-1-1-1,0 1 1,-12-11 0,7 8-67,0 2 1,-1-1-1,0 2 1,0-1-1,-1 1 1,0 1-1,0 0 1,0 1-1,-17-4 1,21 6-40,0 1-1,0 0 1,0 1 0,0-1 0,0 2 0,0-1 0,0 1 0,0 0 0,0 0 0,0 1 0,1 0 0,-1 1 0,1 0 0,-1 0 0,1 0 0,-9 7 0,5-3-381,1 1 1,0 1-1,0-1 1,1 2-1,0-1 0,1 2 1,0-1-1,-9 15 1,12-16-485,1 0 0,-1 1 0,2-1 0,-5 15-1,6-16-305,1 1-1,-1-1 1,2 0-1,-1 0 1,1 0-1,1 9 1,6 18-6405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4:18.8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177 162 9220,'0'0'2263,"-2"-22"831,0-3-1686,-8-41-1,9 63-1299,1 1 0,-1-1 0,0 1 1,0-1-1,0 1 0,-1 0 0,1 0 0,-1 0 0,1 0 1,-1 0-1,1 0 0,-1 0 0,0 0 0,0 0 1,0 1-1,0-1 0,0 1 0,-1 0 0,1-1 0,0 1 1,-5-1-1,1 0 105,0 1 0,-1 0 1,0 0-1,1 1 1,-13 0-1,10 0 3,6 0-159,-1-1 0,0 1 1,1 0-1,-1 1 0,0-1 0,1 1 0,-1 0 0,1-1 0,-1 2 0,1-1 0,-6 3 0,8-3-54,-1 1 0,1 0 1,-1-1-1,1 1 0,0 0 0,0 0 1,0 0-1,0 0 0,0 0 0,1 0 1,-1 0-1,0 0 0,1 1 0,0-1 1,-1 0-1,1 0 0,0 0 1,0 0-1,1 5 0,-1-5-10,0 0-1,0 1 1,0-1 0,1 0-1,-1 0 1,1 0-1,-1 1 1,1-1 0,0 0-1,0 0 1,0 0-1,0 0 1,0 0 0,0 0-1,1 0 1,-1-1 0,1 1-1,-1 0 1,1-1-1,-1 1 1,1-1 0,0 0-1,0 1 1,0-1 0,3 1-1,5 2 19,0 0 0,0-1 0,0-1 0,17 3 0,-17-4 5,0 1 0,0 0 1,13 6-1,-21-8-14,-1 1 1,1 0-1,-1 0 0,0 1 0,0-1 1,1 0-1,-1 0 0,0 1 0,0-1 1,0 0-1,0 1 0,-1-1 0,1 1 1,0-1-1,0 1 0,-1 0 0,1-1 1,0 4-1,4 37 80,-4-23-50,63 423 894,45 177 680,-75-442-1520,-20-120 199,-18-121-20,-3 0 0,-25-100 0,30 155-254,-24-153-191,23 133-336,2 0-1,1 0 0,6-47 0,-4 65 99,1 1-1,0 0 0,0-1 1,1 1-1,0 1 0,1-1 0,0 0 1,10-14-1,3 1-3653,41-40 0,1 3-6861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4:19.2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17 11077,'0'0'3767,"13"24"-1905,-2-7-1492,-4-6-192,0 1 0,0-1 1,-1 1-1,-1 0 0,0 0 0,-1 1 0,0-1 0,-1 1 1,0 0-1,-1 0 0,1 21 0,-3-17 21,-1-1 0,0 1 0,-1-1 1,-7 26-1,6-33-100,0 0 0,-1 1 0,0-1 1,-1 0-1,0-1 0,0 1 0,-1-1 1,-11 14-1,17-23-79,0 1-1,0 0 1,-1 0-1,1 0 1,0 0-1,0 0 1,0 0 0,0 0-1,0 0 1,0 0-1,0 0 1,0 0-1,0 0 1,0-1-1,0 1 1,0 0 0,0 0-1,0 0 1,0 0-1,0 0 1,0 0-1,0 0 1,0 0 0,-1 0-1,1 0 1,0 0-1,0 0 1,0 0-1,0 0 1,0 0 0,0 0-1,0 0 1,0 0-1,0 0 1,0 0-1,0 0 1,0 0-1,-1 0 1,1 0 0,0 0-1,0 0 1,0 0-1,0 0 1,0 0-1,0 0 1,0 0 0,0 0-1,0 0 1,0 0-1,0 0 1,0 0-1,-1 0 1,1 0 0,0 1-1,6-14 652,55-71 20,94-98 0,-134 159-696,1 1 0,43-32 0,-57 48 2,1 0 1,0 1-1,0 0 1,0 1-1,0 0 1,0 0-1,1 1 1,0 0-1,0 1 1,0 0-1,0 0 1,11 1-1,-17 1-12,-1 0-1,0 0 0,1 1 0,-1-1 0,0 1 0,1 0 1,-1 0-1,0 0 0,0 1 0,0-1 0,0 1 0,0-1 1,0 1-1,4 4 0,-3-2 6,0 0 1,0 0-1,0 1 1,-1 0-1,1 0 1,-1 0-1,4 9 1,1 6-103,-1-1 1,-1 1-1,6 36 0,-6-5-1449,-1 0 0,-4 64 0,-1-84-674,-2 7-2583,-9-11-755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4:19.5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219 1 10997,'0'0'6675,"115"166"-5762,-91-55-65,-10 16 16,-14 5-624,-6 3 81,-34 0-321,-10-3-161,-7 5-1551,-7 0-1522,-8 1-2240,-11-16-4147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4:19.9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115 351 6643,'0'0'9658,"-20"7"-7844,-58 24-139,61-23-1011,21-7-68,113 1 1074,-30-3-1238,187-3 574,131-11-217,108-3-551,2754-116 1835,-2935 114-1614,-106 1-262,-98 4-82,-121 14-93,-1 0-1,1-1 1,0 1 0,-1-1-1,1-1 1,6-3 0,-12 6-8,-1 0 0,1-1 0,0 1 1,0-1-1,-1 0 0,1 1 0,0-1 0,-1 1 0,1-1 1,-1 0-1,1 0 0,-1 1 0,1-1 0,-1 0 1,1 0-1,-1 0 0,0 1 0,1-1 0,-1 0 0,0 0 1,0 0-1,0 0 0,0 0 0,0 0 0,0 1 0,0-1 1,0 0-1,0 0 0,0 0 0,0 0 0,0 0 0,-1 0 1,1 1-1,0-1 0,-1 0 0,1 0 0,-1 0 0,1 1 1,-1-2-1,-2-2 27,-1-1 0,1 2 0,0-1 0,-9-6 1,11 9-65,-14-12-159,-1 1 0,0 0 0,0 1 0,-24-10 0,27 15-479,0 1 0,0 0 0,0 1 0,-1 1 0,1 0 0,-1 1 0,-18-1 0,-145 5-8818,60 10 739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4:20.9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286 227 2481,'0'0'7990,"0"-6"-6359,0-10 16,0 13-219,0 15-955,3 119 1139,-2 90-372,-3-211-1167,0-1 1,0 0-1,-1-1 1,0 1-1,-1 0 0,0-1 1,0 1-1,-1-1 1,0-1-1,0 1 1,-1-1-1,0 0 0,0 0 1,-1 0-1,0-1 1,0 0-1,0 0 1,-1-1-1,0 0 0,-16 7 1,20-10-16,-1 0 1,1-1-1,-1 0 1,1 0-1,-1 0 1,0 0-1,1-1 1,-1 0-1,0 0 0,1 0 1,-1-1-1,0 1 1,1-1-1,-1 0 1,1 0-1,-1-1 1,1 1-1,-1-1 1,1 0-1,0 0 1,0-1-1,0 1 1,0-1-1,0 0 0,1 0 1,-1 0-1,1-1 1,0 1-1,0-1 1,0 1-1,0-1 1,1 0-1,-1 0 1,-2-9-1,0 2 32,1-1-1,1 0 1,0 0 0,1 0-1,0 0 1,1 0 0,0 0-1,1 0 1,0-1 0,1 1-1,5-24 1,-3 19-80,2 0 0,0 0 1,2 0-1,-1 1 0,2-1 0,0 2 1,16-24-1,-3 12-23,1 1 0,1 1 0,1 1 0,2 1 0,0 2 1,1 0-1,1 2 0,47-25 0,-35 24-816,1 2 0,0 1 1,1 3-1,0 1 0,1 2 0,49-5 1,-17 11-3548,-9 5-2080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8:17.4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102 1 4370,'0'0'2145,"0"10"139,0 20-904,0-7 2122,-17-20-2523,-51 10-240,53-11-422,13-11-23,3-33 224,0 34-319,4 7-28,-4 2-152,40 4 387,0-2-1,0-1 1,44-4-1,-9 0-239,-67 1-149,-7 1-10,0-1 1,-1 1 0,1 0 0,0 0-1,-1 0 1,1 0 0,0 0-1,0 0 1,-1 1 0,1-1 0,0 1-1,1 0 1,-30 8 112,25-9-158,0 0-48,-1 1 0,1-1 0,-1 1 0,1-1-1,-1 1 1,1 0 0,-1 0 0,1 1 0,0-1 0,-1 0-1,1 1 1,-3 1 0,-13 8-390,-1-2 1793,19-2-1211,-1 17-137,-8 37-1,1 6 53,4 159-6,5-145-652,-1-78 330,2 26-2247,7-13-3637,1-11-999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8:17.8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66 1 416,'0'0'15100,"-4"12"-14483,-13 52-109,2 1 0,4 0 0,2 0 0,0 72 0,9-111-535,0-3 72,0 0 0,7 41 0,-6-56-83,1-1 1,0 1-1,1 0 0,0-1 0,0 0 1,1 0-1,0 0 0,0 0 1,1 0-1,-1-1 0,11 11 0,-8-11-571,0 1 1,1-2-1,0 1 0,-1-1 0,2-1 0,-1 1 0,0-1 0,1-1 0,0 1 0,0-2 1,0 1-1,17 2 0,15-2-6202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8:18.1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4530,'0'0'10317,"4"15"-9554,11 44-175,-3 1 0,-3 0 1,2 65-1,-11-98-396,-1-25 1380,-4-7-1271,3 2-254,1 1 0,-1-1 0,1 0 1,0-1-1,0 1 0,0 0 0,0 0 0,1 0 0,-1-1 1,1-5-1,1-39 98,0 33-89,-1 9-53,1 0 0,0 0 0,1 0 0,-1 0-1,1 1 1,0-1 0,0 0 0,1 1 0,0-1 0,0 1-1,0 0 1,0 0 0,1 0 0,0 1 0,0-1 0,0 1-1,1 0 1,0 0 0,7-5 0,-4 4-3,1 0 1,0 0-1,0 1 0,0 0 1,1 1-1,-1 0 1,1 0-1,0 1 0,-1 1 1,1-1-1,15 1 1,-21 2-3,-1-1 1,1 1-1,-1 0 1,0 0 0,1 0-1,-1 1 1,0-1 0,1 1-1,-1 0 1,0-1 0,0 1-1,-1 1 1,1-1-1,0 0 1,-1 1 0,1-1-1,-1 1 1,0 0 0,0 0-1,0 0 1,0 0 0,0 0-1,1 5 1,4 8-6,0-1 0,-2 1-1,7 29 1,-7-20-147,-1 1-1,0 36 0,-3 14-5022,-1-55 1942,0 2-4379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8:18.5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9524,'0'0'7796,"104"186"-6692,-96-102-271,-2-2-321,-6-8-368,0-4-32,0-7-48,-8-8-128,-14-9-48,3-13-1216,9-9-978,10-16-1855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8:18.9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15 6787,'0'0'13302,"11"-15"-12678,29 15-207,5 3-417,3-3 128,3 0-128,-3 0-1137,-10 0-1072,-14 7-944,-13 5-1425,-11 7-2273</inkml:trace>
  <inkml:trace contextRef="#ctx0" brushRef="#br0" timeOffset="1">70 202 4898,'0'0'15287,"-8"3"-14678,40-3 31,2 0-464,9 0-144,5 0-32,6 0-1281,2 0-1008,0 0-2225,-5 0-3698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8:19.4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 20 2001,'0'0'14713,"-6"-2"-13931,-9-3-427,20 2-26,40 3 249,-19 0-303,91-9-1540,-125 9 1159,-1 2 0,1-1 1,0 1-1,-12 4 0,-15 4 46,25-10 2869,10 9-2057,0 10-593,0 23 183,1 0 1,2 0-1,9 45 1,-3-38-453,-3 0 1,-1 0 0,-3 51-1,-2-98-165,0 0 0,0 1 0,0-1-1,1 1 1,-1-1 0,1 0 0,0 1-1,-1-1 1,1 0 0,0 0 0,0 0-1,1 0 1,-1 1 0,0-1 0,1-1 0,-1 1-1,1 0 1,-1 0 0,1-1 0,0 1-1,0 0 1,0-1 0,0 0 0,0 0-1,0 1 1,0-1 0,0 0 0,1-1-1,1 2 1,27 6-5824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8:19.7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276 1 7972,'0'0'6194,"-23"13"-5198,11-7-859,-1 1 19,-1 0 0,1 1 0,1 1 0,-1 0 0,2 0 0,-1 1 0,1 1 0,1 0 0,0 1 0,0-1 0,-9 17 0,5-1 168,1 1 1,2 0 0,1 0 0,1 1-1,-11 58 1,12-22 45,1 112 1,7-155-353,1 0 0,1 0 0,1 0 0,1 0 0,1-1 0,13 36 0,-13-44-72,1 0 0,1 0 0,0-1 0,0 0 0,1 0 0,1-1-1,0 0 1,1-1 0,0 0 0,0 0 0,19 13 0,-17-16-593,0 0 1,1-1-1,-1 0 1,1-1-1,0 0 1,1-1-1,-1-1 1,1 0-1,0-1 1,0 0-1,15 0 1,30-2-5090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8:20.1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481 24 7684,'0'0'10404,"-1"-4"-9449,-5-14-226,6 18-723,0 1 0,0-1 0,0 0 1,0 0-1,0 0 0,0 0 0,-1 0 1,1 0-1,0 0 0,0 0 0,0 0 0,0 0 1,0 0-1,0 0 0,0 0 0,0 0 1,0 0-1,0 1 0,0-1 0,-1 0 0,1 0 1,0 0-1,0 0 0,0 0 0,0 0 1,0 0-1,0 0 0,0 0 0,0 0 0,-1 0 1,1 0-1,0 0 0,0 0 0,0-1 1,0 1-1,0 0 0,0 0 0,0 0 0,0 0 1,0 0-1,0 0 0,0 0 0,-1 0 1,1 0-1,0 0 0,0 0 0,0 0 0,0 0 1,0 0-1,0 0 0,0-1 0,0 1 1,0 0-1,0 0 0,0 0 0,0 0 1,0 0-1,0 0 0,0 0 0,0 0 0,0 0 1,0-1-1,0 1 0,0 0 0,0 0 1,0 0-1,-3 9 63,3-7-30,-13 62 621,-8 120 0,14 70-270,5-122-318,2-120-46,0 3-26,0 1 0,-1-1 0,-1 0 1,0 0-1,-9 29 0,10-43 18,0 0 0,0 0-1,0 0 1,0-1 0,-1 1 0,1 0 0,0-1-1,-1 1 1,1-1 0,0 1 0,-1-1 0,1 0-1,-1 0 1,1 1 0,0-1 0,-1 0 0,1 0-1,-1-1 1,1 1 0,-1 0 0,1 0-1,-2-1 1,-3 0 123,-3 0-14,0 0-1,0-1 1,0 0 0,1-1 0,-1 0 0,-8-4 0,-53-29 282,35 17-330,-5-1 2,-70-39-7,105 56-74,0-1 1,1 1-1,-1-1 0,1 0 0,0 0 1,-5-6-1,8 9-68,0 0-1,0 0 1,1 0 0,-1-1 0,0 1 0,0 0 0,1 0-1,-1-1 1,1 1 0,-1 0 0,1-1 0,0 1 0,0-1-1,-1 1 1,1 0 0,0-1 0,0 1 0,0-1 0,1 1-1,-1 0 1,0-1 0,0 1 0,1-1 0,-1 1 0,1 0-1,-1-1 1,1 1 0,0 0 0,-1 0 0,1 0 0,1-2-1,5-3-796,0 1 0,0 1 0,1-1 0,0 1 0,-1 0 0,1 1 0,1 0 0,14-4 0,-17 5 212,62-17-7922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8:21.1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 35 5330,'0'0'10306,"-3"-2"-9558,3 2-714,-1 0 1,1 0 0,-1 0 0,1 0 0,-1 0 0,1-1 0,0 1-1,-1 0 1,1 0 0,-1-1 0,1 1 0,-1 0 0,1-1 0,0 1-1,-1 0 1,1-1 0,0 1 0,-1-1 0,1 1 0,0-1 0,0 1 0,-1-1-1,2 0-9,0 1-1,0-1 1,0 0-1,0 1 1,0-1-1,0 1 1,0 0-1,0-1 0,0 1 1,1 0-1,-1 0 1,0 0-1,0-1 1,2 1-1,186-10 894,-189 10-771,-8 0 437,-73-5 448,74 2-977,-1 1-19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8:21.6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32 4722,'0'0'8991,"24"-2"-8196,348-16 1932,-320 16-2134,65-7 911,-123 8-2868,-16 5-52,-26 21-2274,-16 11-1168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8:22.0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8116,'0'0'9439,"3"14"-8588,5 31 18,2 80 1,-7 10 253,2-149-1079,1 1 0,0-1 0,1 1 0,1 0 0,13-17 1,51-57 67,-64 79-91,8-9 115,34-30 1,-45 43-114,-1 0 0,1 1 0,0-1 0,0 1 0,1 1 0,-1-1 0,1 1 0,-1 0 0,1 0 0,0 0 0,0 1 0,-1 0 0,8 0 0,-11 1-27,0 1 0,0-1-1,0 1 1,1-1 0,-1 1 0,0 0 0,0 0 0,0 0 0,-1 0 0,1 0-1,0 1 1,0-1 0,-1 1 0,1-1 0,0 1 0,-1-1 0,0 1-1,1 0 1,-1 0 0,0 0 0,0-1 0,0 1 0,0 0 0,0 1-1,1 2 1,2 9-14,0 0-1,4 25 0,-6-31 20,2 22-585,2 58-1,-7-8-3399,0-19-2938,1-27 116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8:22.4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1 5106,'0'0'11771,"27"13"-10722,-11-6-875,-3-2-32,0 1 0,0 1 0,-1 0 0,19 14 0,-26-16-86,0 0 1,0 0-1,0 0 0,0 1 0,-1-1 0,0 1 0,0 0 0,-1 1 0,1-1 0,-1 1 0,-1-1 0,1 1 0,-1 0 1,2 12-1,4 56 474,-1 138 1,-7-177-515,0 1 98,-2-1 0,-2 1-1,-1-1 1,-2 0 0,-15 50-1,14-65-385,-1 0-1,0 0 0,-24 36 1,23-43-780,0 0 0,-1-1 0,0 0 0,-1-1 0,-25 19 0,27-22-4857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8:22.7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83 8580,'0'0'11797,"104"-17"-10996,-48 17-321,-2 0-48,-6-3-416,-8-4 80,-8-2-96,-11-3-896,-10 2-593,-11 3-1184,0-3-1649,-8 3-1537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8:23.1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48 1 6563,'0'0'10589,"-7"4"-10104,4-3-440,1 1-1,-1-1 1,1 1-1,0 0 1,-1 0-1,1 0 1,0 0-1,0 0 1,0 0-1,1 1 1,-1-1-1,1 1 0,-1-1 1,1 1-1,0 0 1,0-1-1,0 1 1,0 0-1,0 0 1,0 0-1,1-1 1,0 1-1,-1 0 1,1 0-1,0 0 1,1 5-1,0 122 1019,-6 221-1838,4-284-7263,3-39 408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8:23.4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249 1 8500,'0'0'3602,"-25"6"-1820,8-1-1415,3-3-93,0 2 1,1 0-1,-19 9 1,25-10-154,1 0 1,0 1-1,0 0 0,1 0 1,-1 0-1,1 1 0,0 0 1,0 0-1,1 0 0,-1 0 1,-6 12-1,0 4 46,2 1-1,0-1 1,1 1 0,1 1-1,1 0 1,2 0-1,0 0 1,1 0 0,1 1-1,2 30 1,0-47-148,0-1-1,1 1 1,0 0 0,0-1 0,0 1-1,1-1 1,0 0 0,0 1 0,1-1-1,-1 0 1,1 0 0,1-1 0,6 11-1,-4-10 24,0 0 0,0 0 0,0-1 0,0 0 0,1 0 0,0 0-1,0-1 1,0 0 0,1-1 0,13 5 0,-5-2 124,1-2 0,0 0-1,1-1 1,25 1 0,70-5 539,-101 1-598,0-1 1,-1-1-1,13-3 0,-22 5-102,0 0 0,-1-1 0,1 1 0,0 0 0,-1-1 0,1 0 0,0 1 0,-1-1 0,1 0 0,-1 0 0,1 0 0,-1 0 0,1 0 0,-1 0 0,0 0 0,0-1 0,1 1 0,-1 0 0,0-1 0,0 1 0,0-1 0,-1 1 0,1-1 0,0 0 0,0 1 0,-1-1 0,1 0 0,0-2-1,-1 3-37,0 1 0,-1-1-1,1 0 1,0 1-1,0-1 1,0 1 0,0-1-1,-1 0 1,1 1-1,0-1 1,0 1-1,-1-1 1,1 0 0,0 1-1,-1-1 1,1 1-1,-1-1 1,1 1-1,-1 0 1,1-1 0,-1 1-1,1-1 1,-1 1-1,1 0 1,-1-1 0,0 1-1,1 0 1,-2-1-1,-22-3-1039,14 3 378,-65-5-4755,-26 3-4517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8:32.9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266 1 7812,'0'0'8553,"-14"2"-7948,7-1-579,0 0 0,0 0 0,0 1-1,0 0 1,0 1 0,1 0-1,-1 0 1,1 0 0,0 1-1,-1-1 1,2 1 0,-1 1-1,0-1 1,1 1 0,0 0 0,0 1-1,1-1 1,-8 12 0,-10 16 275,1 0 1,-31 71 0,45-86-215,1 0 0,0 1 0,2-1 0,0 1 0,0 0 0,2 0 0,1 0 0,0 25 0,2-37-61,1 1 0,-1-1 0,1 0-1,0 0 1,1 0 0,-1 0 0,1 0-1,1 0 1,0-1 0,-1 0 0,2 1-1,-1-2 1,1 1 0,0 0 0,0-1-1,0 0 1,1 0 0,0 0 0,8 4-1,7 4 1,0-1 1,1-2-1,0 0 0,41 12 0,1-4 41,0-3 1,1-2-1,1-4 0,123 3 0,-189-12-66,0 0 1,0 0-1,1 0 0,-1 0 0,0 0 0,0 0 0,0 0 1,0 0-1,0 0 0,1 0 0,-1 0 0,0 0 0,0 0 1,0 0-1,0 0 0,1 0 0,-1 0 0,0 0 0,0 0 1,0 0-1,0 0 0,0 0 0,0 0 0,1 0 0,-1-1 1,0 1-1,0 0 0,0 0 0,0 0 0,0 0 0,0 0 1,0 0-1,0 0 0,1-1 0,-1 1 0,0 0 0,0 0 1,0 0-1,0 0 0,0 0 0,0-1 0,0 1 0,0 0 1,0 0-1,0 0 0,0 0 0,0 0 0,0-1 0,0 1 1,0 0-1,0 0 0,0 0 0,0 0 0,0 0 0,0-1 1,0 1-1,0-3 31,0-130 368,0 132-355,0 5 9,8 240-101,-8-197 30,0-42 21,-1 0 0,1 0 1,-1-1-1,0 1 0,0 0 0,0 0 1,0-1-1,-1 1 0,0-1 0,0 1 0,0-1 1,-1 0-1,1 0 0,-5 6 0,0-3-24,0 0-1,0-1 0,-1 0 0,1 0 0,-1 0 0,-11 5 0,7-4-1266,-1 0 0,-27 9 1,20-12-4053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8:33.8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 0 5507,'0'0'11605,"-2"3"-11357,1-1-206,0 0 0,0 1-1,0-1 1,0 0 0,1 0 0,-1 0 0,1 1-1,-1 3 1,-4 50 690,5 73 0,1-60-440,-1 332-1608,0-398 473,0 5-427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8:34.2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1 356 7363,'0'0'5510,"28"0"-4019,206-4 150,-188 4-1537,0-2 1,0-1-1,-1-3 1,82-20 0,-120 24-181,0 0 0,0-1 1,0 0-1,10-6 0,-15 8 46,0-1-1,-1 1 1,1-1-1,0 1 1,-1-1-1,1 1 0,-1-1 1,0 0-1,1 0 1,-1 0-1,0 0 0,0 0 1,0 0-1,0 0 1,-1 0-1,1 0 1,0 0-1,-1 0 0,1-3 1,-1-13 36,1 0 1,-2 0-1,-1 1 1,0-1-1,-1 1 1,-10-32-1,10 35 660,1 1 1,0-1-1,1 0 0,0-26 1,1 34 48,0 5-146,0 3-279,3 43 66,1 0-1,3-1 1,24 86-1,-24-103-272,3 18-60,6 85 0,-14-100-445,-1-24-221,0 0 1,0 0 0,0-1-1,3 10 1,-2-12-59,-1 0 0,0 0-1,1 0 1,0-1 0,0 1 0,0 0 0,0-1-1,0 0 1,0 1 0,3 1 0,23 14-8791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8:34.6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246 38 8932,'0'0'2943,"-28"5"-1006,-12 2-980,-40 12 1,75-18-870,1 1 0,-1 0 0,1 0 0,0 0 1,-1 0-1,1 1 0,0 0 0,0 0 0,1 0 0,-1 0 0,1 0 0,-1 1 0,1 0 0,0-1 0,1 1 0,-1 0 0,1 1 0,-1-1 0,1 0 1,0 1-1,-2 8 0,1-5 12,-1 3 34,1 0 0,0 0 0,0 0-1,1 0 1,0 20 0,1-26-122,1-1 0,0 1 1,1 0-1,-1 0 1,1 0-1,0 0 0,0 0 1,0 0-1,1-1 1,0 1-1,0-1 0,0 1 1,0-1-1,1 0 1,5 7-1,-2-5-3,1 0 1,1-1-1,-1 0 0,1 0 1,-1 0-1,1-1 1,1-1-1,-1 1 0,1-1 1,-1-1-1,1 1 1,0-2-1,12 2 0,16 1 84,71-4-1,-78 0-67,-20 0 2,-1-1 0,1 0 0,-1 0 0,1-1 0,-1 0-1,0-1 1,1 0 0,-1 0 0,-1-1 0,14-7 0,-18 8 69,1 0 0,-1-1-1,0 1 1,0-1 0,0 0 0,0 0 0,-1-1 0,1 1 0,-1-1 0,0 0 0,-1 1 0,1-1 0,-1 0 0,0-1 0,0 1 0,0 0 0,-1-1 0,0 1 0,1-10 0,-1 1 182,0-1-1,-1 1 1,0-1 0,-1 1 0,-5-25 0,4 32-234,0 1 0,0-1 0,-1 0 0,0 1 0,0-1 0,-1 1 0,1 0 0,-1 0 0,-1 1 0,1-1 0,-1 1 0,0 0 0,-8-7 0,5 6-122,0 1-1,-1-1 0,0 2 0,1-1 0,-1 1 0,-1 0 1,1 1-1,0 0 0,-1 0 0,0 1 0,1 1 0,-1 0 0,0 0 1,0 0-1,0 1 0,0 1 0,-15 2 0,23-2-152,0 0 0,0 0-1,0 0 1,0 0 0,0 0 0,0 0-1,0 1 1,1-1 0,-1 1 0,1-1-1,-1 1 1,1 0 0,-1-1 0,1 1-1,0 0 1,0 0 0,0 0 0,0 0-1,0 0 1,0 0 0,1 0 0,-1 0-1,1 0 1,-1 0 0,1 1 0,0-1-1,0 3 1,-2 39-6468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8:35.2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9396,'0'0'7670,"1"26"-5914,1 87-531,0-72-192,1 1 0,13 60 1,-16-102-996,0 1 1,0 0 0,0-1-1,0 1 1,0-1 0,1 1-1,-1-1 1,0 1 0,0 0-1,0-1 1,1 1 0,-1-1-1,0 1 1,0-1 0,1 1-1,-1-1 1,1 1 0,-1-1-1,0 0 1,1 1 0,-1-1 0,1 1-1,-1-1 1,1 0 0,-1 0-1,1 1 1,-1-1 0,1 0-1,-1 0 1,1 1 0,-1-1-1,1 0 1,0 0 0,-1 0-1,1 0 1,-1 0 0,1 0-1,0 0 1,-1 0 0,1 0-1,-1 0 1,1 0 0,-1 0-1,1-1 1,0 1 0,-1 0-1,1 0 1,-1-1 0,1 1 0,25-20 817,6-13-470,-17 15-265,2 2 1,0 0-1,0 1 1,1 0 0,29-16-1,-44 30-121,0 0 0,0 0 0,0 0 0,0 0 0,0 1 0,0-1 0,0 1 0,0 0 0,1 0 0,-1 0 0,0 0 0,5 2 0,34 11-32,-24-6 41,0 0 0,0-1 0,0-1 0,0-1-1,1 0 1,0-2 0,0 0 0,0-1 0,31-2-1,-45 0 50,0 0 0,-1 0-1,1 0 1,0 0-1,-1-1 1,1 0 0,-1 0-1,1 0 1,-1-1-1,0 1 1,0-1 0,0 0-1,-1 0 1,1 0-1,-1-1 1,4-3 0,-7 6 262,3 16-542,1 1 310,1 6-359,11 29-1,-13-44-292,0 0-1,0 0 1,1 0 0,0 0-1,1-1 1,-1 1-1,11 10 1,-5-9-900,-1 0 0,1-1 0,0 0 0,0 0 0,1-1 1,22 9-1,27 6-6607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8:35.5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134 217 7812,'0'0'10074,"8"-9"-9565,0 1-471,-1 1 0,1 0 0,0 0 0,1 1 0,-1 0 0,1 0 0,19-8 0,-24 13-17,7-4 11,0 1-1,0-2 0,17-10 1,-26 14 5,1 0 1,-1 1 0,0-1 0,0 0 0,1-1 0,-2 1 0,1 0 0,0-1-1,0 1 1,-1-1 0,1 1 0,-1-1 0,0 0 0,0 1 0,0-1 0,0 0-1,0 0 1,-1 0 0,1 0 0,-1-4 0,1 5-1,-1 1-1,0-1 1,0 0 0,0 1 0,0-1-1,0 0 1,0 1 0,0-1 0,0 0-1,-1 1 1,1-1 0,-1 0 0,1 1-1,-1-1 1,0 1 0,0-1-1,0 1 1,1-1 0,-1 1 0,0-1-1,-1 1 1,1 0 0,0 0 0,0 0-1,-1 0 1,1 0 0,0 0 0,-1 0-1,1 0 1,-1 0 0,1 0 0,-1 1-1,1-1 1,-1 1 0,0-1-1,1 1 1,-1 0 0,-2-1 0,-7-2 7,-1 1 0,1 0 1,-1 0-1,0 1 1,0 1-1,0 0 0,0 0 1,1 1-1,-1 1 1,-12 3-1,16-3-29,1 1 1,-1 0-1,1 0 1,0 0-1,0 1 0,1 0 1,-1 0-1,1 1 0,-1 0 1,1 0-1,1 1 0,-1-1 1,1 1-1,0 0 1,0 1-1,-4 7 0,4-4 2,0 0-1,1 0 1,0 1-1,0-1 1,1 1-1,1 0 1,-2 13-1,1 5-14,2 47 0,2-72-4,-1 0-1,0 1 0,1-1 0,0 0 0,0 0 0,1 0 0,-1 0 0,1 0 0,0-1 1,-1 1-1,2 0 0,-1-1 0,0 1 0,1-1 0,0 0 0,0 0 0,-1 0 1,2 0-1,-1 0 0,0-1 0,1 1 0,-1-1 0,8 3 0,2 1-317,0-1-1,1 0 0,0-1 1,0-1-1,27 4 0,121-1-7843,-153-6 7359,73 0-8799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8:36.0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33 173 10149,'0'0'11781,"-4"7"-11114,0-1-472,1 0 0,0 0-1,0 0 1,1 1 0,0-1 0,0 1-1,0-1 1,1 1 0,-2 11 0,2 9 164,0-13-270,0 0 0,1 1 1,0-1-1,5 25 0,-5-37-86,1-1-1,-1 0 0,1 0 1,-1 0-1,1 0 0,0 1 1,0-1-1,-1 0 0,1 0 1,0 0-1,0-1 0,0 1 0,0 0 1,0 0-1,0 0 0,0-1 1,1 1-1,-1 0 0,0-1 1,0 1-1,1-1 0,-1 0 1,2 1-1,34 2 122,-29-3-72,1-1-35,-1 1 0,0-1 0,0 0 0,0-1 0,0 0 0,0 0 0,0-1 0,0 0 0,-1 0 0,0-1 0,1 0 0,9-7 0,-6 2 5,-1 0 0,0 0 1,0-1-1,-1 0 0,0-1 0,13-20 1,-22 29-26,1 1 1,-1 0 0,1 0 0,-1 0-1,1 0 1,0 0 0,-1 0 0,1 0-1,0 0 1,0 1 0,0-1 0,0 0 0,-1 0-1,1 1 1,0-1 0,0 0 0,1 1-1,-1-1 1,0 1 0,0-1 0,0 1-1,2-1 1,-1 2-10,0 0 0,-1 0 0,1 0 0,-1 0 0,1 0 0,-1 0 0,0 0 0,0 1 0,1-1 0,-1 0 0,0 1 0,0-1 0,0 1-1,1 2 1,11 15-84,0 0 0,2 0 0,27 26 0,-36-39 77,0-1-1,0 0 1,1 0 0,0 0-1,0-1 1,0 0-1,1 0 1,-1-1 0,1 0-1,0 0 1,0-1 0,0 0-1,0 0 1,10 0-1,-13-2 30,0 0-1,1 0 1,-1 0-1,1 0 1,-1-1-1,1 0 1,-1 0-1,0-1 1,10-3-1,-11 3 9,0-1-1,0 0 1,-1 0-1,1 0 1,-1 0-1,1-1 0,-1 1 1,0-1-1,0 1 1,-1-1-1,4-7 1,1-2 146,-1 1 1,-1-1 0,0-1 0,-1 1-1,-1 0 1,0-1 0,2-22 0,-2-99 616,-3 130-770,0 0-3,-1 0-1,1 0 1,-1-1-1,0 1 1,0 0 0,0 0-1,-1 0 1,1 0 0,-1 0-1,0 0 1,-1 1-1,1-1 1,-7-7 0,6 9-15,0 0 0,-1 0 0,1 0 1,-1 0-1,0 1 0,0 0 0,0-1 1,0 1-1,0 1 0,0-1 0,-1 0 1,1 1-1,-1 0 0,1 0 0,-1 1 1,-6-1-1,4 0-199,-1 1 1,1 1 0,0-1-1,-1 1 1,1 0-1,0 1 1,0 0 0,0 0-1,0 0 1,0 1-1,0 0 1,0 0 0,1 1-1,-11 8 1,2-1-1117,2 2 0,-1 0 1,2 0-1,-21 29 0,-11 20-5209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8:36.4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137 65 9236,'0'0'6771,"-22"27"-5997,-67 89-254,86-111-482,0-1 0,0 1 0,0 0 0,1 0 0,0 0 0,0 1 0,0-1 0,0 0 0,1 1 0,0-1 0,1 1 0,-1-1 0,1 1 0,0 0 0,0-1 0,0 1 0,1-1 0,1 7 0,0-4-7,-1-4-9,0 0 0,0 0 1,0 0-1,1 0 1,0 0-1,0 0 1,0 0-1,0-1 0,0 1 1,1-1-1,-1 0 1,1 0-1,0 0 1,0 0-1,1 0 0,-1 0 1,0-1-1,1 0 1,-1 1-1,1-1 1,0-1-1,0 1 0,0 0 1,0-1-1,8 2 1,8 1 77,0-1-1,0-1 1,1-1 0,20-1 0,-28 0 10,-4 0 11,0 0 0,0-1-1,0 0 1,1-1 0,-1 0 0,-1 0-1,1-1 1,0 0 0,-1 0-1,1-1 1,-1-1 0,9-5 0,-12 6 15,1 0 0,-1-1 1,0 0-1,0 0 0,-1 0 1,1-1-1,-1 1 0,-1-1 1,1 0-1,-1 0 0,0 0 1,0-1-1,-1 1 0,1-1 1,-2 0-1,3-12 0,-1 5 30,-2-1-1,0 0 0,0 0 0,-2 0 1,1 1-1,-2-1 0,-4-18 1,4 27-145,0-1 0,0 0 0,-1 1 0,0-1 0,0 1 0,0 0 0,-1 0 0,0 0 0,0 0 1,-1 1-1,0 0 0,0 0 0,0 0 0,0 0 0,-1 1 0,0 0 0,-6-4 0,4 4-92,-1 0-1,0 0 0,0 1 0,0 1 0,0-1 1,-1 1-1,1 1 0,-1-1 0,1 2 1,-1-1-1,1 1 0,-1 1 0,-11 2 0,11-2-497,0 1-1,0 1 0,0 0 0,1 1 0,-1-1 0,1 2 0,-1-1 0,1 2 0,1-1 1,-1 1-1,-12 11 0,-19 28-5937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8:36.9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0 392 10405,'0'0'5239,"25"0"-4059,4 1-843,47 6 1,-71-6-299,0 0 1,0 1-1,-1 0 1,1 0-1,0 0 1,-1 0-1,1 1 1,-1 0 0,1 0-1,-1 0 1,0 0-1,-1 1 1,6 5-1,-1 1 89,-1 0-1,-1 0 1,10 19 0,-10-17 38,-2-3-58,0 0 0,-1 0 0,5 15 0,-7-20-80,0 0 0,-1 0 0,1 0-1,-1 0 1,0 1 0,0-1 0,0 0 0,0 0 0,-1 0 0,-2 7 0,2-10-1,0 1 0,0-1 0,0 0 0,0 0 1,-1 0-1,1-1 0,0 1 0,-1 0 0,1 0 1,-1-1-1,1 1 0,-1-1 0,1 1 0,-1-1 1,1 0-1,-1 1 0,1-1 0,-1 0 0,1 0 1,-3 0-1,2 0 23,1 0 1,0 0-1,0 0 1,-1 0-1,1 0 1,0 0-1,0 0 1,0 0-1,-1 0 1,1-1-1,0 1 1,0 0-1,0-1 1,0 1-1,0-1 1,0 1-1,0-1 0,0 0 1,0 1-1,0-1 1,0 0-1,0 0 1,0 0-1,0 0 1,0 0-1,-1-1 1,2-2-17,0 0 0,0 0 0,0 0 1,0 0-1,0 0 0,1 0 0,0 1 1,0-1-1,0 0 0,0 1 0,0-1 1,1 0-1,0 1 0,0-1 0,0 1 0,0 0 1,0 0-1,0 0 0,1 0 0,0 0 1,5-4-1,6-4-65,0 0 0,1 1 0,24-12 0,-25 14 55,15-9-121,-7 6-304,-1-1 0,0-1 1,33-28-1,-48 35 325,0 0-1,-1 0 1,0 0 0,0-1-1,0 0 1,-1 0 0,0 0-1,-1 0 1,1-1 0,-1 1 0,-1-1-1,1 0 1,-1 0 0,-1 0-1,2-11 1,-1-7 772,-1-1-1,-4-51 0,2 69-475,-1-1-1,1 1 0,-2-1 0,1 1 0,-2 0 1,1 0-1,-1 1 0,0-1 0,-1 1 1,0 0-1,-10-13 0,14 24 23,0 0 0,1 1 0,-1-1 0,1 1 0,-1-1 1,1 1-1,1 4 0,-1 594-1587,0-601 1142,0 0-1,0-1 1,0 1-1,0 0 0,0 0 1,0 0-1,0-1 1,0 1-1,1 0 1,-1 0-1,0-1 1,0 1-1,1 0 0,-1-1 1,1 1-1,-1 0 1,1-1-1,-1 1 1,1-1-1,-1 1 1,1 0-1,-1-1 1,1 0-1,0 1 0,-1-1 1,1 1-1,0-1 1,-1 0-1,1 1 1,0-1-1,0 0 1,-1 0-1,1 1 0,0-1 1,0 0-1,0 0 1,1 0-346,1 0 1,-1 0 0,0-1-1,0 1 1,0 0 0,0-1-1,0 0 1,0 1 0,0-1-1,0 0 1,0 0 0,0 0-1,0 0 1,2-2 0,26-28-6650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8:37.2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319 1 3778,'0'0'13569,"-10"18"-12163,7-12-1253,-10 20 551,-1-1 0,-2 0 0,-33 42 0,22-38 94,-38 30 1,52-48-514,-1-1 0,0 0 0,-1-1 1,0-1-1,-23 10 0,26-15 705,26-1-238,46 14-791,63 24-1,-94-30-35,101 46-1992,-9 12-5706,-69-36 807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8:38.0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308 521 4210,'0'0'4119,"-24"0"-2089,-82 0 147,43 1-314,49 0-906,0 0-1,0-2 1,0 0 0,-21-3-1,25 1-440,-3 0 2565,36 2-2006,154-11-854,-164 11-213,187-18 29,90-4-26,91-1 45,85 2 48,400-9-64,884-45-5,-1355 47-22,-78-6 11,-87-3 86,-215 35-97,100-23 70,-101 22-21,0-1 0,-1 0 1,1-1-1,-1-1 0,14-9 0,-24 14 15,-1 1-1,1-1 1,-1-1-1,0 1 1,1 0-1,-1 0 1,0-1-1,0 1 1,-1-1-1,1 0 1,0 1-1,-1-1 1,0 0-1,1 0 1,-1 0-1,-1 0 1,1 0-1,0 0 1,-1 0-1,1-1 1,-1 1-1,0 0 1,0 0 0,0 0-1,-1-5 1,1-3 81,0 9-136,0 1 1,0-1-1,0 0 1,0 0-1,-1 1 0,1-1 1,0 0-1,-1 1 1,1-1-1,-1 1 1,1-1-1,-1 0 1,0 1-1,0-1 1,0 1-1,0 0 0,0-1 1,0 1-1,0 0 1,0-1-1,0 1 1,-1 0-1,-1-1 1,2 0-15,1 1-46,-22-1-3206,-45 3 860,20 0-5,-22-1-2493,-9-2-2719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8:38.9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332 166 1809,'0'0'5869,"-28"1"-4215,-93 1 19,20 3 623,19-3 2355,272 2-3952,37-3-237,95-1-1,82 0-253,187 1 198,766-5 429,-953-8-470,-75-8 94,-79-3 443,-236 22-838,63-7 643,99-23 0,-172 30-634,0 0-1,-1 0 1,1 0-1,0 0 0,0-1 1,-1 1-1,1-1 1,4-3-1,-7 3 29,0 1-1,0-1 0,0 1 0,0-1 1,0 1-1,-1-1 0,1 0 1,-1 1-1,1-1 0,-1 0 0,1 1 1,-1-1-1,0 0 0,0 0 0,0 1 1,0-1-1,0-2 0,0 2-57,0 1-25,0-1-1,-1 0 1,1 1 0,0-1-1,0 0 1,-1 1 0,1-1-1,-1 1 1,1-1-1,-1 0 1,0 1 0,0 0-1,1-1 1,-1 1 0,0-1-1,0 1 1,0 0 0,-1 0-1,0-2 1,0 2-8,2-1-72,6 2-4276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36:47.6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 33 1249,'0'0'6189,"-7"1"-5805,-23 3 1614,-52 13 1,93-14-380,57-3-1311,1-3 0,90-16-1,-145 16-296,14-2 48,50-16-1,-93 19 1393,8 1-1744,1 0 0,-1 0-1,1 0 1,-1 1 0,0 0 0,1 0 0,-1 1 0,1 0-1,-1 0 1,-6 2 0,-33 21 1045,46-7-4871,0-5 1732,0 0-1020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36:48.4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54 320,'0'0'5469,"-6"-2"-4703,-19-2-272,19 2 1741,11 0-1795,64-10-18,80-3-1,-73 8-290,-51 5-40,81-5 443,-106 7-414,-3 0 170,-202 7 290,-9 0 1743,214-7-1963,17 0-253,328 0-96,-708 7 303,361-7-17,8 0 9,325-2 76,-331 2-126,-13 7-8893,10-4 7227,-13 9-3147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36:48.8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2209,'0'0'11584,"0"8"-11397,0-5-151,0 23 328,0 0 0,2 0 0,1 0 0,9 39 1,5 2 49,13 38-39,-30-104-448,1 0 0,-1 0 0,1-1 0,-1 1-1,0 0 1,1 0 0,0-1 0,-1 1 0,1 0-1,-1-1 1,1 1 0,0-1 0,-1 1 0,1 0 0,0-1-1,0 0 1,-1 1 0,1-1 0,0 1 0,1-1-1,12-1-6878,-1-7-321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36:49.2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 21 5138,'0'0'7953,"0"-5"-7152,-1-8-430,-3 11-120,-9 20-8,-12 40-100,20-42-50,1 0 0,0 0-1,1 1 1,-2 28 0,5 70 201,1-104-241,-1-4-38,0-1 0,1 1 0,0-1 0,1 1 0,0-1 0,0 0 0,0 1 0,0-1 0,1 0 0,0-1 0,1 1 0,-1 0 0,1-1 0,0 0 0,0 0 0,1 0 0,-1 0 0,1-1 0,0 0 0,9 6 0,-4-4-239,0 0-1,0-1 0,1-1 1,-1 0-1,1 0 1,0-1-1,0 0 1,0-1-1,1 0 1,-1-1-1,13 0 0,16-1-3475,-7 0-1593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36:49.6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 5475,'0'0'6389,"2"18"-5127,17 133 678,-18-82-345,-1-54-214,0-48-897,0 19-496,0 0 1,1 0-1,1 0 1,1 0 0,0 0-1,0 1 1,6-14-1,-6 20-18,0 0 0,1 1 0,0-1 0,0 1 0,0 0 0,1 0 0,0 0 1,0 1-1,0-1 0,1 1 0,0 0 0,0 1 0,0 0 0,0 0 0,8-4 0,-3 4-14,0 0 0,1 1 0,-1 0 0,1 0 1,0 2-1,0-1 0,0 1 0,20 2 0,-27-1 38,0 1-1,0 0 1,-1 0 0,1 0-1,0 0 1,-1 1 0,1 0-1,-1 0 1,0 0 0,0 1-1,0-1 1,0 1-1,0 0 1,0 0 0,-1 1-1,1-1 1,-1 1 0,0-1-1,0 1 1,0 0 0,-1 0-1,3 5 1,3 5-11,-1 1 0,-1-1 0,-1 1 0,0 0 0,6 26 0,-7-11-768,2 55 1,-5-8-4300,-1-46 1111,0-9-2713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36:49.9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7155,'0'0'6499,"125"128"-5554,-109-58-81,-5 7-208,-8 0-319,-3 0 31,0-5-256,-3-12-80,-10-12-32,-1-9-400,4-18-2050,2-14-1952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36:50.3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 5731,'0'0'8628,"8"5"-8324,25-5 96,4 0-240,0-8-80,1-1-80,-9 2-912,-2 7-1554,-8 0-1455,-11 0-1970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36:50.6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32 704,'0'0'12694,"-10"15"-11797,36-15-337,9 0-336,11 0-144,10-5-80,11-10-1297,2 1-2064,1 2-2978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36:51.2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482 51 2801,'0'0'3909,"-24"-8"-2746,-78-25-211,94 31-808,-1 0 1,0 0-1,0 0 0,0 1 0,0 1 0,-1-1 0,1 2 0,-17 1 0,16-1-24,-4 2 31,0 1 0,0 0 0,0 1 0,1 0 0,0 1 0,0 1 0,0 0 0,1 0 0,0 2-1,0-1 1,1 1 0,0 1 0,1 0 0,0 1 0,1 0 0,0 0 0,0 1 0,-10 18 0,16-22-129,0-1-1,1 0 1,0 1 0,0 0-1,1-1 1,-1 1-1,2 0 1,-1 14 0,1-19-20,1 0 1,-1 1 0,0-1-1,1 0 1,0 0-1,-1 0 1,1 0-1,1-1 1,-1 1 0,0 0-1,1 0 1,-1-1-1,1 1 1,0-1 0,0 1-1,3 2 1,-1 0 1,1-1 0,0-1 0,0 1-1,0-1 1,1 0 0,-1 0 0,12 4 0,0-2 14,1 0 0,-1-1 0,1-1 0,33 1 0,-30-3 35,-1 1-96,1-1 1,-1-2-1,1 0 1,0-1 0,24-5-1,-41 6 37,1 0 0,-1-1 0,1 0 0,-1 0-1,0 0 1,0 0 0,0 0 0,0-1 0,0 0-1,0 0 1,-1 0 0,1 0 0,-1-1 0,0 1-1,0-1 1,0 0 0,0 0 0,-1 0 0,0 0-1,0 0 1,0-1 0,0 1 0,0 0 0,-1-1-1,0 0 1,0 1 0,0-1 0,0-6 0,0-88 848,-2 54 2008,1 53-2778,1 5-72,1-1-1,0 0 0,0 0 1,1 0-1,1 0 1,0 0-1,0-1 1,1 0-1,1 0 1,0 0-1,0 0 1,1-1-1,0 0 1,1-1-1,0 1 1,1-1-1,0-1 0,0 0 1,18 12-1,-17-16-125,-1-1 0,1 1 0,0-2 0,0 0-1,0 0 1,0 0 0,0-2 0,0 1 0,0-1-1,11-2 1,4 2-895,-14 0 130,-1 0-1,1-1 0,0 0 0,-1-1 1,0 0-1,1-1 0,11-4 0,31-18-5383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36:51.6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 4258,'0'0'8585,"2"0"-8017,37 0-86,74-9 0,-87 6-735,-9 3-3179,-28 7 2353,10-1 3151,0 36-1081,2-1 0,2 1 0,13 63 0,-8-65-908,-3-16 88,11 35 1,-14-53-633,1 1 1,0-1-1,0 0 1,0 1 0,8 7-1,1-4-3442,2-6-2174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36:52.0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203 0 64,'0'0'11048,"-17"14"-9938,1-2-854,8-7-158,0 0 0,0 1 1,1 1-1,0-1 0,0 1 1,0 0-1,1 0 0,0 1 1,1 0-1,0 0 0,0 1 1,0-1-1,-4 15 0,-8 30 279,2 0 0,3 1 0,-9 90 0,9 168 500,12-274-850,2 0 0,1-1-1,2 1 1,1-1 0,2 0 0,2 0-1,1-1 1,2-1 0,1 0-1,2 0 1,28 43 0,-27-53-78,1-1-1,1-1 1,0-1 0,2-1 0,1-1 0,1 0 0,0-2 0,37 22 0,-33-25-703,2 0 0,0-2 1,0-1-1,46 12 0,51 1-4198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36:52.5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 4866,'0'0'6443,"1"5"-6227,12 63 1297,-8-49-955,-2 0 1,1 0-1,0 23 0,-4-20-58,0-16 66,0-16 841,0-2-1378,0 0 0,1-1 0,1 1 0,0 0 0,0 0 0,8-19-1,-7 24-35,0 0 0,0 1 0,1 0 0,0-1 0,0 1 0,0 1-1,1-1 1,0 1 0,0 0 0,0 0 0,1 0 0,11-7 0,-11 9-9,1-1 1,0 1-1,0 0 1,0 1-1,0-1 1,1 1-1,-1 1 1,0 0-1,1 0 1,-1 0-1,1 1 1,-1 0-1,1 0 1,8 2-1,-12-1 10,-1 0-1,1 1 0,-1-1 0,0 1 0,0-1 1,0 1-1,0 0 0,0 0 0,0 0 0,0 1 1,-1-1-1,1 1 0,-1-1 0,0 1 0,1 0 1,-1 0-1,0 0 0,-1 0 0,1 0 0,-1 1 1,1-1-1,0 5 0,4 10-463,-1 0 0,6 36 0,-8-19-3589,-1 49 1,-2-76 2990,0 25-5578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36:52.9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99 6211,'0'0'7283,"158"3"-5954,-78-15-481,6-5-176,-3-5-239,-9 5-257,-15 1-176,-16 4 0,-16 7-496,-17 5-1986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36:53.3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0 6115,'0'0'3684,"0"23"-1627,-2 158 1286,2-113-1697,0-68-1637,1 1-1,-1-1 1,1 1-1,-1-1 1,1 0 0,-1 0-1,1 1 1,-1-1-1,1 0 1,0 0 0,-1 0-1,1 1 1,-1-1-1,1 0 1,0 0 0,-1 0-1,1 0 1,-1 0-1,1 0 1,0 0 0,-1 0-1,1-1 1,0 1-1,-1 0 1,2-1 0,17-3 119,39-27-20,-37 19-102,33-14 0,-38 20-15,0 2-1,1 0 1,0 1-1,-1 0 1,1 1-1,33 2 1,-48 0 2,0 0 1,0 0 0,0 0 0,0 0 0,1 1-1,-1-1 1,0 1 0,0 0 0,0 0 0,0-1-1,0 1 1,-1 0 0,1 1 0,0-1 0,0 0-1,-1 1 1,1-1 0,2 3 0,-2 0-13,1-1 1,-1 1 0,0 0-1,0 0 1,0 0-1,-1 0 1,1 0 0,1 8-1,-1 2-22,0 0 0,-1 0 0,-1 1 0,-2 26 0,1-35 48,-1 0 0,1 0-1,-1 0 1,0 0 0,-1 0-1,1 0 1,-1 0 0,0-1-1,-1 0 1,0 1 0,1-1-1,-1-1 1,-1 1 0,1 0-1,-1-1 1,0 0 0,0 0-1,-5 3 1,2-2 8,-1 0-1,1-1 1,-1 1-1,0-2 1,0 1-1,-1-1 1,1-1 0,0 0-1,-1 0 1,1-1-1,-12 1 1,19-2-97,0-1 0,0 1 0,0-1 0,0 1 0,0-1 0,0 0 0,0 1 0,0-1 0,0 0 0,0 0 0,0-1 0,0 1 0,0 0 0,1-1 0,-1 1 0,1-1 0,-1 1 0,1-1 0,0 0 0,-1 1 0,1-1 0,0 0 0,0 0 0,0 0 0,0 0 0,1 0 0,-1 0 0,0 0 0,1 0 0,-1-3 0,-1-9-1371,-1 0 0,2-1 1,0-20-1,0 26 308,1-47-5621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36:53.6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37 5619,'0'0'7651,"-3"-6"-7091,-10-18-167,13 24-386,0 0 0,0-1 0,0 1 0,0 0 1,0 0-1,0 0 0,-1 0 0,1 0 0,0 0 1,0 0-1,0-1 0,0 1 0,0 0 0,0 0 1,0 0-1,0 0 0,0 0 0,0-1 0,0 1 1,0 0-1,0 0 0,0 0 0,0 0 0,0 0 1,0-1-1,0 1 0,0 0 0,0 0 1,0 0-1,0 0 0,0 0 0,0-1 0,0 1 1,0 0-1,0 0 0,1 0 0,-1 0 0,0 0 1,0 0-1,0-1 0,0 1 0,0 0 0,0 0 1,0 0-1,1 0 0,-1 0 0,0 0 0,0 0 1,0 0-1,0 0 0,1 0 0,7 1 10,-7-1 29,11 3 32,-1 0 0,0 0 1,0 2-1,0-1 0,-1 1 0,11 8 0,63 43 557,-78-51-576,22 14 32,-2 2 0,0 2 0,-1 0 0,-2 1 0,0 1 1,-2 2-1,0 0 0,-2 1 0,-2 1 0,0 0 0,18 47 0,-21-37-59,-2 1 0,-1 1 0,-3-1-1,6 53 1,-5 167 90,-8-237-191,-2-1 0,0 1 1,-2 0-1,0-1 0,-1 0 1,-2 0-1,0 0 0,-1-1 1,-2 0-1,-13 27 1,18-42-532,1 0 0,-1 0 0,0-1 1,-6 6-1,-16 9-5302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36:54.3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0 118 2993,'0'0'8196,"21"5"-7380,30-5 161,5-2-353,6-13-128,-3-2-111,-6 1-337,-7-1 16,-14 2-128,-14 3-192,-12 3-1489,-6-1-1473,-14 0-2064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36:54.7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16 6019,'0'0'8806,"-2"-4"-8077,-7-8-555,6 20-115,5 36 135,5 1 184,1-1 0,16 46 0,-18-69-384,1 2-38,0-1 0,20 40 0,-22-53-564,0 1 0,1-1 0,0 0 0,1-1 0,0 1-1,0-1 1,1-1 0,12 11 0,17 5-4077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36:56.0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3698,'0'0'7043,"11"43"-6579,-1-5 240,-2 1-399,0-3-81,3-2-32,0-6-160,-1-3-32,4-1-176,-1-3-1921,-2-6-1233,-3-6-2272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36:56.3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60 282 3794,'0'0'4514,"-59"-134"-3170,59 98-623,0-1-289,11 6-384,15 7-48,4 10-64,2 9-672,0 5-817,-5 0-432,-14 24-1905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36:56.7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0 472 4290,'0'0'9140,"59"0"-8628,-22-17-512,6 0 0,5-5-1392,1-4-2258,-9-1-1888</inkml:trace>
  <inkml:trace contextRef="#ctx0" brushRef="#br0" timeOffset="1">465 0 6675,'0'0'6051,"-93"142"-5219,88-89-95,5 2 15,0-2-320,0-5-320,0-4 80,21-6-192,8-7 0,9-9-128,2-7-976,3-8-1233,-3-7-1793,-6 0-2866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36:57.0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4674,'0'0'6416,"1"28"-4959,4 91-278,5 8 2551,-9-131-3215,1-14-480,1 0-1,1 1 1,0-1 0,1 1-1,1 0 1,1 0 0,0 0-1,19-28 1,-23 41-46,0 1 0,0 0 1,0 0-1,0 1 0,1-1 0,-1 1 0,1-1 1,0 1-1,-1 0 0,1 0 0,0 1 1,0-1-1,0 1 0,1 0 0,-1 0 0,0 1 1,0-1-1,1 1 0,-1 0 0,0 0 0,5 0 1,-7 0-1,0 1-1,1-1 1,-1 0 0,0 1 0,1-1 0,-1 1 0,0 0 0,0 0 0,0 0 0,0 0 0,0 0 0,0 0 0,0 0 0,0 1 0,3 2 0,-1 0-36,-1 0 0,1 0 0,-1 1 0,0-1 0,-1 1 0,5 8 0,-1 1-291,-1 1 1,-1 1-1,5 29 0,-5 11-1183,-4-44 311,0-1 1,1 0-1,0 1 1,1-1 0,5 20-1,3-14-3640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36:57.4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6467,'0'0'5506,"139"87"-4369,-104-32-65,-6 15-511,-13 9-241,-10 10-144,-6 3-160,0 4-16,-8 0-1409,-24-2-3441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36:58.7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7 1649,'0'0'11506,"-6"-1"-10428,-11-2-551,21 1 112,35 3 403,-14-1-955,-21-1-74,1 1 1,0 0-1,0 0 1,0 0 0,0 1-1,0 0 1,0 0 0,0 0-1,-1 0 1,1 1 0,0 0-1,-1 0 1,1 0-1,-1 0 1,0 1 0,0-1-1,6 6 1,-3-1-16,0 1 0,0 0 0,0 0 0,-1 1 0,0-1 1,-1 1-1,0 1 0,-1-1 0,1 1 0,-2 0 0,1 0 0,1 11 0,1 14 27,-1 0 0,1 45 0,-1-1 50,6 31 137,-7 186 1,-7-272-75,-1 1 0,-1-1 1,-9 28-1,7-32-8,1 2 1,2-1-1,0 0 1,-2 34-1,6-49-121,0 0 3,0 0 0,0 0-1,1 0 1,-1 0 0,4 10 0,-3-14-6,0 1-1,0-1 1,1 1 0,-1-1-1,1 0 1,-1 0 0,1 0 0,0 0-1,0 0 1,0 0 0,0 0-1,0-1 1,0 1 0,1-1 0,2 2-1,59 27 29,-47-23-11,1 0 1,28 19-1,-44-24-25,1 0-1,-1 0 1,0 0-1,0 0 1,0 0-1,0 1 1,0-1-1,-1 1 1,1 0-1,-1-1 1,0 1-1,1 0 1,-1 0-1,0 0 1,-1 0-1,2 5 1,-1 4-3,0 0 1,-1 0 0,-1 13 0,0 1 15,1-10 9,1 8 9,-2 0-1,0 1 1,-2-1-1,-6 26 1,0-5 19,2 0-1,2 1 1,1 0-1,4 57 1,0-70-14,2-12-15,0-1-1,9 40 1,-6-37-9,-1 0 0,1 28-1,-3-34 0,-2-1-1,0 1 0,-1 0 0,-1 0 1,0-1-1,-1 1 0,-1-1 0,0 1 1,-2-2-1,-10 25 0,0-9-2,1 0-1,2 1 0,2 1 1,0 0-1,-6 44 0,9-41-11,5-22-1,0 1 0,0-1 0,2 0 0,0 0 0,1 28 0,2-36 9,1 1 0,0-1 0,0 0 0,0 1 0,1-2 0,-1 1 0,2 0 0,-1-1 0,8 8 0,7 11 10,51 61-3,-55-69-9,0 0 0,-1 2 0,0 0 0,-2 0-1,0 1 1,11 25 0,-12-16-9,51 141 0,-58-156 11,-2 1 1,0-1 0,-1 1-1,0 0 1,-2 17 0,1-8 10,0-21 1,0-1 1,0 0-1,0 0 0,0 1 1,0-1-1,-1 0 1,1 1-1,0-1 0,-1 0 1,1 0-1,-1 0 0,1 0 1,-1 1-1,1-1 1,-1 0-1,0 0 0,0 0 1,0 0-1,1 0 0,-3 1 1,-10 3-876,-4-4-3305,2-3-2698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37:14.5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413 103 2401,'0'0'7681,"-27"-17"-7030,27 17-651,-114-67 509,109 64-482,1 1 1,0 0-1,-1 0 0,1 0 0,-1 0 0,0 1 0,1 0 0,-1 0 0,0 0 0,0 0 0,0 1 0,0 0 0,0 0 0,1 0 0,-1 1 0,0 0 0,0 0 0,0 0 0,1 0 0,-8 4 0,3-2 14,0 0-8,0 1 0,0-1-1,1 2 1,-1-1 0,1 1 0,0 1 0,1 0 0,-1 0 0,1 0 0,0 1-1,1 0 1,0 0 0,-7 10 0,7-7-15,0-1 1,1 2-1,1-1 0,0 0 1,0 1-1,1 0 0,0 0 0,1 0 1,0 0-1,0 22 0,1-16 1,1-1 0,0 1 0,6 30-1,-5-42-18,1 1-1,-1-1 0,1 0 0,1 0 0,-1 0 0,1 0 0,0 0 1,0 0-1,0-1 0,0 0 0,1 1 0,0-1 0,0 0 0,0-1 1,7 6-1,-1-3 9,1 0-1,0 0 1,0-1 0,0 0 0,1-1 0,-1 0 0,1-1-1,15 2 1,-2-2 26,-1-1 0,1-1-1,27-2 1,-46 1-7,-1-1 0,0 0 0,0 0 1,1 0-1,-1-1 0,0 0 0,0 0 0,-1 0 0,1 0 0,0-1 0,-1 0 0,1 0 1,-1 0-1,0 0 0,0-1 0,0 1 0,-1-1 0,1 0 0,-1-1 0,0 1 0,0 0 0,4-10 1,-1 2 139,-2 1 1,0-1 0,0-1 0,-1 1 0,0 0 0,-1-1 0,-1 0 0,0-19-1,1 5 246,-1 19-237,-1 1 0,1-1 0,-1 0 0,-1 0 0,1 0 0,-1 0-1,0 1 1,-1-1 0,-3-8 0,4 16 85,0 6-170,2 9-94,0 1 0,1-1 0,0 0 0,2 1 0,0-1 0,0 0-1,1-1 1,1 1 0,1-1 0,0 0 0,13 19 0,-13-23-77,0-1 1,0 1-1,1-2 1,0 1-1,1-1 0,0-1 1,0 1-1,1-1 1,-1-1-1,2 0 1,-1 0-1,1-1 1,-1-1-1,1 0 0,1 0 1,14 3-1,7-3-1755,-1-2-1,40-2 1,-35 0-809,20 0-2596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37:15.0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32 5250,'0'0'7991,"-12"-5"-7127,-36-16-258,35 16-83,22 5-458,0 1 1,0 0-1,0 1 1,0 0-1,11 5 0,16 3 175,72 10-51,-56-11-97,0 1 0,-1 2 0,79 31 1,-129-42-90,-1 0 1,1-1 0,-1 1 0,1-1 0,-1 1 0,0-1 0,1 1 0,-1 0-1,0-1 1,0 1 0,1 0 0,-1-1 0,0 1 0,0 0 0,0 0 0,0-1 0,0 1-1,0 0 1,0 0 0,0-1 0,0 1 0,0 1 0,-4 17 157,-2-9-108,0 0 0,-1 0 0,0 0 1,0-1-1,-16 15 0,-2 3 36,-5 8 10,1 0-1,2 2 0,1 1 0,-21 41 0,44-73-95,1-1 0,0 1 0,0 0-1,-2 11 1,4-15-75,0-1 0,0 0-1,-1 0 1,1 1 0,0-1 0,0 0 0,0 1-1,0-1 1,1 0 0,-1 1 0,0-1-1,0 0 1,1 0 0,-1 1 0,1-1 0,-1 0-1,1 0 1,0 0 0,-1 0 0,1 0 0,0 0-1,0 0 1,0 0 0,0 0 0,-1 0-1,1 0 1,1 0 0,-1 0 0,0-1 0,1 2-1,12 1-1352,0 0 0,0 0 0,1-1 0,-1-1 0,28-1 0,-41 0 1299,45 0-4433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37:15.4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297 1 3362,'0'0'8724,"-3"2"-8196,-18 32-176,-8 7-16,-6 7 160,-5 2-112,0-1-255,2-1-97,3-7-32,11-3-209,6-4-1183,7-5-1618,8-3-1472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37:15.7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 6211,'0'0'8292,"0"-9"-7972,0 25-288,0 13 128,2 7 304,9 5-96,2 3-128,-5 4-208,3 2-32,2 8-608,-2 2-2209,-3 5-2610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37:16.9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3362,'0'0'4180,"2"28"-3508,10 91-66,9 130 3084,-18-237-3285,3-13 293,4-18 37,-5 7-701,0 0 1,1 0-1,1 1 0,-1-1 1,2 1-1,0 1 1,0 0-1,13-13 0,-15 18-44,0 0-1,0 0 1,1 0-1,0 1 1,0 0-1,0 0 1,0 1-1,1 0 1,-1 0-1,1 1 1,0-1-1,0 2 1,0-1-1,15 0 1,-10 2-30,-1 0 1,1 1-1,16 2 1,-24-2 31,0 1 1,1-1-1,-1 1 0,0 0 1,0 1-1,0-1 0,0 1 1,0 0-1,7 6 0,-3-1-6,0 0 0,-1 1 0,0 0 0,0 0 0,-1 1 0,0 0 0,9 18-1,-12-21 9,-1 0-1,-1 0 1,0 0-1,0 0 0,0 0 1,-1 1-1,0-1 1,0 0-1,0 1 0,-1-1 1,-1 1-1,1-1 0,-4 15 1,2-17 17,0 1 0,-1-1 0,0 0 0,0 0 0,0 0 0,-1 0 0,0-1 0,0 1 0,0-1 0,0 0 0,0 0 0,-1 0 0,0-1 0,0 0 0,0 0 0,0 0 0,-11 4 0,-1 0 47,-1 0 0,1-1 0,-1-1 0,-29 4 0,19-6 195,-1-1-1,-48-2 1,72-1-230,1 1 0,0-1 0,-1 0 0,1 0 0,0 0 0,0-1 0,0 0 0,0 0 0,0 0 0,0 0 0,1 0 1,-1-1-1,1 1 0,-1-1 0,1 0 0,0 0 0,0-1 0,0 1 0,1 0 0,-1-1 0,1 0 0,0 0 0,0 1 0,0-1 1,0 0-1,1-1 0,-1 1 0,1 0 0,0 0 0,1-1 0,-1 1 0,1 0 0,0-1 0,0 1 0,0 0 0,1-8 0,0 10-127,0 0 0,0 0 0,0 0-1,0 1 1,0-1 0,0 0-1,0 1 1,1-1 0,-1 1 0,1-1-1,-1 1 1,1 0 0,-1-1-1,1 1 1,0 0 0,0 0 0,-1 0-1,1 0 1,3 0 0,42-13-2725,-34 11 1650,39-9-3765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37:17.4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 6979,'0'0'7444,"3"-2"-6873,-1 1-562,0 0 0,0 0 0,0 0 0,0 0 0,0 1 0,0-1 0,0 1 1,0 0-1,0 0 0,0-1 0,0 1 0,0 1 0,0-1 0,1 0 0,-1 0 1,0 1-1,3 1 0,43 15 65,-31-10-32,54 20 25,-26-12-26,-2 3-1,47 25 1,-86-41-41,0 0 1,-1 0-1,1 1 0,-1-1 1,1 1-1,-1 0 0,0 0 0,0 0 1,0 1-1,-1-1 0,1 0 1,-1 1-1,0 0 0,0 0 1,0 0-1,0 0 0,-1 0 0,1 0 1,-1 0-1,0 0 0,0 0 1,-1 1-1,0-1 0,1 0 1,-1 1-1,-1 6 0,1-7 2,0-1 27,1 1 0,-1 0 1,0-1-1,0 1 1,-1-1-1,1 1 0,-1 0 1,0-1-1,0 1 1,0-1-1,0 1 0,-1-1 1,1 0-1,-1 0 1,0 0-1,0 1 1,0-2-1,-3 5 0,-22 19 512,-53 40-1,-10 8-117,79-64-408,1 1 0,0 1 0,0-1-1,1 2 1,-11 18 0,18-26-64,0 0-1,0 0 1,0 0 0,1 0-1,0 0 1,0 0 0,-1 9-1,2-12-138,0 0 0,0 0-1,0 0 1,0 0-1,0 0 1,0 0-1,1 0 1,-1 0 0,1 0-1,-1 0 1,1 0-1,0 0 1,0-1-1,-1 1 1,1 0 0,1 0-1,-1-1 1,0 1-1,0-1 1,1 1-1,-1-1 1,1 1 0,1 0-1,1 0-544,0 0 0,0 0 0,0-1 1,0 1-1,1-1 0,5 1 0,36 2-6556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37:17.7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0 7684,'0'0'8996,"-3"36"-8596,3 10 240,0 2-208,11 5-176,0 2-256,5 5-80,3 8-1536,-1 2-2402,-7 4-3426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37:55.4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0 1185,'0'0'6074,"-3"0"-5388,3 0-734,-20 2 1570,19-3-1380,0 1-1,0 0 0,1 0 0,-1 0 0,0 1 0,0-1 0,1 0 0,-1 0 0,0 0 0,0 0 1,1 1-1,-1-1 0,0 0 0,0 1 0,1-1 0,-1 1 0,1-1 0,-1 1 0,0-1 0,1 1 1,-1-1-1,1 1 0,-2 1 0,2-2 187,9-1-255,-1 0 0,0 0 0,0 1 1,1 0-1,9 2 0,8-1 27,143-1 911,-182 0-985,-12-1 1,0 1 0,0 2-1,0 0 1,0 2 0,-30 8 0,-1 7-33,51-19 6,4 0-37,8 0-168,157 0 306,-163 0-109,-4 0 14,0-1-1,0 1 1,0 0-1,0-1 1,0 1 0,0 1-1,0-1 1,-3 1-1,-4-1 17,-27 0 21,36 0-75,2 0-876,1 0 955,-1 0 0,1 0 0,-1 0 0,0 1 0,1-1 1,-1 0-1,0 1 0,1-1 0,-1 0 0,0 1 0,1 0 0,-1-1 1,2 2-1,2 3 46,-1 1 0,1 0 1,-1 0-1,-1 0 1,1 0-1,-1 0 0,0 1 1,0-1-1,-1 1 0,4 14 1,-4-1 312,0 0 1,0 33-1,-2-51-398,10 157 648,-10-152-1493,3 9-2911,5-10-2930,0-6 480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37:55.8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214 1 2545,'0'0'8311,"-17"1"-7268,7-1-887,4-1-89,0 1-1,0 0 1,0 1-1,0-1 1,0 1 0,0 0-1,0 1 1,0-1-1,0 1 1,0 1 0,1-1-1,-1 1 1,1-1 0,0 2-1,0-1 1,0 0-1,-8 9 1,4-1 71,1 0-1,1 0 1,0 1-1,0 0 1,1 0-1,1 1 1,0-1-1,1 1 1,0 1-1,-2 13 1,3-4-42,0 0 1,1 0-1,2 0 1,0 1-1,4 25 1,-2-39-90,1 1 0,0-1 0,0 0 0,1 0 0,0 0 0,0-1 0,1 1 1,1-1-1,0 0 0,0 0 0,0-1 0,1 0 0,1 0 0,-1 0 0,11 6 0,-8-5-411,0-1 0,1-1 0,0 0 0,1-1 0,0 0 0,0-1 0,0 0 0,0-1-1,1 0 1,0-1 0,24 3 0,11-5-3069,-2-1-1039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37:56.3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6739,'0'0'5707,"2"24"-4560,6 79-229,3-12 447,-7-66-492,1 44-1,-5-68-341,0-9 408,0-7-894,1 1 0,0-1-1,1 1 1,0 0-1,1 0 1,1 0-1,1 0 1,6-15-1,-8 22-52,0 1 0,1 0 0,0 0 0,0 1 0,0-1 0,0 1 0,1 0 0,0 0 0,0 0 0,1 1 0,-1 0 0,1 0 0,0 0 0,0 1 0,0-1 0,0 1 0,1 1 0,-1-1 0,11-1 0,-12 3-12,1-1 1,-1 2 0,1-1-1,-1 1 1,1 0 0,-1 0-1,1 0 1,5 2 0,-8-2 6,0 1 1,-1 0-1,1 0 1,-1 0-1,1 1 1,-1-1-1,1 1 0,-1-1 1,0 1-1,0 0 1,1 0-1,-1 0 1,-1 0-1,1 0 1,0 0-1,2 5 1,1 2-8,0 0-1,-1 0 1,0 1 0,-1 0 0,0 0 0,-1 0 0,0 0-1,1 12 1,-1 86-1217,-2-66-183,-3 9-1003,1 0-3515,2-28 1394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37:56.6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1745,'0'0'10802,"18"18"-9857,0-2-731,-6-6-59,0 2 1,0-1-1,-1 1 0,-1 1 0,0 0 0,0 0 1,-2 1-1,12 24 0,-5 0 129,-1 2 0,-2 0-1,-2 1 1,-1 0 0,-3 0 0,-1 0-1,-1 69 1,-4-102-267,-1 0 0,0 0 0,0 0 0,-1-1-1,0 1 1,0 0 0,-1 0 0,0-1 0,0 0-1,-1 0 1,-7 12 0,3-9-430,0 1 1,0-2-1,-1 1 1,0-2-1,-1 1 0,-16 10 1,8-9-3081,8-8-1282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37:57.0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5 6819,'0'0'8324,"-3"5"-7972,24-5-176,11 0 240,6 0-224,-1-2-47,-5-3-145,-8 3-289,-7 2-1391,-9 0-1234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37:57.3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0 2577,'0'0'10645,"-62"36"-9797,62-31-127,0-3-145,11 1-160,13-1-176,11-2-96,8 0-144,2 0-80,0-2-1488,4-3-1490,-7 3-1216,-4 2-1264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38:05.6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36 2385,'1'0'12583,"22"0"-12501,25-2 156,69-13 0,17-1 19,-102 13-219,-31 3 68,-14 0 25,-193 0-75,205 0-93,13 1-470,48 6 528,-60-7-142,0 0 1,0 1-1,0-1 0,1 0 1,-1 1-1,0-1 0,0 1 1,0-1-1,0 0 0,-1 1 1,1-1-1,0 0 0,0 1 1,0-1-1,0 1 0,0-1 1,0 0-1,-1 1 0,1-1 1,0 0-1,0 1 0,0-1 1,-1 0-1,1 0 0,0 1 1,0-1-1,-1 0 0,1 0 0,-1 1 1,-18 8-1959,-1 0 0,1-2 0,-39 10 0,48-16 2369,0 0-1,0 0 1,-16-1-1,13 0 2851,7-1 133,8-1-1930,13-3-1146,96-11 378,116-1 0,-488 17 1284,261 0-1611,31 2-274,53-3-1,-29 0 83,-8 1 2503,-44 91-2501,5 0 1,24 111 0,-31-196-120,-1-3 12,0-1-1,0 1 1,0-1-1,1 1 1,-1-1-1,1 0 1,0 1 0,0-1-1,0 0 1,0 0-1,0 0 1,0 0 0,3 3-1,5-6-5955,0-9-652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38:05.9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1 7027,'0'0'8217,"-17"31"-7590,-56 106 43,64-119-530,2 1 1,0 0-1,1 1 1,1-1-1,1 1 0,1 0 1,1 0-1,0 0 1,1 0-1,3 22 1,-2-5 53,0-15-135,1 0 0,1 0 0,1 0 0,11 38 0,-10-46-51,1 0-1,1-1 1,0 0-1,1 0 1,0 0-1,1-1 1,0 0 0,14 14-1,-12-15-154,1-1 0,0-1 1,0 0-1,1 0 0,0-1 0,1-1 0,0 0 0,0 0 0,0-2 0,1 1 0,0-2 1,20 5-1,7-2-2024,1-2 1,0-2-1,43-2 1,9-1-5882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38:08.4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165 69 3362,'0'0'7374,"0"-14"-5963,-2-12-1077,1-3 2567,5 59-1467,22 134-341,-5-38-508,-16-86-452,4 20 353,1 77-1,-14-137-255,-8-4-198,0 0 1,0 0-1,0-1 1,1-1-1,-1 0 0,-17-13 1,5 4-41,13 9-177,1 0 1,0-1-1,0 0 1,1-1 0,0 0-1,-16-18 1,22 22-255,0 0 0,0-1-1,1 0 1,0 1 0,-1-1-1,2 0 1,-3-8 0,3 7-507,0 0 0,0 0 1,1 0-1,0 0 0,0 0 0,0 0 0,3-9 1,8-19-6267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38:08.8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27 800,'0'0'7380,"-3"0"-6332,-18 0 4109,27 0-5002,170-11 164,9 0-174,-124 9 215,-34 0-1327,0 1-3610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38:09.3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4930,'0'0'7193,"0"2"-6481,0 15-197,1 0-1,0 0 1,1 0-1,1 0 0,6 18 1,0-8-68,-1 0-1,-2 0 1,0 0-1,2 53 1,-8-80-116,2-10-208,-1 1-1,-1-1 1,1 0 0,-3-17 0,0-4-113,2 22-17,0 0 1,1-1-1,0 1 1,1 0-1,0-1 0,0 1 1,1 0-1,4-11 1,-4 14-4,0 1 0,1-1 1,0 1-1,0 0 1,0 0-1,0 0 1,1 0-1,0 1 0,0 0 1,0 0-1,0 0 1,12-6-1,-13 8-2,0 0 1,0 0-1,0 0 1,0 0-1,1 1 1,-1 0-1,0 0 0,1 0 1,-1 0-1,1 1 1,-1-1-1,1 1 0,-1 0 1,1 1-1,0-1 1,-1 1-1,0 0 0,1 0 1,-1 0-1,1 1 1,-1-1-1,0 1 1,0 0-1,0 0 0,0 1 1,0-1-1,-1 1 1,1 0-1,-1 0 0,1 0 1,-1 0-1,0 1 1,0-1-1,-1 1 1,1 0-1,-1 0 0,4 7 1,0 4-235,-1-1 0,0 1-1,0 0 1,-2 1 0,0-1 0,-1 1 0,0-1 0,-1 26 0,3 29-3318,1-49-259,2-5-1379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38:09.6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7363,'0'0'6659,"19"19"-5703,62 68-225,-73-78-624,-1 1 1,0 1-1,0-1 1,-1 1 0,-1 0-1,0 1 1,0-1 0,4 18-1,-4-11 37,5 17 80,-2 0-1,-1 0 1,-2 1 0,-1-1-1,-2 51 1,-3-70-214,0-1-1,-1 1 1,-1-1 0,0 0-1,-1 0 1,-1 0-1,0-1 1,-1 1 0,0-1-1,-2 0 1,1-1 0,-13 17-1,8-15-1531,0 0-1,-27 25 1,30-34-3496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38:10.0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78 6563,'0'0'8276,"-4"0"-7300,-7 0-352,18 0-155,31 0 10,8 0-155,0-3-1,0-1 1,-1-3 0,58-15 0,-76 15-361,-17 5-167,-1 0 1,0-1-1,1 0 0,-1 0 0,14-8 1,-42 3-11224,-9 6 5171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38:10.3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5 2753,'0'0'11811,"-3"-2"-11179,3 2-622,0-1 0,0 1 0,0 0 0,-1 0 0,1 0 0,0-1 0,0 1 0,-1 0 0,1 0 0,0 0 0,0 0 0,-1 0 0,1 0 0,0 0 0,-1 0 0,1-1-1,0 1 1,0 0 0,-1 0 0,1 0 0,0 0 0,-1 0 0,1 1 0,0-1 0,0 0 0,-1 0 0,1 0 0,0 0 0,0 0 0,-1 0 0,1 0 0,0 0 0,0 1 0,-1-1 0,1 0 0,0 0 0,0 0-1,-1 1 1,1-1 0,0 0 0,0 0 0,0 0 0,0 1 0,-1-1 0,1 0 0,0 0 0,0 1 0,0-1 0,0 0 0,0 1 0,0-1 0,0 0 0,-3 28 544,11 37 459,10 21-21,-1-10-729,12 127 0,-28-174-842,-1-20-120,0-1-1,0 1 0,1 0 0,0-1 1,1 1-1,0-1 0,4 12 0,6 1-4152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38:11.2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 39 112,'0'0'4640,"-6"2"-3363,-81 13 5492,82-13-5445,5 0-573,8-1-614,36-2-35,1-1 0,73-14 0,-78 7-26,15-3 188,57-5-1,-103 16-161,-8 1 527,-32-2-489,0 1 0,-1 2 0,-37 5 1,-14 4-113,-107 10 42,246-19 48,115-1-73,-19-14 107,-143 13-516,-15 0 2177,-10 1-3658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38:11.6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374 80 6307,'0'0'7787,"-5"-12"-6911,1 2-736,0 0 0,-1 0 0,-6-10 0,9 18-116,-1 0 0,1 1-1,0-1 1,0 1 0,-1-1 0,1 1 0,-1 0 0,1 0 0,-1 0 0,1 0 0,-1 0 0,0 1-1,1-1 1,-1 1 0,0 0 0,0-1 0,1 1 0,-1 1 0,0-1 0,1 0 0,-5 2-1,-7-2 49,2 0-38,1 1-1,-1 0 0,0 0 0,1 1 0,0 1 0,0 0 0,0 0 1,0 1-1,0 0 0,0 1 0,1 1 0,0-1 0,0 2 1,1-1-1,0 1 0,0 1 0,0-1 0,1 2 0,0-1 1,1 1-1,0 0 0,0 1 0,1-1 0,0 1 0,0 1 1,1-1-1,-5 18 0,7-16-16,0 0 0,1 0 1,1-1-1,0 2 0,0-1 0,2 14 1,0-19-13,-1-1 0,1 0 0,1 1 0,-1-1 0,1 0 0,0 0 0,1 0 0,-1 0 0,1-1 1,0 1-1,0-1 0,1 1 0,4 4 0,1-1 4,0-1 1,1 0-1,1 0 1,-1-1-1,1 0 0,0 0 1,0-2-1,1 1 1,0-2-1,0 1 0,0-2 1,23 5-1,7-2 217,1-3-1,63-1 0,-63-3 164,-36 1-281,0 0 0,0-1-1,0 0 1,8-2 0,-13 2-54,1 1 0,-1-1 0,0 0-1,0 0 1,0 0 0,1 0 0,-1 0 0,0 0 0,0-1 0,-1 1-1,1-1 1,0 1 0,0-1 0,-1 0 0,3-3 0,-3 5-73,-1-1 1,0 0-1,0 1 1,1-1-1,-1 1 1,0-1-1,0 0 1,1 1 0,-1-1-1,0 0 1,0 1-1,0-1 1,0 0-1,0 1 1,0-1-1,0 0 1,0 1-1,-1-1 1,1 0-1,0 1 1,0-1-1,0 0 1,-1 1-1,1-1 1,-1 0 0,0 0-355,1 0 0,-1 0 0,0 0 0,0 0 0,0 0 1,0 1-1,-1-1 0,1 0 0,0 1 0,0-1 0,-3 0 0,-20-6-6824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1:26.0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148 545 2001,'0'0'6878,"-19"-1"-5904,-9 0-479,-17-1-67,-10 1 3990,60 1-4269,523-20 454,420-117 1442,-641 87-1558,1414-181 889,-1106 145-1029,-603 84-205,-9 1 49,1 1 1,-1-1-1,0 1 0,0-1 0,0 0 0,0 0 0,0 0 0,6-4 0,-9 2-21,-10 21-13759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2:32.3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34 768,'0'0'7142,"-4"-1"-6136,-16-1-291,-11-2 3763,31 4-4424,21 0-93,234-14 1407,-222 9-1167,-9 1 4,29 0 0,-215 9-85,162-5 6,23 324 1154,-14-129-2523,-10-194 990,1 0 0,0 0 0,0 0 0,0 1 0,0-1 0,0 0 0,0 0 0,1 0 0,-1 0 0,0 1 0,0-1 0,1 0-1,-1 0 1,1 0 0,-1 0 0,1 0 0,-1 0 0,1 0 0,0 0 0,0 0 0,-1 0 0,1-1 0,0 1 0,0 0 0,0 0 0,1 0 0,18 5-5731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2:32.7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196 1 6755,'0'0'6336,"-24"15"-5951,-7 4-39,-38 33 1,64-47-280,-1 0 1,2 1-1,-1-1 0,1 1 0,0 1 0,0-1 1,0 0-1,1 1 0,0 0 0,1-1 0,-1 1 1,1 0-1,1 1 0,-1-1 0,0 9 0,-1 4 80,-4 32 355,2-1-1,2 86 1,4-92-460,-1-31-20,0 0-1,2 0 0,0 0 0,0-1 0,1 1 0,1 0 0,0-1 0,1 0 0,0 0 0,14 22 0,-14-27-108,0-1 0,1 1 0,0-1 0,1 0 0,-1-1 0,1 1-1,1-1 1,-1-1 0,1 1 0,0-1 0,0-1 0,0 1 0,1-2-1,-1 1 1,1-1 0,0 0 0,12 2 0,3-2-1362,1-1 0,-1-2 1,32-1-1,11-5-3460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2:33.0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 6355,'0'0'6726,"13"22"-5686,41 76-122,-48-84-702,0-1 0,-1 1 0,-1 0 0,-1 0 0,0 1 0,0-1 0,-1 1 0,-1-1 0,-1 1 0,-2 27 0,1 0 407,1-41-594,0 0 1,0-1 0,0 1 0,0 0 0,0 0-1,0 0 1,0-1 0,0 1 0,0 0 0,0 0 0,0 0-1,-1-1 1,1 1 0,0 0 0,0 0 0,-1-1-1,1 1 1,-1 0 0,1-1 0,-1 1 0,1 0 0,-1-1-1,1 1 1,-1-1 0,1 1 0,-1-1 0,0 1-1,1-1 1,-1 1 0,0-1 0,1 0 0,-1 1 0,0-1-1,0 0 1,1 0 0,-1 1 0,0-1 0,0 0-1,1 0 1,-1 0 0,0 0 0,0 0 0,0 0 0,1 0-1,-1 0 1,0 0 0,0-1 0,0 1 0,1 0-1,-2-1 1,-1-7 322,1-7-336,1-1 0,1 1 0,1 0 0,0 0 0,0-1 0,2 1 0,0 0 1,1 0-1,0 1 0,1-1 0,1 1 0,0 0 0,1 0 0,9-13 0,-6 13-25,1 0 0,0 1 0,1 0 0,0 1 0,1 0 1,27-19-1,-32 26-5,0 1 0,0 0 0,0 0 0,0 0 1,1 1-1,-1 0 0,1 1 0,0 0 0,-1 0 1,1 1-1,0 0 0,0 1 0,0 0 0,0 0 1,11 2-1,-16 0 6,0-1 0,0 0 1,-1 1-1,1-1 0,0 1 1,-1 0-1,0 1 0,1-1 1,-1 0-1,0 1 0,0 0 1,0 0-1,-1 0 0,1 0 1,-1 0-1,0 0 0,1 1 1,-1-1-1,-1 1 0,3 5 1,2 4-33,-2 0 0,0 1 0,0 0 0,2 22 1,1 36-1733,-6 110 1,-2-90-3829,1-54 918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2:33.4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140 1 6723,'0'0'5106,"45"170"-3521,-40-88-336,-5 7 191,0 3-479,-8-8-273,-21-10-512,-6-6-16,-2-10-96,2-13-128,6-9-864,13-19-2017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2:33.8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 1 8084,'0'0'9556,"-2"2"-9236,34-2-96,5 0-112,3 0-112,-8 0-96,-2 0-1536,-6 0-850,-8 0-1535,-8 0-1234</inkml:trace>
  <inkml:trace contextRef="#ctx0" brushRef="#br0" timeOffset="1">16 184 5378,'0'0'11494,"-16"7"-11062,16-2-240,11-1 32,18 1 240,11-5-240,6 0-176,-1 0-48,3 0-576,-5-2-1889,-6-3-1329,-4 0-2785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2:34.7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 13 2673,'0'0'9023,"-15"0"-7734,-30 0-490,34 0-270,41 0-155,234-9 2083,-225 6-2254,-28 3-18,-19-1-109,-36 2-79,20-1 27,-29 0 75,53 0 125,0 5-285,8 249 821,5-30-413,-13-223-463,1 0 0,-1-1 0,0 1-1,0 0 1,0 0 0,0 0 0,1-1 0,-1 1 0,0 0 0,1 0-1,-1-1 1,1 1 0,-1 0 0,1-1 0,-1 1 0,1 0 0,-1-1-1,1 1 1,0-1 0,-1 1 0,1-1 0,0 1 0,-1-1 0,1 0-1,0 1 1,0-1 0,-1 0 0,1 1 0,0-1 0,0 0-1,1 0 1,29 2-4025,-24-2 3094,34 0-3604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2:35.1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172 0 7603,'0'0'7161,"-16"14"-6910,12-11-239,-5 5 53,-1 0-1,1 0 0,1 0 1,0 1-1,0 1 0,1-1 0,0 1 1,1 1-1,0-1 0,0 1 1,1 0-1,-6 19 0,-4 33 375,3 0-1,-5 89 1,10 131 665,7-246-1009,1 1 0,3-1 0,11 53 0,-10-71-84,0 1-1,2-1 1,0-1 0,2 1 0,0-1 0,1-1 0,0 0 0,15 17 0,-12-18-61,1-1 0,0-1 0,1-1 0,1 0 0,0 0 0,0-2 0,1 0 0,1-1 0,0-1 0,0-1 0,23 8 0,-8-6-1262,1-1 0,0-2-1,1-2 1,-1 0 0,56-2-1,-21-3-3163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2:35.5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0 2545,'0'0'9100,"0"12"-8502,10 175 2758,-8-157-2486,0 34 1,-3-42-243,0-22-546,0 1 0,0-1 0,0 1 0,0-1 0,0 1 0,-1-1 0,1 0-1,0 0 1,0 0 0,-1 0 0,1 1 0,0-2 0,0 1 0,-1 0 0,1 0 0,0 0 0,0 0 0,0-1-1,-3 0 1,3-1-51,0 1 1,0-1-1,1 0 0,-1 0 0,0 1 0,1-1 0,-1 0 0,1 0 0,0 0 0,-1 0 1,1 1-1,0-1 0,0 0 0,0 0 0,1-3 0,-1-3 26,0-7-18,1 0 0,0-1 0,5-23 0,-4 32-43,0 1 0,0-1 0,1 1 0,-1 0 0,1 0 0,1 0 0,-1 1 0,1-1 0,0 1 0,9-9 0,-3 4-8,1 1 0,0 0 0,0 1 0,1 0 0,0 1 0,21-10 0,-24 14-2,-1-1 0,1 2 0,0-1 0,0 1 0,-1 0 0,2 1-1,-1 0 1,0 1 0,0 0 0,0 0 0,13 2 0,-19-1 6,1 0 0,-1 1 0,0-1 0,0 1 0,0 0 0,0 0 0,0 0 0,0 0 0,0 0 0,-1 1 0,1-1 0,-1 1 0,1-1 0,-1 1 0,0 0 1,0 0-1,0 0 0,-1 0 0,3 7 0,2 3-14,-2 1 1,1 0-1,3 23 0,-3 6-127,-2 1 0,-3 71 0,-2-43-1239,2-50 458,0 24-2163,0-43 2567,1 0 0,-1 0 1,1 0-1,0 0 0,0 0 0,0 0 0,0 0 0,1 0 1,-1 0-1,1-1 0,2 5 0,19 10-5911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2:35.8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0 6355,'0'0'7139,"-3"29"-7011,3 10 625,0 2-337,0 0-112,0 0 0,0-3-304,0-4 0,0-3-16,0-5-1505,0-6-1728,0-8-1601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2:36.2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230 0 5699,'0'0'6995,"-61"159"-5859,34-101-527,6 0-65,-1-3-96,4-5-272,2-4-16,0-5-144,2-2-32,1-6-48,2-4-1889,6-5-1808,0-7-3011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2:36.6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6467,'0'0'7091,"17"4"-6144,54 20-248,-69-23-659,1 0-1,-1 1 1,0-1-1,1 1 1,-1-1-1,0 1 0,0 0 1,0 0-1,0 0 1,0 0-1,-1 0 1,1 0-1,-1 1 0,1-1 1,-1 0-1,0 1 1,0-1-1,2 6 1,-2-1 25,0-1 0,0 1 0,-1 0 0,1 0 0,-2 9 0,0 1 169,1-12-126,0 1 0,-1-1 0,0 0 0,0 0-1,0 0 1,0 0 0,-1 0 0,0 0 0,0 0-1,0 0 1,-1-1 0,1 1 0,-1-1 0,0 0 0,-1 0-1,1 0 1,-1 0 0,1 0 0,-1-1 0,0 1-1,0-1 1,-1 0 0,1-1 0,-1 1 0,0-1 0,1 0-1,-1 0 1,-7 2 0,19-5 96,1 0-1,-1 1 1,1 0 0,11 1-1,16 0-159,11-5-84,1-1-1,-1-2 1,45-14 0,1-11-2993,-56 15-848,-6 0-1823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2:36.9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177 1 6835,'0'0'7209,"11"5"-6596,10 6-390,-1 1-1,0 1 0,-1 0 0,0 2 1,-1 0-1,0 1 0,-2 1 1,0 0-1,-1 1 0,0 1 0,-2 0 1,0 1-1,-1 0 0,-1 1 0,10 30 1,-13-25-154,-2 0 1,0 0 0,2 38 0,-5 82 128,-5-112-142,-1 0-1,-1-1 1,-3 1-1,0-1 1,-2 0 0,-2-1-1,-1 0 1,-28 54-1,21-51-67,-2-2-1,-1 0 1,-1-1-1,-2-2 1,-1 0-1,-2-2 1,-41 34-1,56-51-768,-1-1-1,1 0 0,-2-1 1,1-1-1,-1 0 0,-19 7 1,29-14-637,-1 0 0,0 0 0,0 0 1,-11-1-1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2:37.3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20 3810,'0'0'9743,"-13"1"-9044,8-1-605,-31 4 225,30-1-25,26 0 253,327 0 2462,-336-3-3028,-7 0-37,0 0 0,1 0 0,-1 0 0,0-1 0,0 1 0,0-1 0,1 0 0,-1 0 0,4-2 0,-7 2-83,-1 1-1,0-1 1,0 1 0,0 0-1,1-1 1,-1 1 0,0 0-1,0-1 1,0 1-1,0-1 1,0 1 0,0 0-1,0-1 1,0 1-1,0-1 1,0 1 0,0-1-1,0 1 1,0 0 0,0-1-1,0 1 1,0-1-1,-1 1 1,1 0 0,0-1-1,0 1 1,0 0-1,-1-1 1,1 1 0,0 0-1,0-1 1,-1 1 0,1 0-1,0-1 1,-1 1-1,1 0 1,0 0 0,-1 0-1,1-1 1,0 1-1,-1 0 1,1 0 0,-1 0-1,1 0 1,0-1 0,-1 1-1,1 0 1,-1 0-1,-25-11-5155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2:37.7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13 4882,'0'0'9839,"-4"-2"-8934,3 1-724,1 0-101,-1 0 0,0 0 1,0 0-1,0 1 0,0-1 1,0 0-1,0 1 0,0-1 0,0 0 1,0 1-1,0 0 0,-2-1 1518,2 2-1583,1 1 0,0-1 0,-1 1 0,1-1 0,0 1 0,0-1 0,0 1 0,0-1 0,0 1 0,1 2 0,0 3 7,2 38 229,2 0 0,17 73-1,-7-47-119,16 147 182,-27-125-8016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2:38.0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15 704,'0'0'11670,"16"0"-11670,9 0 0,9 0-80,4-5-1665,-14-5-4386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2:38.7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 1 1169,'0'0'6979,"-5"1"-5803,-6 5-191,13-4 795,25-1 1037,-9-2-3367,364 1 2135,-839 0-534,411 3-440,45-3-366,8 0-199,428 2 783,-598 10-814,13 0 82,19-12 920,130 0-924,9-1-100,0 0 0,0 0-1,-1 1 1,1 0 0,10 2-1,9-1-33,97-1-2383,-40 0-4941,-31 0 255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2:39.1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414 64 6979,'0'0'6811,"-30"-11"-5631,-103-32-463,127 40-677,-1 2 0,0-1 0,0 1 0,0 0 0,0 0 0,0 1 0,0 0 0,0 0 0,0 1 0,1 0 0,-1 0 0,0 0 0,-13 6 0,11-3 8,1 1 0,0 0 0,0 1 0,0 0 0,1 0 0,-13 15 1,12-13-10,1 0 1,0 0-1,1 1 1,0-1-1,0 2 1,1-1 0,0 0-1,1 1 1,0 0-1,0 0 1,1 1-1,1-1 1,-1 0 0,2 1-1,0 0 1,0-1-1,1 19 1,0-25-24,1 0 0,0 1 0,0-1-1,0 0 1,0 0 0,0 0 0,1 0 0,0 0 0,0 0 0,0 0 0,0 0 0,1-1-1,4 5 1,-2-2 38,1-1 1,0 1-1,0-1 0,0-1 0,1 0 0,-1 1 0,9 2 0,2 0 112,1 0-1,0-1 1,1-1 0,0 0-1,29 2 1,-10-3-7,0-1 0,0-2 0,0-1 0,55-8 0,-88 7-178,1 0 1,-1 0 0,1-1 0,-1 1 0,0-1-1,0 0 1,1 0 0,-2-1 0,1 0-1,0 1 1,6-6 0,-11 7-332,2-3-73,-13 2-4340,-29 2-2963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2:50.3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3378,'0'0'12237,"3"1"-11847,-1-1-359,-1 1 1,1 0 0,-1 0-1,0-1 1,1 1 0,-1 0-1,0 0 1,0 1 0,1-1-1,-1 0 1,0 0 0,0 1-1,0-1 1,0 0 0,-1 1-1,1-1 1,0 1 0,-1-1-1,1 1 1,0 2 0,12 43 651,-8-28-351,8 29 63,26 96 740,-33-114-1454,-1 1 1,1 57-1,-6-84-348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2:51.2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5 0,'0'1'11723,"0"16"-11219,5 272 4666,-5-288-4759,0-14 192,0-287 387,13 709-398,-10-326 654,-3-142-1202,-4-1-1,-13-72 1,6 76-92,-12-78-64,22 125 88,0 120-615,3 122-1660,-2-229 1726,1 0 0,-1-1 0,1 1-1,0 0 1,0 0 0,0-1 0,0 1 0,1-1-1,-1 1 1,1-1 0,0 1 0,0-1 0,4 5-1,12 8-7088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2:51.6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460 0 7043,'0'0'5248,"18"24"-3359,-6-10-1593,3 5 17,-1 0-1,0 1 1,-1 0-1,-1 1 0,-2 0 1,0 1-1,11 32 1,-9 1 181,-1 1 0,-3 0 0,-2 0 0,-3 93 0,-4-116-392,-1-1 0,-1 1-1,-2-1 1,-1 0 0,-1-1 0,-2 1-1,-23 54 1,3-27-70,-3-2 0,-1-1 0,-4-1 0,-1-3 0,-3 0 0,-2-3 0,-77 68 0,115-113-77,-72 59-194,69-57-252,0-1 0,0 0 0,-1-1 0,1 0 0,-1 0 0,0-1 0,-19 4-1,27-7 221,0 1-1,-1-1 1,1 0-1,-1 0 1,1 0-1,0 0 0,-1 0 1,1 0-1,0 0 1,-1 0-1,1-1 0,0 1 1,-1 0-1,-1-2 1,2 1-294,0 0 0,0 0 0,0 0 0,0 0 0,0 0 0,1 0 0,-1-1 0,0 1 1,1 0-1,-2-4 0,2 5 552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2:52.1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49 5507,'0'0'10226,"0"12"-9920,-10 193 1605,-1 28-76,10-212-1780,1 0 128,5-41-13,25-283 208,-19 148-348,-11 142-5,0 10 4,0 0-1,0 0 1,0 0-1,1-1 1,-1 1 0,1 0-1,-1 0 1,1 0-1,0 0 1,1 0-1,-1 0 1,0 0-1,4-5 1,-5 8-25,1-1 0,-1 1 0,0 0 0,0 0 0,1 0 1,-1 0-1,0 0 0,0 0 0,1-1 0,-1 1 1,0 0-1,0 0 0,1 0 0,-1 0 0,0 0 0,1 0 1,-1 0-1,0 0 0,0 0 0,1 0 0,-1 1 0,0-1 1,0 0-1,1 0 0,-1 0 0,0 0 0,0 0 0,1 0 1,-1 1-1,0-1 0,0 0 0,1 0 0,-1 0 1,0 0-1,0 1 0,0-1 0,1 0 0,-1 1 0,7 8-48,0 0-1,-1 0 1,0 1-1,-1 0 1,7 16-1,6 11 32,63 105 233,-60-110-1179,1 0 0,32 34 0,-48-60-85,0 0 1,0 0-1,0-1 1,1 0-1,0 0 1,8 3-1,7 1-3979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2:52.5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295 1 4226,'0'0'11637,"-73"159"-10516,41-87-289,-2 0-336,-4-2-159,3-5-257,3-10-80,6-5-96,9-13-1345,9-13-1504,8-12-1890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2:52.8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6979,'0'0'9076,"29"154"-7779,-24-70-433,-5 5-383,0-4-241,0-4-128,0-4-112,0-9-80,0-10-1201,0-13-752,0-13-768,3-16-1857,21-13-1281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2:53.2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290 64 5907,'0'0'5442,"-28"-14"-3748,7 3-1398,-1 1 1,0 0-1,-31-7 0,50 16-269,0 1 1,0-1-1,0 1 0,0 0 1,0 0-1,0 1 0,0-1 1,0 1-1,0-1 0,1 1 1,-1 0-1,0 0 0,0 0 1,0 1-1,1-1 0,-1 0 1,1 1-1,-1 0 0,1 0 1,0 0-1,-3 3 0,-2 2 85,1 0 0,1 1 0,0 0 0,-8 15 0,8-14 15,-2 5-18,1 1 0,0 0-1,1 1 1,1-1-1,0 1 1,1 0 0,1 0-1,1 0 1,0 28-1,0-39-102,1 1 0,0-1-1,1 1 1,-1-1-1,1 0 1,0 1 0,0-1-1,1 0 1,0 0 0,-1 1-1,2-1 1,-1-1 0,1 1-1,-1 0 1,1-1 0,1 1-1,-1-1 1,1 0 0,-1 0-1,1 0 1,0 0-1,0-1 1,1 0 0,-1 0-1,8 4 1,0-2-24,-1-1-1,1 0 1,-1-1-1,1 0 1,0-1-1,0 0 1,0-1 0,0 0-1,1-1 1,15-2-1,-23 2-15,-1-1 0,0 1-1,1-1 1,-1 0 0,0-1 0,1 1-1,-1-1 1,0 0 0,0 1 0,0-2-1,0 1 1,-1-1 0,1 1 0,5-6 0,-5 3 19,0 1 1,0-1 0,-1 0 0,0 0-1,0-1 1,0 1 0,-1-1 0,1 1 0,1-11-1,1-8 137,-1 0-1,-2 0 0,-1 0 0,-1-35 0,-1 27 175,-2 15 147,1 12 1160,2 19-1626,1 0 0,1 1 0,0-1 0,1 0 1,1 0-1,0 0 0,1-1 0,0 0 0,1 0 0,0 0 0,1 0 0,1-1 0,0 0 1,0-1-1,2 0 0,-1 0 0,13 11 0,-11-13-485,0 0 0,1-1 0,-1 0-1,1-1 1,1-1 0,0 1 0,-1-2 0,2 0 0,-1-1 0,1 0-1,18 3 1,24-2-3619,0-4-568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2:53.6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282 294 4994,'0'0'11013,"-21"-12"-9948,2 0-886,0 1 1,-26-10 0,44 21-175,1-1 1,-1 1 0,0 0 0,1 0 0,-1 0-1,0 0 1,0-1 0,1 1 0,-1 0-1,0 0 1,0 0 0,1 1 0,-1-1-1,0 0 1,0 0 0,1 0 0,-1 1-1,0-1 1,1 0 0,-1 0 0,0 1-1,1-1 1,-1 1 0,0-1 0,1 1-1,-1-1 1,1 1 0,-1-1 0,1 1 0,-1-1-1,1 1 1,-1 0 0,1-1 0,0 1-1,-1 0 1,1-1 0,0 1 0,-1 0-1,1-1 1,0 1 0,0 0 0,0 1-1,-1 4 21,0 0-1,1 0 1,0 0 0,1 8-1,-1-3 8,0 0-26,0 0 0,0 0 0,1 0 0,0 0 0,1 0 1,0 0-1,1 0 0,0-1 0,1 1 0,0-1 0,7 12 0,15 18 9,-12-19 4,17 30 1,-28-45-19,0 0 0,-1 0 0,0 0 0,0 0 1,0 1-1,-1-1 0,0 1 0,0-1 0,0 1 0,-1 8 0,0-14-1,-1 0-1,1 0 1,-1 0-1,1 1 0,-1-1 1,0 0-1,1 0 1,-1 0-1,0 0 0,0 0 1,0 0-1,1 0 1,-1-1-1,0 1 0,-1 0 1,1 0-1,0-1 1,0 1-1,0 0 0,0-1 1,0 1-1,-1-1 1,1 0-1,0 1 0,0-1 1,-1 0-1,0 0 1,-44 5-5,36-5-9,-137 3-694,105-3-1195,44 0 1506,0 0 0,0 0 1,1-1-1,-1 1 0,0-1 1,0 1-1,0-1 0,0 0 1,2-1-1,6-2-815,26-10-3188</inkml:trace>
  <inkml:trace contextRef="#ctx0" brushRef="#br0" timeOffset="1">519 1 7764,'0'0'11170,"-5"19"-10460,-3 13-260,1 0 0,1 1 0,-2 49 0,7-37-65,3 280 1018,-2-324-1421,0 14 71,2 1 0,0-1 0,4 18 0,-5-29-118,0 0 1,1-1-1,-1 1 0,1 0 1,0-1-1,0 1 1,5 5-1,-6-8-61,0 0 0,0 1 0,0-1 0,1 0 0,-1 0 0,1 0 0,-1 0-1,1 0 1,-1-1 0,1 1 0,0 0 0,-1-1 0,1 1 0,0-1 0,-1 1 0,1-1 0,0 0 0,2 0-1,-1 1-239,0-1 1,0 0-1,0 0 0,0-1 0,1 1 0,-1-1 0,0 1 0,0-1 0,0 0 0,0 0 0,-1 0 0,1-1 1,0 1-1,0-1 0,-1 1 0,1-1 0,-1 0 0,1 0 0,-1 0 0,0 0 0,0-1 0,0 1 0,0-1 1,0 1-1,2-4 0,17-31-7032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2:53.9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44 4370,'0'0'2449,"169"-29"-3217,-105 15-5091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2:54.3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0 186 4194,'0'0'4658,"26"0"-2260,84-1-543,-101 0-1634,0 1 1,0-1-1,1-1 1,-1 1 0,11-5-1,-17 5-176,0-1-1,0 1 0,0-1 0,-1 0 1,1 0-1,0 0 0,-1 0 0,0 0 1,1 0-1,-1-1 0,0 1 0,2-4 1,-3 4-26,1 0 1,-1 0 0,1 0 0,-1-1 0,0 1 0,0 0 0,0-1-1,-1 1 1,1-1 0,-1 1 0,1-1 0,-1 1 0,0-1 0,0 1-1,0-1 1,0 1 0,0-1 0,0 0 0,-1-2 0,-1 1-1,1 1 1,-1-1 0,0 0-1,0 0 1,0 1-1,0-1 1,-1 1 0,1 0-1,-1 0 1,-6-6 0,3 3 67,-1 1 1,0 0-1,-1 0 1,1 1 0,-1-1-1,0 2 1,0-1-1,0 1 1,-1 0 0,-12-2-1,17 4 32,0 1 0,0-1 0,0 1 0,0 0 0,0 0 0,-1 1-1,1-1 1,0 1 0,0 0 0,0 0 0,-6 2 0,7-1-75,0 0 0,0 0-1,0 0 1,0 1 0,1-1 0,-1 1 0,1-1 0,-1 1 0,1 0 0,0 0 0,0 0-1,1 0 1,-3 5 0,-1 4 89,0-1-1,1 1 1,1 0-1,0 0 1,-3 23-1,2 63 426,4-88-518,1 1-12,0-1 0,0 1 0,1-1-1,0 1 1,1-1 0,0 0 0,0 0 0,1 0 0,1-1 0,0 1 0,0-1 0,1 0 0,0-1 0,0 1 0,1-1-1,8 8 1,-6-8-212,0 0 1,0 0-1,1-1 0,0-1 0,0 1 0,0-2 0,1 1 0,0-2 0,0 1 1,0-1-1,1-1 0,-1 0 0,1-1 0,13 1 0,-18-2-156,4 0-958,1 0 0,0-1 0,-1 0 0,1-1-1,15-3 1,-21 2-172,0-1 0,0 1 0,-1-1 0,9-5 0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2:54.6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0 381 7235,'0'0'8911,"14"19"-8020,45 67-187,-48-71-555,-2 0-1,0 1 0,-1-1 0,-1 2 1,0-1-1,-1 1 0,-1 0 1,0 0-1,-2 1 0,0-1 0,-1 1 1,0 0-1,-2 23 0,0-39-129,1-1 0,-1 1 0,0-1 0,0 1 0,0-1 0,0 1 0,0 0 0,0-1-1,-1 1 1,1-1 0,0 1 0,-1-1 0,1 0 0,-1 1 0,0-1 0,1 1 0,-1-1 0,0 0 0,0 1 0,0-1 0,0 0 0,0 0-1,0 0 1,0 0 0,0 0 0,-1 0 0,1 0 0,0 0 0,-1 0 0,1-1 0,0 1 0,-1-1 0,1 1 0,-1-1 0,1 1 0,-1-1-1,1 0 1,-1 1 0,1-1 0,-1 0 0,-2 0 0,-2 0 18,-1 1 78,0-1-1,0 1 1,0-1 0,-11-2 0,16 2-84,0-1 0,1 1 0,-1-1-1,0 1 1,1-1 0,-1 0 0,1 0 0,-1 1 0,1-1 0,-1 0-1,1-1 1,-1 1 0,1 0 0,0 0 0,0 0 0,0-1 0,0 1-1,0-1 1,0 1 0,0-1 0,0 1 0,-1-4 0,-1-6 48,1 0 1,0 0-1,0 0 1,1 0-1,1 0 1,1-22-1,0 17-56,0 4-28,0 0 1,1 1-1,1-1 1,0 1-1,1-1 1,0 1 0,1 0-1,0 0 1,10-15-1,-3 7-439,1 1 0,0 1 0,2-1 0,20-17 0,-26 26-1035,1 1-1,1 0 1,0 0 0,22-11 0,2 4-5962</inkml:trace>
  <inkml:trace contextRef="#ctx0" brushRef="#br0" timeOffset="1">431 1 6707,'0'0'12118,"-8"117"-11110,8-68-752,0-6-256,0-2-800,0-3-2338,0-4-2848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2:55.0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148 0 9236,'0'0'8980,"7"23"-8027,29 72-334,-32-86-535,0 0 0,1-1 0,0 0 1,1 0-1,0-1 0,0 1 0,0-1 0,1 0 1,9 6-1,11 13 226,-19-17-159,18 22 188,-24-29-312,-1 0-1,0 0 0,0 0 0,0 0 0,-1 0 0,1 0 0,0 0 0,-1 1 0,1-1 0,-1 0 0,0 0 0,0 0 0,0 1 0,0-1 0,0 3 0,0-4-18,-1-1 0,1 1-1,0 0 1,0 0 0,-1-1-1,1 1 1,0 0-1,-1-1 1,1 1 0,0-1-1,-1 1 1,1 0 0,-1-1-1,1 1 1,-1-1 0,0 1-1,1-1 1,-1 1-1,1-1 1,-1 0 0,-1 1-1,-15 6-85,0-1 0,0-1-1,-1-1 1,0 0 0,-22 1-1,12-1-627,-46 7-2461,-12 1-2916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2:55.6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7507,'0'0'8012,"15"4"-7209,8 3-526,0-1-1,0-1 0,0-1 1,30 1-1,160-5 775,-212 0-941,-31 8 783,28-6-867,0 1 0,0-1-1,0 0 1,0 0-1,0 1 1,1-1 0,-1 1-1,1 0 1,0-1-1,0 1 1,0 0-1,-1 5 1,-6 41 79,7-39-57,-6 211 445,8-155-423,7 162-222,-8-218-26,0-2-195,0-1 0,1 1 0,0 0 0,3 14 0,-3-20 109,-1-1 1,1 1-1,0-1 1,-1 1-1,1-1 1,0 1-1,0-1 1,0 1-1,0-1 1,0 0-1,0 0 1,0 1-1,1-1 1,-1 0-1,0 0 1,1 0-1,-1 0 1,0-1-1,1 1 1,-1 0-1,1-1 1,0 1-1,-1-1 1,1 1-1,-1-1 1,1 0-1,0 1 1,1-1-1,23 0-5023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2:56.2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0 5795,'0'0'12459,"-4"1"-11491,3-1-945,0 0 0,1 0 0,-1 0 0,0 1 0,0-1 0,0 0 0,1 1 0,-1-1 0,0 0 0,1 1 0,-1-1 0,0 1 0,1 0 0,-1-1 0,0 1 0,1-1 0,-1 1 0,1 0 0,-1 0 0,1-1 0,-1 1 0,1 0 0,0 0 0,-1-1 0,1 1 0,0 0 0,0 0 0,0 0 0,-1 0 0,0 33 346,1-21-169,0 46 449,2 108 421,1-136-917,0 0-1,2 0 1,12 39-1,-16-66-146,0-1 0,0 0-1,0 1 1,0-1 0,1 0-1,0 0 1,-1 0 0,1 0-1,0-1 1,1 1-1,-1 0 1,5 4 0,-5-7-3,-1 1 0,1 0 0,-1-1 0,1 1 0,-1-1 1,1 1-1,0-1 0,-1 0 0,1 0 0,0 0 0,-1 0 1,1 0-1,-1 0 0,1 0 0,0 0 0,-1-1 0,1 1 1,0-1-1,-1 1 0,1-1 0,-1 0 0,1 1 0,-1-1 1,0 0-1,1 0 0,-1 0 0,0 0 0,1 0 0,0-2 1,11-9 41,-1 0 0,-1 0 0,0-1 0,0-1 0,-2 1 0,10-18 0,-1-2 31,23-61-1,-24 35 5,-16 59-91,-1 0-1,1 1 1,-1-1-1,1 0 1,-1 0-1,1 0 1,-1 1-1,0-1 0,1 0 1,-1 0-1,0 1 1,1-1-1,-1 0 1,0 1-1,1-1 0,-1 1 1,0-1-1,1 0 1,-1 1-1,0-1 1,0 1-1,0-1 1,0 1-1,1-1 0,-1 0 1,0 2-1,9 19-93,0 0 81,0 0-1,2-1 1,17 26 0,-23-40 22,0 0 0,0-1 1,0 1-1,1-1 0,0 0 0,0 0 0,0-1 0,0 1 1,1-1-1,0-1 0,-1 1 0,1-1 0,1-1 1,9 4-1,3-3-139,-1 0 0,1-2 0,-1 0 0,30-2 1,-45 1 124,0-1 1,0 1 0,0-1-1,0 0 1,0 0 0,0 0-1,-1-1 1,1 1 0,0-1-1,-1 0 1,1 0 0,-1 0-1,0-1 1,1 1 0,-1-1-1,3-3 1,-2 1-1,0 0 0,0-1 0,-1 1 0,0-1-1,0 0 1,0 0 0,-1 0 0,0 0 0,2-8 0,0-8-39,-1 0-1,-1 0 1,-1 0-1,-4-40 1,3 55 53,-1 1 0,0 0 0,-1 0 0,1-1 0,-4-7 0,4 13 5,1-1-1,-1 1 1,0-1 0,1 1 0,-1 0 0,0-1-1,0 1 1,0 0 0,0-1 0,0 1 0,0 0-1,0 0 1,0 0 0,-1 0 0,1 0 0,0 0 0,-1 0-1,1 1 1,-1-1 0,1 0 0,0 1 0,-1-1-1,0 1 1,1-1 0,-2 1 0,2 1-15,0-1 1,1 1-1,-1 0 1,0-1-1,1 1 0,-1 0 1,1 0-1,-1 0 1,1 0-1,0-1 0,-1 1 1,1 0-1,0 0 1,-1 0-1,1 0 0,0 0 1,0 0-1,0 0 1,0 0-1,0 1 0,0 1-14,-3 25-17,2 34-1,2-39 33,-1-17-35,0 0 0,1 0 0,0 1 1,0-1-1,0 0 0,1 0 0,0 0 0,0 0 1,1-1-1,-1 1 0,1-1 0,1 1 1,-1-1-1,1 0 0,-1 0 0,2 0 0,-1-1 1,0 1-1,7 3 0,-2-1-460,0-1 0,1 0 0,-1-1 1,1 0-1,1-1 0,-1 0 0,1 0 0,-1-1 0,1-1 0,14 2 0,114 3-7580,-69-7 3028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2:56.5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201 63 4770,'0'0'10042,"-12"8"-9380,10-7-643,-1 1 31,-1 0 1,0 0 0,0 0 0,1 1 0,0 0-1,-1 0 1,1 0 0,0 0 0,0 0 0,1 1-1,-1-1 1,1 1 0,0 0 0,0 0-1,0 0 1,0 0 0,1 0 0,-1 0 0,1 0-1,0 0 1,0 0 0,1 1 0,-1 7 0,1-6-5,0 16 168,4 36 0,-3-50-190,1-1 1,0 0-1,0 0 0,0 0 1,1 0-1,0 0 1,1-1-1,6 12 0,-2-9-1,0 0 0,0 0 0,1-1 0,0 0 0,0 0 0,1-1 0,0-1 0,1 1 0,-1-2 0,1 1 0,0-1 0,0-1 0,1 0 0,-1-1 0,1 0 0,0-1 0,0 0 0,0 0 1,0-2-1,0 1 0,0-2 0,0 1 0,20-5 0,-30 4-3,1 0 1,-1 1 0,1-1-1,-1 0 1,1-1 0,-1 1-1,0 0 1,0-1 0,0 1 0,0-1-1,0 0 1,0 1 0,0-1-1,0 0 1,0 0 0,-1-1 0,1 1-1,-1 0 1,0 0 0,0-1-1,0 1 1,0-1 0,0 1-1,1-5 1,0-5 146,0 0-1,-1-1 1,0 1 0,-1-14-1,0 15-44,-1-1-44,0 0 0,-1 0 1,0 1-1,-1-1 0,0 0 0,-1 1 0,0 0 0,-1-1 0,0 2 0,-1-1 0,0 1 1,-1 0-1,0 0 0,0 0 0,-1 1 0,-15-14 0,12 14-82,0-1 1,-1 1-1,0 1 0,0 0 0,-1 1 1,0 0-1,0 1 0,-1 1 0,1 0 1,-1 0-1,0 2 0,-1-1 0,-23-1 0,33 5-26,-56 0-1061,56 0 793,-1 1 0,1 0 1,0 0-1,0 1 1,0-1-1,0 1 0,0 0 1,0 1-1,-6 3 1,3 1-1289,0-1 0,-13 15 1,-12 17-7081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2:56.9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8132,'0'0'5346,"25"8"-3913,82 32-414,-97-36-937,0 1-1,0 1 1,-1-1 0,0 2 0,0-1-1,0 1 1,-1 1 0,0-1 0,-1 1-1,0 1 1,0 0 0,0-1-1,8 18 1,-12-21-66,4 5-5,-1 1 0,-1-1 0,0 1-1,-1 0 1,0 0 0,0 1-1,-1-1 1,-1 1 0,0 0-1,0 0 1,-1 22 0,-1-31-3,-1 1 0,1-1 0,-1 0 0,1 1 1,-1-1-1,0 0 0,0 1 0,-1-1 1,1 0-1,-1 0 0,1 0 0,-1 0 1,0-1-1,0 1 0,0 0 0,-1-1 1,1 1-1,-1-1 0,1 0 0,-1 0 1,0 0-1,0 0 0,-5 2 0,3-1 100,0-1-1,0 0 1,-1 0 0,1-1-1,0 1 1,-1-1-1,0 0 1,1-1 0,-1 1-1,1-1 1,-1 0-1,0-1 1,1 1-1,-9-3 1,13 2-60,0 1-1,0-1 1,-1 1 0,1-1-1,0 0 1,0 0 0,0 0-1,0 0 1,0 0 0,0 0-1,0 0 1,0 0 0,0 0-1,0 0 1,0-1-1,1 1 1,-1 0 0,1 0-1,-1-1 1,1 1 0,-1-1-1,1 1 1,0 0 0,-1-1-1,1-1 1,-1-42 373,1 31-309,1 1-109,0-1 0,0 1 0,1-1 0,1 1 0,0 0 0,1 0 0,0 0 1,1 1-1,1-1 0,0 1 0,1 1 0,0-1 0,11-14 0,-10 17-398,0 0 0,0 1 0,0 0-1,1 0 1,0 1 0,1 0 0,-1 1-1,1 0 1,1 1 0,-1 0 0,1 0-1,0 1 1,0 0 0,0 1 0,23-3-1,-12 3-1809,1 2 0,-1 0-1,1 2 1,24 3 0,-15 6-1082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2:57.2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66 115 496,'0'0'11782,"5"2"-10299,0 0-1263,0-1 0,0 1 1,1-1-1,-1 0 0,0 0 0,1-1 0,-1 0 0,1 0 1,-1 0-1,1 0 0,9-3 0,-12 2-194,-1 1 0,1-1-1,-1 0 1,1 0 0,-1 0 0,0 0-1,1-1 1,-1 1 0,0-1-1,0 1 1,0-1 0,0 0 0,0 0-1,0 0 1,-1 0 0,1 0 0,0 0-1,-1 0 1,0 0 0,0-1-1,1 1 1,-1-1 0,-1 1 0,1-1-1,0 1 1,-1-1 0,1 1-1,0-5 1,-1 5-5,0 0-1,1 0 0,-1 0 0,0 0 1,0 0-1,0 0 0,0 0 1,0 0-1,0 0 0,-1 0 1,1 0-1,-1 0 0,0 0 1,1 0-1,-1 1 0,0-1 1,0 0-1,0 0 0,0 1 1,0-1-1,0 1 0,-1-1 0,1 1 1,0-1-1,-1 1 0,1 0 1,-1 0-1,0-1 0,1 1 1,-1 0-1,0 1 0,0-1 1,0 0-1,1 0 0,-1 1 1,0-1-1,0 1 0,-3-1 1,-8-1 160,1 0 1,-1 1 0,0 0 0,0 1 0,-15 1 0,26 0-150,-1 0 1,1-1 0,-1 1 0,1 0 0,0 0-1,-1 0 1,1 0 0,0 1 0,0-1-1,0 1 1,0-1 0,0 1 0,0 0-1,1 0 1,-1 0 0,0 0 0,1 0 0,-1 0-1,1 0 1,0 0 0,0 0 0,0 1-1,0-1 1,-1 5 0,-1 4 60,0 0 1,0 0-1,2 0 0,-2 15 1,2-9-8,1 1 0,0-1 0,1 0 0,0 0 1,9 33-1,-8-42-112,0-1 1,1-1 0,0 1-1,1 0 1,-1-1-1,1 1 1,1-1 0,-1 0-1,1-1 1,0 1-1,0-1 1,0 0 0,1 0-1,0-1 1,0 1-1,9 4 1,-5-4-398,0-1-1,0 0 1,0 0-1,0-1 1,0 0-1,21 2 1,64-1-8244,-90-4 7951,38 0-7069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2:57.6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 8660,'0'0'10162,"-1"25"-8847,-3 148 361,4-64 4,0-108-1546,0-6 79,3-11-160,0 0 1,0 1-1,2 0 0,0 0 0,1 0 1,9-17-1,-4 11-52,1 1 1,0 0 0,26-29-1,-35 45-7,1 1-1,-1-1 1,1 1 0,-1 0-1,1 1 1,0-1 0,0 1-1,0-1 1,1 1 0,4-2-1,-7 4-2,0-1 0,0 1 0,0 0 0,0-1-1,0 1 1,-1 0 0,1 0 0,0 0 0,0 0 0,0 0-1,0 1 1,0-1 0,0 0 0,0 1 0,-1 0-1,1-1 1,0 1 0,0 0 0,-1 0 0,1 0-1,0 0 1,-1 0 0,1 0 0,-1 1 0,0-1-1,1 0 1,-1 1 0,1 1 0,10 15-8,-1 2 1,0-1-1,14 40 0,12 22 4,-26-68 50,-11-13-34,0 1 1,1-1-1,-1 0 0,0 0 1,1 0-1,-1 0 0,0 0 1,1 0-1,-1 0 0,0 0 1,1 0-1,-1 0 1,0 0-1,1 0 0,-1 0 1,1 0-1,-1 0 0,0 0 1,1 0-1,-1 0 0,0 0 1,1 0-1,-1-1 0,0 1 1,1 0-1,1-2 17,0 0 0,-1 0 0,1 0 1,-1 0-1,1-1 0,-1 1 0,0 0 0,2-3 0,-2 2-10,9-18 19,46-86 48,-45 89-71,1 0 0,1 1 0,24-27 0,-37 44-5,1-1 0,-1 1 0,0 0 0,1-1 0,-1 1 0,1 0 0,-1-1 0,0 1 0,1 0 0,-1-1-1,1 1 1,-1 0 0,1 0 0,-1 0 0,1-1 0,-1 1 0,1 0 0,-1 0 0,1 0 0,-1 0 0,1 0 0,-1 0-1,1 0 1,-1 0 0,1 0 0,0 0 0,-1 0 0,1 0 0,-1 1 0,1-1 0,-1 0 0,0 0 0,1 0-1,-1 1 1,1-1 0,-1 0 0,1 1 0,-1-1 0,0 0 0,1 1 0,-1-1 0,1 0 0,-1 1 0,0-1-1,0 1 1,1-1 0,-1 1 0,0-1 0,0 1 0,1-1 0,-1 1 0,0-1 0,0 1 0,0 0 0,9 36-107,-7-28 132,6 29 46,-5-20-524,1 0 1,0-1 0,1 0 0,1 1 0,1-2 0,0 1 0,1-1 0,15 23 0,-11-24-956,0-1 0,18 17 0,37 22-5319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2:58.1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0 7331,'0'0'10005,"-2"96"-8965,2-48-607,0 3-129,5-3-208,6-5 0,0 1-96,-1-8-512,4-10-977,-6-4-912,-3-12-1489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2:58.5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58 6851,'0'0'8356,"0"-58"-8884,0 82-1729,2 3-2978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2:58.8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300 0 8676,'0'0'2305,"-28"7"208,-88 25-194,112-30-2181,0-1 0,0 1 1,0-1-1,0 1 0,0 0 1,0 1-1,0-1 0,1 1 1,-1-1-1,1 1 0,0 0 1,0 0-1,0 1 0,0-1 1,1 1-1,-3 3 0,3-1-7,0-1 0,0 0 0,1 1-1,0-1 1,0 1 0,1-1 0,-1 1 0,2 8-1,-1-13-126,0 3 28,1 1 1,-1-1 0,1 0-1,0 1 1,0-1-1,1 0 1,0 1-1,-1-1 1,1 0 0,1 0-1,-1 0 1,0-1-1,1 1 1,0-1-1,0 1 1,0-1 0,0 0-1,1 0 1,6 5-1,7 3 55,0-1 0,0 0 0,24 8 0,-35-16-62,79 31 350,-56-24-63,0 2 1,47 26 0,-76-37-300,1 0 0,-1 0 0,1 0 0,-1 1-1,0-1 1,1 0 0,-1 0 0,1 1 0,-1-1 0,0 0 0,1 1 0,-1-1 0,0 0 0,1 1-1,-1-1 1,0 1 0,0-1 0,1 1 0,-1-1 0,0 1 0,0-1 0,0 0 0,0 2 0,0-2 0,0 1 0,-1-1 0,1 1 0,-1-1 0,1 1 0,-1-1 0,1 1 0,-1-1 0,1 0 1,-1 1-1,0-1 0,1 0 0,-1 0 0,0 1 0,1-1 0,-1 0 0,1 0 0,-1 0 0,0 0 1,1 0-1,-1 0 0,0 0 0,-151 10-476,94-9-2706,-69 11 0,20 8-3663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2:59.5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59 326 4530,'0'0'8633,"-10"-21"-6909,-27-68-377,34 83-1277,1-1-1,0 0 1,1 1 0,0-1 0,0 0-1,0 0 1,1 0 0,0 0-1,0 0 1,1 0 0,-1 0-1,2 0 1,-1 1 0,1-1 0,0 0-1,0 1 1,1-1 0,0 1-1,0 0 1,0 0 0,1 0-1,0 0 1,0 1 0,1-1 0,-1 1-1,1 0 1,0 0 0,1 1-1,-1 0 1,1 0 0,12-7-1,-15 9-65,1 0 0,0 0 0,0 1 0,0-1 0,0 1 0,0 0 0,1 0 0,-1 0 0,0 1 0,0-1 0,1 1 0,-1 0-1,0 0 1,1 1 0,-1-1 0,0 1 0,0 0 0,1 0 0,-1 0 0,0 1 0,0-1 0,0 1 0,-1 0 0,1 0 0,0 1-1,-1-1 1,1 1 0,-1 0 0,0-1 0,0 2 0,0-1 0,0 0 0,3 6 0,4 8 2,0 1 1,-1 1 0,-2 0-1,0 0 1,0 1-1,-2 0 1,4 27 0,-3 5 775,0 88 0,-6-140-775,0 0 0,0 1 0,0-1 0,0 0 0,0 1 1,0-1-1,0 0 0,1 0 0,-1 1 0,0-1 0,0 0 1,0 0-1,0 1 0,0-1 0,0 0 0,1 0 0,-1 0 1,0 1-1,0-1 0,0 0 0,1 0 0,-1 0 0,0 0 1,0 1-1,0-1 0,1 0 0,-1 0 0,0 0 0,0 0 1,1 0-1,-1 0 0,0 0 0,1 0 0,-1 1 0,0-1 1,0 0-1,1 0 0,-1 0 0,0 0 0,0 0 0,1-1 1,-1 1-1,0 0 0,0 0 0,1 0 0,-1 0 0,0 0 1,0 0-1,1-1 0,15-7 259,2-10-41,-1-1 1,-1 0-1,25-38 1,-26 35-192,52-89 94,-18 26 150,-49 85-275,0 0 0,0-1 0,0 1 0,0 0 0,0 0 0,0 0 1,0 0-1,0 0 0,0 0 0,0-1 0,0 1 0,0 0 0,0 0 0,0 0 0,0 0 1,0 0-1,0 0 0,0-1 0,0 1 0,0 0 0,0 0 0,0 0 0,0 0 0,1 0 1,-1 0-1,0 0 0,0 0 0,0 0 0,0-1 0,0 1 0,0 0 0,0 0 0,0 0 1,1 0-1,-1 0 0,0 0 0,0 0 0,0 0 0,0 0 0,0 0 0,0 0 0,1 0 1,-1 0-1,0 0 0,0 0 0,0 0 0,0 0 0,0 0 0,0 0 0,1 0 0,-1 0 1,0 0-1,0 0 0,0 0 0,0 0 0,0 0 0,0 1 0,0-1 0,1 0 0,-1 0 0,0 7-53,0-5 52,0 32-65,2 0-1,1 1 0,2-1 1,15 57-1,-15-75-349,1-1 0,1 1 0,0-1-1,0 0 1,12 14 0,-13-20-414,1 0 0,0-1 0,0 0-1,1-1 1,0 0 0,1 0 0,-1 0-1,18 9 1,-18-12-456,0-1 0,1 1-1,10 2 1,27 3-4880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2:59.8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116 109 4434,'0'0'9970,"-19"11"-9095,5-5-728,6-2-84,0-1 0,0 2 0,1-1-1,-14 12 1,18-14-33,0 1 0,1 0 0,-1 0 1,1 0-1,0 0 0,0 0 0,0 0 0,0 0 0,0 1 0,1-1 0,0 1 0,-1-1 1,1 1-1,1 0 0,-1-1 0,0 1 0,1 7 0,0-3 16,1 1-1,0-1 1,0 0 0,1 0-1,0 0 1,0 0-1,1-1 1,0 1 0,0 0-1,1-1 1,0 0-1,0 0 1,1 0-1,0-1 1,0 1 0,0-1-1,9 7 1,-7-7-26,1 1 0,1-1 0,-1-1 0,1 0 0,0 0 0,0 0 0,0-1 1,1-1-1,-1 1 0,1-2 0,0 1 0,0-1 0,18 0 0,-28-2-20,17 2 42,1-2 0,0 0 0,29-5 0,-42 4-27,1-1 0,-1 1 0,0-1 0,1 0-1,-1-1 1,0 1 0,0-1 0,0 0 0,-1 0 0,1 0-1,-1-1 1,0 0 0,0 0 0,0 0 0,6-8-1,-5 4 71,-1 1-1,0-1 0,0 0 0,-1 0 0,0 0 0,-1-1 0,0 1 0,0-1 0,0 1 0,-1-1 0,-1 0 0,1 0 0,-1 1 0,-1-1 0,0 0 0,0 1 0,-1-1 0,0 0 0,0 1 0,-1 0 0,0-1 0,0 1 0,-1 0 0,0 1 0,-1-1 0,1 1 1,-7-8-1,-2 3-100,1 0 1,-1 0 0,-1 1 0,0 1 0,-1 0 0,0 1 0,0 1 0,-1 0 0,0 1 0,0 1 0,-1 0 0,0 2 0,0 0 0,0 0 0,0 2-1,-20-1 1,35 3-133,0 0 0,0 0 0,0 0 0,-1 1-1,1-1 1,0 1 0,0-1 0,0 1 0,0 0-1,0 0 1,0 0 0,0 0 0,0 0-1,0 1 1,0-1 0,1 0 0,-1 1 0,0-1-1,1 1 1,-1 0 0,-1 3 0,-1 1-578,2 0 1,-1-1-1,1 1 0,-1 0 1,2 1-1,-3 8 1,-1 30-5636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3:00.2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0 8388,'0'0'12576,"-4"8"-12184,1 2-301,0-1 0,0 1 0,1 0 0,0 0 0,-1 16 0,1 58 570,3-52-419,-1-9-88,1 0 0,1 0 1,1 0-1,11 40 0,-11-53-169,0-1 0,1 1-1,0-1 1,0 0 0,1 0 0,0-1-1,1 1 1,0-1 0,0 0 0,1-1-1,0 1 1,0-1 0,12 8 0,-14-12-291,0 0 1,0-1 0,0 0 0,0 0-1,0 0 1,1-1 0,-1 0 0,1 0-1,-1 0 1,8-1 0,-9 1-192,0-1 0,0 0-1,-1 0 1,1-1 0,0 1 0,-1-1 0,1 0 0,0 0 0,-1 0 0,1-1-1,-1 1 1,0-1 0,1 1 0,-1-1 0,6-4 0,8-19-6112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3:00.5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72 6739,'0'0'5042,"204"-24"-5042,-113 5-1840,18-10-4115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3:00.9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310 0 6931,'0'0'10520,"7"36"-9496,-2-12-808,37 234 1532,-37-209-1499,15 126 564,-14-140-607,2 0 0,22 63 0,-28-93-191,9 22 37,-10-26-45,-1 0 1,1 0-1,-1 0 0,1 0 1,-1 0-1,1 0 0,0 0 1,-1 0-1,1 0 0,0-1 1,0 1-1,0 0 0,-1 0 1,1-1-1,0 1 1,0 0-1,0-1 0,0 1 1,1-1-1,-1-4 142,-1-11-119,0 1-1,-1-1 0,-1 0 1,0 0-1,-1 0 0,0 1 1,-2 0-1,1 0 0,-2 0 1,-10-20-1,7 17-77,-2 1 1,0 0-1,0 0 0,-2 1 1,0 1-1,0 0 0,-27-20 0,32 28 18,1 1 0,-1 0-1,0 1 1,-1 0-1,1 0 1,-1 1-1,1 0 1,-1 0-1,0 1 1,0 0-1,0 1 1,0 0-1,-1 0 1,1 1 0,0 0-1,0 0 1,0 1-1,-13 3 1,16-2 9,0 0 1,0 0-1,0 1 1,1-1 0,-1 1-1,1 1 1,0-1-1,0 1 1,0 0-1,0 0 1,1 0-1,-1 0 1,1 1 0,0 0-1,1 0 1,-1 0-1,1 0 1,0 1-1,-4 9 1,2-1-35,0 0 1,1 0-1,1 0 0,0 0 1,1 1-1,0-1 1,1 19-1,1-29 46,0 0 1,0 1-1,1-1 0,-1 0 1,1 0-1,0 0 0,0 0 1,0 0-1,1 0 1,-1-1-1,1 1 0,0 0 1,4 5-1,-2-5 7,-1 0 0,1-1 0,0 0 0,0 0 0,0 0 0,0 0 1,0-1-1,1 1 0,-1-1 0,1 0 0,5 1 0,11 2-3,-1 0 1,1-2 0,0-1-1,-1 0 1,43-3 0,-25 1-50,-23-1-322,0 0 1,0-1 0,0 0-1,20-6 1,27-13-5133,-28 8-198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3:01.3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137 335 7603,'0'0'12142,"-10"-7"-11133,6 3-879,-22-14 153,25 17-277,1 1 0,-1 0 0,1 0 0,-1 0 0,1 0 1,-1-1-1,1 1 0,-1 0 0,1 0 0,-1 0 0,1 0 0,-1 0 0,1 0 0,-1 0 1,1 0-1,-1 0 0,1 1 0,-1-1 0,1 0 0,-2 0 0,2 1 3,-1 0-1,1-1 1,-1 1 0,1-1-1,0 1 1,-1 0 0,1-1-1,0 1 1,-1 0 0,1-1-1,0 1 1,0 0 0,0 0-1,0-1 1,-1 1 0,1 0-1,0 0 1,0-1 0,1 2 0,-1 222 848,0-128-6255,1-83 1113</inkml:trace>
  <inkml:trace contextRef="#ctx0" brushRef="#br0" timeOffset="1">0 18 8084,'0'0'8772,"11"-17"-8820,3 43-1441,-6 3-3297,-6 3-3746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3:01.6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58 9060,'0'0'7934,"26"9"-6642,90 35-260,-104-39-940,0 1 0,-1 1 0,1 0 0,-1 0 0,-1 2-1,1-1 1,-1 1 0,-1 0 0,0 1 0,0 0 0,-1 1 0,11 18 0,-17-26-81,4 4 13,0 2 1,-1-1-1,0 1 0,0 0 0,-1 0 0,0 0 1,-1 1-1,0-1 0,0 1 0,-1 0 1,1 17-1,-3-26-11,0 0 0,0-1 0,0 1 0,-1 0 0,1 0 0,0 0 0,-1 0 0,1-1 0,-1 1 0,1 0 0,-1 0 0,0-1 1,1 1-1,-1 0 0,1-1 0,-1 1 0,0-1 0,0 1 0,1-1 0,-1 1 0,0-1 0,0 0 0,0 1 0,1-1 0,-1 0 0,0 1 0,0-1 0,0 0 0,0 0 0,0 0 0,0 0 0,0 0 1,-1 0-1,-33-3 613,32 2-584,1 1 0,0-1 1,0 0-1,0-1 1,0 1-1,0 0 0,0-1 1,0 1-1,0-1 1,1 1-1,-1-1 0,0 0 1,1 0-1,-1 0 1,1 0-1,0 0 0,0 0 1,0 0-1,0 0 1,0-1-1,0 1 0,1 0 1,-1 0-1,0-4 1,-1-8 39,0 1 1,1-1 0,1-14-1,0 26-74,0-7-15,1-1 1,-1 1 0,2 0-1,-1 0 1,2 0 0,-1 1-1,1-1 1,0 0 0,1 1-1,8-15 1,-4 12-226,-1 0-1,2 1 1,-1 0-1,2 1 1,-1-1-1,22-14 1,-19 16-431,0 0 1,0 1-1,1 0 1,-1 1-1,2 1 0,23-7 1,-16 7-1692,0 2 1,1 0 0,38 0-1,-11 3-2555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3:01.9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62 136 768,'0'0'13348,"15"7"-11411,50 22-438,-61-27-1441,1-1 0,-1 0 0,1 0-1,-1-1 1,1 1 0,-1-1 0,1 0 0,-1 0 0,1 0 0,0-1 0,-1 1-1,0-1 1,1 0 0,-1-1 0,1 1 0,-1-1 0,0 0 0,0 0-1,0 0 1,0 0 0,0-1 0,-1 1 0,1-1 0,-1 0 0,1 0 0,-1-1-1,0 1 1,2-4 0,-3 4-47,-1 1 0,0-1 0,0 1 0,0-1 0,0 1 0,0-1 0,-1 1 0,1-1 0,-1 0 0,0 1 0,0-1 0,0 0 0,0 1 0,0-1 0,0 0 0,-1 1 0,1-1 0,-1 0-1,0 1 1,0-1 0,0 1 0,0-1 0,0 1 0,-1 0 0,1-1 0,-1 1 0,1 0 0,-1 0 0,0 0 0,0 0 0,0 0 0,0 1 0,-3-3 0,-3-2 58,-1 0 0,0 1 0,0 0 0,-1 0 1,1 1-1,-1 0 0,-11-2 0,13 4 65,0 0 0,0 0 0,-1 1-1,1 0 1,-12 0 0,17 2-98,-1-1 0,1 0 0,0 1 0,0 0-1,0-1 1,0 1 0,0 0 0,0 1 0,0-1 0,0 0 0,0 1-1,1 0 1,-1 0 0,1 0 0,-1 0 0,1 0 0,-3 3 0,0 1-14,1 1 0,0 0 0,0 0 1,0 0-1,1 0 0,0 1 0,0-1 1,1 1-1,0 0 0,-2 12 1,1 8 75,1 46 0,2-72-94,0 4-9,0 0 0,1 0-1,-1 0 1,1 0 0,1 0 0,-1 0 0,1 0-1,0 0 1,0 0 0,1-1 0,-1 1-1,1-1 1,1 1 0,-1-1 0,1 0 0,0-1-1,0 1 1,0-1 0,1 1 0,-1-1-1,1-1 1,0 1 0,7 3 0,1 0-385,-1 0 0,1-1 0,0-1 1,0 0-1,0-1 0,1-1 0,-1 0 1,22 2-1,12-2-3850,53-3 1,-75 0 2302,40-2-3471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3:02.3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237 312 5122,'0'0'9210,"-25"-11"-6924,1 0-1715,-1 1 0,-30-7 0,53 16-515,-1 1 1,1-1-1,-1 1 0,0 0 0,1 0 1,-1 0-1,1 0 0,-1 1 0,1-1 1,-1 0-1,1 1 0,-1 0 0,1 0 1,-1 0-1,1 0 0,0 0 0,-1 0 1,1 0-1,0 1 0,-3 2 0,1 0 48,1 0 1,-1 0-1,1 0 0,0 1 0,0 0 0,-3 7 0,3-6-5,-2 6 42,1 1 0,0-1 0,0 1 1,2-1-1,0 1 0,0 0 0,1 0 0,0 0 0,3 24 0,-2-30-117,1 0 0,0-1 1,0 1-1,1 0 0,0 0 0,0-1 0,0 1 0,1-1 0,0 0 0,0 0 0,0 0 1,1 0-1,0-1 0,0 1 0,1-1 0,-1 0 0,1 0 0,10 7 0,-6-5-17,1-1-1,0 0 0,0 0 1,1-1-1,0-1 1,0 0-1,0 0 0,0-1 1,0 0-1,18 1 1,-9-2-119,1 0 0,0-2 0,-1 0 0,1-1 0,0-1 0,34-9 0,-44 8 29,1-1-1,-1-1 1,1 1 0,-1-2-1,-1 0 1,1 0-1,-1-1 1,0 0 0,-1-1-1,0 0 1,0 0-1,13-17 1,-13 13 31,-1 0 0,0-1 1,-1 0-1,0-1 0,-1 1 0,0-1 0,-1-1 1,6-27-1,-6 7-30,-1 1 0,0-60 0,-4 77 257,-1 0 0,0 1 0,-2-1 0,1 1 0,-8-21 0,7 27-32,-1 1-1,0 0 0,0 0 1,-1 0-1,0 1 1,-1 0-1,0 0 1,0 0-1,0 0 0,-10-7 1,16 15-100,0-1 1,-1 1-1,1 0 1,0-1-1,-1 1 1,1-1-1,0 1 1,-1 0-1,1-1 1,-1 1 0,1 0-1,-1 0 1,1-1-1,0 1 1,-1 0-1,1 0 1,-1 0-1,1 0 1,-1-1-1,1 1 1,-1 0-1,1 0 1,-1 0-1,0 0 1,1 0-1,-1 0 1,1 1-1,-1-1 1,1 0-1,-1 0 1,1 0-1,-1 0 1,1 0-1,0 1 1,-1-1-1,1 0 1,-1 0-1,1 1 1,-1-1-1,1 0 1,0 1-1,-1-1 1,1 1-1,0-1 1,-1 0-1,1 1 1,0-1-1,-1 1 1,1-1-1,0 1 1,0-1-1,0 1 1,0-1-1,-1 1 1,1-1-1,0 2 1,-5 33-288,5-30 401,-4 216 19,5-192-171,0-7-11,1 0 0,1-1-1,10 41 1,-9-49-621,0 0 0,1-1 1,0 0-1,1 0 0,1 0 0,0 0 1,13 16-1,0-12-3754,-6-11-1840,-2-4-3029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3:02.7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1 260 6243,'0'0'3754,"26"-4"-1938,-2 1-1445,29-4 414,67-18-1,-98 19-621,-1 0 0,-1-2 0,37-18 1,-52 24-58,0-1 0,0 1 0,-1-1 0,0-1 0,1 1 1,-1 0-1,-1-1 0,1 0 0,0 0 0,-1 0 0,0-1 0,0 1 1,0-1-1,0 1 0,-1-1 0,0 0 0,0 0 0,0 0 1,-1 0-1,0-1 0,2-7 0,-3 1 735,1 5-211,0-1 0,-1 1 0,0 0 0,0 0 0,-1 0-1,-3-12 1,4 19-585,0 0 0,0 0 0,0 0 0,0 0 0,0 0 0,0 0-1,0 0 1,0 0 0,0 0 0,0 0 0,0 0 0,0 0 0,-1 1-1,1-1 1,0 0 0,0 0 0,0 0 0,0 0 0,0 0 0,0 0-1,0 0 1,0 0 0,0 0 0,0 0 0,0 0 0,-1-1 0,1 1-1,0 0 1,0 0 0,0 0 0,0 0 0,0 0 0,0 0 0,0 0-1,0 0 1,0 0 0,0 0 0,0 0 0,0 0 0,0 0 0,0 0-1,-1 0 1,1 0 0,0 0 0,0 0 0,0-1 0,0 1-1,0 0 1,0 0 0,0 0 0,0 0 0,0 0 0,0 0 0,0 0-1,0 0 1,0 0 0,0 0 0,0-1 0,0 1 0,0 0 0,0 0-1,0 0 1,0 0 0,0 0 0,0 0 0,-1 10 437,0 14-710,12 300-762,-11-309-471,0 1-1,5 26 1,-3-36 490,-1 0-1,1 0 1,0 0-1,1 0 1,4 9 0,14 11-5013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3:03.1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 10069,'0'0'11034,"5"26"-10039,21 87-317,-24-107-636,0 0 1,1 0 0,-1 0-1,2 0 1,-1 0 0,1-1-1,-1 1 1,1-1 0,1 0-1,-1 0 1,1-1 0,0 1-1,0-1 1,0 0 0,1 0-1,8 4 1,-8-4-27,5 2-2,0 0 0,0-1 0,0 0 0,1-1-1,0 0 1,20 3 0,-7-3-220,1-2-1,29 0 1,-52-2 159,1 0 1,-1 0 0,0 0 0,0 0 0,1-1-1,-1 0 1,0 1 0,0-1 0,0 0 0,0-1-1,0 1 1,0 0 0,0-1 0,0 0 0,0 1 0,-1-1-1,1 0 1,-1-1 0,1 1 0,-1 0 0,0-1-1,0 1 1,0-1 0,0 0 0,0 0 0,-1 1-1,1-1 1,-1 0 0,0 0 0,0-1 0,2-4 0,1-15 15,0 0 1,-2 0 0,0 0 0,-1 0 0,-5-41-1,4 53 124,-1 4 43,2 4 9,-1 1 0,0 0 1,0-1-1,-1 1 0,1 0 0,0-1 0,-1 1 1,0 0-1,-1-5 694,2 8-522,2 45-86,3-1 1,14 64-1,-3-20 46,56 573 1415,-63-484-1404,-9-166-256,-2 21 35,2-32-61,0 0 0,-1 0 1,1 0-1,0 0 0,-1 0 0,1 0 0,-1 0 0,0 0 1,1 0-1,-1 0 0,0 0 0,0 0 0,1 0 0,-1-1 1,0 1-1,0 0 0,0-1 0,0 1 0,0 0 0,0-1 0,0 1 1,0-1-1,0 0 0,-2 1 0,-3 1 26,0-1 0,-1 0-1,1-1 1,-1 1 0,1-1 0,-1 0-1,1-1 1,0 1 0,-1-1 0,1-1 0,0 1-1,-9-4 1,6 1-9,0 0-1,0-1 1,1 0-1,-1-1 1,1 1-1,0-1 1,-10-12-1,6 6-25,1-2 0,0 1-1,1-1 1,1-1 0,0 0 0,1 0-1,0 0 1,1-1 0,-5-20-1,5 2-142,1 0-1,2 0 0,2 0 0,1-41 1,0 63 39,1-1 0,1 0 0,0 1 0,0-1 0,1 1 0,1 0 0,0-1 0,1 1 1,0 1-1,1-1 0,0 0 0,1 1 0,12-18 0,-4 10-278,2 1 0,0 0 0,1 2 0,1 0 0,0 1 0,1 0 0,27-15 0,-11 11-1889,1 1-1,0 1 0,58-16 0,-6 10-8194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3:04.1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373 337 6147,'0'0'3780,"-25"-7"-1771,-5-3-1283,-49-8-1,74 18-644,-1-1 0,0 1-1,1 0 1,-1 0 0,1 0-1,-1 1 1,1 0-1,-1 0 1,1 1 0,-1-1-1,1 1 1,-7 4 0,3-1 64,0 1 0,1 0 1,0 1-1,-11 10 0,15-13-87,-6 5 52,1 0 0,0 1-1,0 0 1,1 0 0,1 1-1,0 0 1,0 1 0,1-1-1,1 1 1,-1 0 0,2 1-1,0-1 1,1 1 0,0 0-1,0 0 1,2 0 0,-1 19 0,2-28-86,0 1 0,0-1 0,0 0 0,1 1 0,0-1 0,0 1 0,0-1 0,0 0 0,1 0 0,-1 0 0,1 0 0,4 6 0,-4-7-16,1 0 0,0 0 0,-1-1 0,1 0 0,0 1 0,0-1 0,0 0 0,0-1 0,1 1 0,-1 0 0,0-1 0,1 0 0,-1 0 0,1 0 0,7 1 0,6 0 35,1 0 1,0-1-1,0-1 1,0-1-1,-1-1 1,1 0-1,0-1 1,-1-1 0,0-1-1,0 0 1,22-11-1,-27 11-17,0-1 1,0 0-1,0-1 1,-1-1-1,0 0 0,-1 0 1,1-1-1,-2 0 1,1-1-1,-1 0 0,-1-1 1,0 0-1,0 0 0,-1 0 1,9-21-1,-13 22 89,0 0-1,-1 0 1,0 0 0,0 0-1,-1 0 1,-1 0-1,0-14 1,0 15 145,-5 27-146,4-4-149,1 1 0,0-1 0,4 22 0,-3-31 33,0 0-1,0 0 0,1 0 0,0 0 1,0 0-1,0 0 0,1-1 0,-1 1 1,1-1-1,0 0 0,1 0 0,-1 0 0,5 5 1,1-2-11,0 0 1,0-1 0,0 0 0,1 0-1,0-1 1,0 0 0,0-1-1,0 0 1,14 3 0,-2-2-137,-1-2 0,1 0 1,37-1-1,-52-2 113,0 0 1,0 0-1,0-1 0,0 0 1,0 0-1,-1-1 1,1 0-1,0 0 0,-1-1 1,0 1-1,1-1 0,-1-1 1,0 1-1,-1-1 0,1 0 1,-1-1-1,1 1 1,-1-1-1,0 0 0,-1 0 1,0-1-1,1 1 0,-2-1 1,1 0-1,-1 0 0,0 0 1,3-8-1,0-2 79,0 0 0,-2-1 0,0 1-1,0-1 1,1-30 0,-4-90 477,-3 70-272,2 42 206,-6-42 0,5 57-95,-1 1 0,-1 0 0,1 0 0,-1 0 0,-1 1 0,0-1 0,-8-12 0,12 21-337,0 0-1,0 0 1,0 0 0,0 0 0,0 0-1,0 0 1,0 0 0,0 0-1,0 1 1,0-1 0,0 0-1,0 0 1,-1 0 0,1 0-1,0 0 1,0 0 0,0 0 0,0 0-1,0 0 1,0 0 0,0 0-1,0 0 1,-1 0 0,1 0-1,0 0 1,0 0 0,0 0-1,0 0 1,0 0 0,0 0-1,0 0 1,-1 0 0,1 0 0,0 0-1,0 0 1,0 0 0,0 0-1,0 0 1,0 0 0,0 0-1,-1 0 1,1 0 0,0 0-1,0 0 1,0 0 0,0 0-1,0 0 1,0 0 0,0 0 0,0-1-1,0 1 1,0 0 0,-1 0-1,1 0 1,0 0 0,0 0-1,0 0 1,0 0 0,0 0-1,0-1 1,0 1 0,0 0 0,0 0-1,0 0 1,0 0 0,0 0-1,0 0 1,0-1 0,-1 14-79,1-8 135,-2 372 581,2-371-651,19 284 187,-1-11-267,-17-222-359,1 9-1545,-2-21-6502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3:04.4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75 5987,'0'0'2337,"25"-12"-638,86-36-29,-102 45-1487,0 0 0,0 1-1,0 0 1,1 0 0,-1 1-1,0 0 1,1 1 0,-1 0-1,1 0 1,18 4 0,-24-4-130,0 1-16,1 0 1,0 0-1,0 0 1,-1 1-1,1 0 1,-1 0-1,1 0 1,-1 0-1,0 1 1,0-1 0,0 1-1,0 0 1,0 0-1,4 5 1,-4-2-21,1 0 0,-1 0 1,0 1-1,-1-1 1,1 1-1,-1 0 0,0-1 1,2 12-1,0 9 81,0-1-1,-2 1 1,-2 0 0,0 28-1,-1-44 11,0-6-35,0 0-1,-1 0 1,1 0 0,-1 0 0,0 0 0,0 0-1,-1 0 1,1 0 0,-1 0 0,0-1 0,0 1-1,-1 0 1,1-1 0,-1 0 0,0 0 0,0 0-1,-1 0 1,1 0 0,-1-1 0,0 1 0,0-1-1,0 0 1,0 0 0,0-1 0,-1 1 0,1-1-1,-6 2 1,-10 5 235,1-2-1,-1 0 1,0-2-1,0 0 1,-27 3-1,13-5-176,0-1 0,-50-3 1,83 1-171,1 0 1,-1 0 0,0-1-1,1 1 1,-1 0 0,0 0 0,1-1-1,-1 1 1,0 0 0,1 0-1,-1-1 1,1 1 0,-1-1 0,1 1-1,-1-1 1,1 1 0,-1-1-1,1 1 1,0-1 0,-1 1 0,1-1-1,-1 1 1,1-1 0,0 0-1,0 1 1,-1-1 0,1 0 0,0 1-1,0-1 1,0 0 0,0 1-1,0-1 1,0 0 0,0 1 0,0-1-1,0 0 1,0-1-210,0-1 0,1 1 0,-1 0 0,1 0-1,-1 0 1,1 0 0,-1 0 0,1 0 0,0 0 0,0 0 0,0 1 0,2-3-1,2-1-707,-1 1-1,1-1 0,1 1 0,-1 1 0,7-5 0,44-23-8007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3:04.8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1 8100,'0'0'12053,"-4"4"-11482,1 0-510,1 0 1,-1 0-1,1 0 0,0 0 1,0 0-1,1 0 0,-1 0 1,1 1-1,0-1 0,0 1 1,0-1-1,0 7 0,0 13 366,2 29-1,1-13-51,-2 371 1060,0-138-3630,0-269 1812,0 1-75,0 1-1,0-1 0,1 1 0,1 8 0,6-1-3007,-7-13 2979,0 1 0,-1-1 0,1 1 1,0-1-1,0 1 0,0-1 0,0 1 0,0-1 0,0 0 0,0 0 0,0 1 0,0-1 0,0 0 0,2 0 1,10 0-7977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3:05.3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11 348 7443,'0'0'6217,"31"-16"-4785,101-48-370,-127 62-1014,0 0 0,0 0 0,0 0 0,0 1 0,0 0 0,0 0 0,0 0 0,0 0 0,0 1 0,0 0 0,0 0 0,0 1 0,1-1 0,-1 1 0,0 0 0,0 0 0,0 1 0,0 0 0,6 3 0,-4-1-20,-1 1 0,1 0 1,-1 1-1,0 0 0,-1 0 0,1 0 1,-1 0-1,6 12 0,-4-6-17,-1 0 0,0 0 0,0 1-1,-2-1 1,1 1 0,-2 1 0,0-1 0,0 0 0,-1 1-1,-1-1 1,0 1 0,-1-1 0,-1 1 0,-2 16 0,2-26-6,0 1 1,0 0 0,0-1-1,-1 1 1,0-1 0,0 0 0,0 1-1,0-1 1,-1 0 0,0 0-1,1 0 1,-7 5 0,3-3 24,0-1 1,-1 1-1,0-1 1,0-1 0,0 0-1,-13 6 1,1-3 54,1 0 1,-1-2 0,0 0 0,0-2 0,-28 3 0,-52-4 655,64-2-220,34 0-499,0 0 0,1 0 0,-1 0 0,1 0 0,-1 0 0,0 0 0,1-1 0,-1 1 0,1 0 0,-1 0 0,1 0 0,-1 0 0,0-1 0,1 1 0,-1 0 0,1-1 0,-1 1 0,1 0 0,-1-1 0,1 1 0,0-1 0,-1 1 0,1-1 0,-1 1 0,1-1 0,0 1 0,0-1 0,-1 1 0,1-1 0,0 1 0,0-1 0,-1 0 0,1 1 0,0-1 0,0 1 0,0-1 0,0 0 0,0 1 0,0-1 0,0 1 0,0-1 0,0 0 0,0 1 0,0-1 0,1 1 0,-1-1 0,0 1 0,0-1 0,1 0 0,-1 1 0,0-1 0,0 1 0,1-1 0,-1 1 0,1-1 0,-1 1 0,0 0 0,1-1 0,-1 1 0,1-1 0,-1 1 0,1 0 0,0-1 0,5-2-20,1 0 0,-1 0 0,0 1 0,1 0 0,0 0 0,0 0 0,9 0 0,58-4-49,-57 5 49,58-2-58,118-9 70,-166 8-72,1-1 1,0-1-1,-1-1 0,46-20 0,-66 25 38,0-1 0,0-1 0,-1 1-1,1-1 1,-1 0 0,0-1 0,0 1 0,0-1 0,-1-1-1,0 1 1,0-1 0,0 0 0,-1 0 0,0 0 0,0 0-1,0-1 1,-1 0 0,0 1 0,0-1 0,-1 0 0,0-1-1,0 1 1,0 0 0,0-8 0,0-112 128,-3 74-27,-4-60 587,3 98-305,-1 1 1,0 0 0,0 0-1,-2 0 1,-10-24 0,15 37-288,-1 1 0,1-1 0,0 0 0,-1 0 0,1 0 0,-1 1 0,1-1 0,-1 0 0,0 0 0,1 1 0,-1-1 0,1 1 0,-1-1 0,0 0 0,0 1 0,-1-1 0,2 1-57,0 0 0,-1 0-1,1 0 1,0 0 0,-1 0 0,1 0 0,0 1-1,-1-1 1,1 0 0,0 0 0,0 0-1,-1 0 1,1 1 0,0-1 0,0 0 0,-1 0-1,1 1 1,0-1 0,0 0 0,0 0-1,-1 1 1,1-1 0,0 0 0,0 1 0,0-1-1,0 0 1,0 1 0,0-1 0,-5 31-13,4 11-17,5 67 0,-2-94 16,1 0 0,0-1 0,1 0 0,0 1-1,1-1 1,1-1 0,0 1 0,10 15-1,-7-14-34,1-2 0,0 0 0,1 0 0,0 0 0,1-2-1,0 1 1,1-2 0,0 1 0,1-2 0,0 0-1,0 0 1,1-2 0,0 0 0,1 0 0,-1-2-1,1 0 1,0 0 0,34 3 0,-32-6-178,1 0 0,0-2 0,0-1 0,23-3 0,-36 3 146,0 0 0,0-1 0,0 0 0,-1 0 0,1 0 1,0-1-1,-1 0 0,1 0 0,-1 0 0,0-1 0,0 0 1,-1 0-1,1 0 0,-1 0 0,1-1 0,4-6 0,-3 1 26,-1 0 0,0 0 0,0 0 0,0 0 0,-2-1 0,1 0-1,-1 0 1,2-20 0,-1-6 37,-2-49 0,-2 66 18,-4-13 292,4 32-296,0 1 1,0-1-1,0 1 1,0-1 0,0 1-1,0-1 1,-1 1 0,1-1-1,0 1 1,0-1 0,-1 1-1,1-1 1,0 1-1,-1 0 1,1-1 0,0 1-1,-1-1 1,1 1 0,0 0-1,-1-1 1,1 1-1,-1 0 1,1-1 0,-1 1-1,1 0 1,-1 0 0,1 0-1,-1-1 1,1 1-1,-1 0 1,1 0 0,-1 0-1,1 0 1,-1 0 0,1 0-1,-1 0 1,1 0-1,-1 0 1,0 0 0,1 0-1,-1 1 1,1-1 0,-1 0-1,1 0 1,-1 0 0,1 1-1,-1-1 1,1 0-1,0 0 1,-1 1 0,1-1-1,-1 0 1,1 1 0,0-1-1,-1 1 1,1-1-1,0 1 1,-1 0 0,-2 2-7,1 0 1,-1 1 0,1-1 0,0 1 0,0-1-1,0 1 1,1 0 0,-1 0 0,1 0-1,0 0 1,-1 6 0,-6 49 92,8-57-95,-2 28 25,1 0-1,5 58 0,-3-83-100,1 1 0,0 0 0,0 0 1,0-1-1,1 1 0,0-1 0,0 0 1,0 0-1,0 0 0,1 0 0,0-1 0,0 1 1,0-1-1,0 0 0,1 0 0,0 0 0,0-1 1,7 4-1,-6-3-512,1-1 1,-1 0-1,1-1 1,-1 0-1,1 0 1,13 2-1,-15-3-233,1-1 0,-1 0 0,1 0 0,-1 0 0,0-1 0,1 1 0,-1-1 1,0-1-1,7-1 0,-8 1-476,1-1 0,-1 1 0,0-1 1,0 0-1,5-4 0,-9 7 1281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3:05.7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1953,'0'0'11349,"32"24"-12950,-19 8-2192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3:06.2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337 8 7379,'0'0'1735,"-23"-1"594,5-1-1816,7 0-277,0 1-1,0 0 1,0 1 0,-1 0-1,1 1 1,0 0 0,0 0 0,0 2-1,0-1 1,0 1 0,1 1-1,-19 8 1,18-6 68,0 1-1,1 0 0,0 1 1,0 0-1,1 1 1,0 0-1,0 1 0,1-1 1,-10 17-1,14-19-184,0 1 0,0-1-1,1 1 1,0 0 0,0 0-1,1 1 1,0-1 0,0 0-1,1 1 1,0-1 0,0 1-1,1-1 1,0 1 0,1-1-1,2 11 1,-1-12-85,0 0 1,1-1-1,-1 0 0,2 1 1,-1-1-1,1 0 0,-1 0 1,2-1-1,-1 1 0,1-1 0,0 0 1,0 0-1,0-1 0,0 1 1,1-1-1,12 6 0,0 1-15,1-2-1,0 0 0,1-1 1,29 7-1,-8-7-626,0-2 0,0-1-1,0-3 1,50-2 0,-78 0 47,1-1 0,0 0 0,-1-1 0,0 0 1,1-1-1,-1-1 0,0 0 0,-1-1 0,1 0 1,-1-1-1,0 0 0,0-1 0,-1 0 0,0-1 0,0 0 1,-1-1-1,0 0 0,14-16 0,-15 12 274,1 0 1,-1 0-1,-1-1 0,-1 0 0,0-1 1,6-18-1,-9 22 753,0 0 1,-2 0-1,1-1 1,-1 0-1,-1 1 1,0-1-1,-1 0 0,0 1 1,-2-15-1,1 25-328,1 0-1,-1 0 1,1-1-1,-1 1 0,0 0 1,0 0-1,0 0 1,1 0-1,-1 0 0,0 0 1,0 0-1,-1 0 1,1 0-1,0 0 1,0 0-1,0 1 0,-1-1 1,1 0-1,0 1 1,0-1-1,-1 1 0,1 0 1,-1-1-1,1 1 1,0 0-1,-1 0 0,1 0 1,-1 0-1,1 0 1,-2 0-1,-7 0 180,1 1 0,-1 0 0,-10 2 0,11 0-172,0 0 0,1 0 0,0 0 0,-1 1 0,1 0 0,1 1 0,-1 0-1,1 0 1,0 1 0,0 0 0,0 0 0,1 0 0,0 1 0,0 0 0,0 0 0,1 1-1,0-1 1,1 1 0,0 0 0,0 0 0,1 1 0,0-1 0,0 1 0,1 0 0,0 0 0,0 0-1,1 0 1,0 13 0,1-21-129,0 1-1,0-1 0,0 1 1,1 0-1,-1-1 1,0 0-1,1 1 0,-1-1 1,1 1-1,-1-1 1,1 1-1,0-1 1,0 0-1,0 0 0,0 1 1,0-1-1,0 0 1,0 0-1,0 0 0,2 2 1,0-2 0,0 1 1,0 0-1,0-1 1,1 1-1,-1-1 1,0 0-1,1 0 1,6 0-1,1 1 29,1-2 0,0 0 0,0 0 0,20-4 0,-26 3-33,0-1 1,0 0-1,0 0 1,-1-1 0,1 1-1,-1-1 1,1-1 0,4-3-1,-6 5 9,-1-1-1,1 0 0,-1 0 0,0 0 0,0 0 0,-1 0 1,1-1-1,0 1 0,-1-1 0,0 0 0,0 1 0,2-7 1,-4 13-27,-1 0 0,1 0 0,0 0 0,0 0 0,0 0 0,0 1 0,0-1 0,1 0 0,-1 0 0,1 0 0,0 0 0,0 0 0,0 0 0,1 0 0,-1-1 0,0 1 0,1 0 0,0-1 0,0 1 0,0-1 0,0 1 0,0-1 0,0 0 0,1 0 0,-1 0 0,1 0 0,4 2 0,2 2-443,-1-1-1,2-1 0,-1 1 1,0-2-1,1 1 1,0-1-1,17 3 0,-4-3-4010,30-1-1,-22-2-2764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3:06.6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49 6819,'0'0'12670,"-6"-12"-11800,4 8-833,1 0-7,-1 1 0,0 0 0,0-1 0,0 1 0,0 0 0,0 0 0,0 0 0,-4-3 0,6 6-25,-1 0-1,1 0 1,0 0 0,-1 0 0,1 0-1,0 0 1,-1 0 0,1 0 0,0 0 0,0 0-1,-1 0 1,1 0 0,0 0 0,-1 0-1,1 0 1,0 0 0,0 0 0,-1 1-1,1-1 1,0 0 0,0 0 0,-1 0-1,1 0 1,0 1 0,0-1 0,0 0 0,-1 0-1,1 0 1,0 1 0,0-1 0,0 0-1,0 0 1,-1 1 0,1-1 0,0 0-1,0 0 1,0 1 0,0-1 0,0 1 0,-7 31 318,-1 250 2308,8-232-2487,0-45-129,0 0-1,0 0 1,0 0-1,1 1 1,0-1-1,0 0 1,0 0 0,4 8-1,-4-11-29,0-1-1,0 0 1,0 1 0,0-1-1,0 0 1,0 0-1,1 0 1,-1 0 0,0 0-1,1 0 1,-1 0-1,1 0 1,-1 0 0,1-1-1,-1 1 1,1 0-1,-1-1 1,1 0 0,0 1-1,-1-1 1,1 0-1,0 0 1,-1 0 0,1 0-1,0 0 1,-1 0-1,1 0 1,0-1 0,1 0-1,7-1-52,0-2 1,0 1-1,0-1 0,-1-1 1,0 0-1,13-8 0,-10 5 6,0 1-1,22-9 1,-22 12 6,1 1 0,-1 0 1,1 1-1,0 0 1,0 1-1,20 0 1,-28 1 20,-1 0 0,1 1 1,0-1-1,-1 1 1,0 0-1,1 0 0,-1 0 1,0 1-1,1-1 1,-1 1-1,0 0 1,0 1-1,0-1 0,0 0 1,-1 1-1,1 0 1,-1 0-1,0 0 0,0 0 1,0 1-1,4 4 1,-6-5 26,0-1 0,1 1-1,-1 0 1,0-1 0,0 1 0,0 0 0,-1 0 0,1 0 0,-1 0 0,1 0 0,-1 0 0,0 0 0,0 0 0,0 0 0,-1 0 0,1 0 0,-1 0-1,0-1 1,1 1 0,-1 0 0,-1 0 0,1 0 0,0-1 0,-1 1 0,1-1 0,-1 1 0,0-1 0,1 1 0,-1-1 0,-1 0 0,1 0 0,0 0 0,0 0-1,-4 2 1,-5 3 40,0 0-1,-1-1 0,1 0 0,-1-1 0,-1 0 0,-19 5 1,16-7-4,1 0 0,-1-2 1,-1 0-1,-20-1 0,19 0-124,16 0-50,-1 0 0,1 0 0,0 0-1,-1 0 1,1 0 0,-1-1 0,1 1 0,0-1 0,-1 0 0,1 0 0,0 0 0,0 0-1,-1 0 1,1 0 0,0-1 0,0 1 0,0-1 0,1 1 0,-1-1 0,0 0-1,1 1 1,-1-1 0,-2-4 0,2 1-758,0 0-1,0-1 0,0 1 1,1-1-1,0 1 1,0-1-1,0 1 1,1-1-1,0-8 1,0-31-8114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3:07.0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 0 3618,'0'0'12712,"-9"30"-11194,-1 2-1023,0 2 114,0 0-1,3 0 1,-7 64 0,12 17 796,2-79-1084,0-27-279,0 0 0,1 0 0,0 0 1,0 0-1,1 0 0,0 0 0,1-1 1,-1 1-1,2-1 0,-1 1 0,1-1 1,1 0-1,-1 0 0,1-1 0,1 0 0,0 1 1,0-2-1,0 1 0,0-1 0,1 0 1,0 0-1,1-1 0,11 8 0,-11-10-38,-1 0 0,1 0 0,0 0 0,0-1-1,0 0 1,0 0 0,9 0 0,59-1-10,-56-1 3,-5-1-16,-1-1 0,1 1 0,0-2 1,-1 0-1,0-1 0,0-1 0,0 0 1,0 0-1,-1-2 0,15-8 0,-21 10 4,0 1 0,0-1 0,0 0 0,-1-1 0,0 0-1,0 0 1,0 0 0,-1-1 0,0 1 0,-1-1 0,1 0-1,-1-1 1,0 1 0,-1-1 0,0 0 0,0 0 0,-1 0 0,0 0-1,2-9 1,-3-46-3,-1 63 16,0-1 1,0 0 0,0 1 0,0-1 0,0 0 0,0 1 0,0-1 0,0 0 0,-1 1 0,1-1 0,0 0 0,0 1 0,-1-1 0,1 0 0,0 1-1,-1-1 1,1 1 0,-1-1 0,1 0 0,0 1 0,-1-1 0,1 1 0,-1 0 0,0-1 0,1 1 0,-1-1 0,1 1 0,-1 0 0,0-1 0,1 1-1,-1 0 1,0 0 0,1-1 0,-1 1 0,0 0 0,1 0 0,-1 0 0,0 0 0,1 0 0,-1 0 0,0 0 0,1 0 0,-1 0 0,0 1 0,0-1-1,1 0 1,-1 0 0,1 0 0,-1 1 0,0-1 0,1 0 0,-1 1 0,0-1 0,1 1 0,-1-1 0,1 1 0,-1-1 0,1 1 0,-1 0 0,-3 4-9,-1 1 0,2 0 0,-1 0 0,1 1 0,0-1 0,0 1 0,0-1 1,1 1-1,-2 7 0,1 3 21,0 0 1,1 1-1,0-1 1,2 0 0,2 30-1,-2-44-15,0 0 1,1-1-1,-1 1 0,1 0 0,0-1 0,-1 1 1,2-1-1,-1 1 0,0-1 0,0 1 1,1-1-1,-1 0 0,1 1 0,0-1 0,-1 0 1,4 2-1,-1-1-74,0 0-1,0 0 1,0-1 0,0 0 0,1 1-1,-1-2 1,1 1 0,7 2 0,7-1-823,0 0 0,1-1 0,32-1 0,-45-1 423,58-1-3815,5-5-2198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3:07.3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 27 2769,'0'0'20986,"-14"-26"-20282,-20 33-6819,-20 3-2128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3:09.1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185 1 7780,'0'0'8297,"15"0"-8065,-12 0-217,2 0 2,0 0 0,0 0 0,0 0 0,0 0 0,0 1 0,0 0 0,-1 0 0,1 0 0,0 1 0,-1 0 0,1-1 0,-1 2 0,1-1 0,-1 0 0,0 1 0,0 0 0,0 0 0,0 0 0,0 1 0,-1-1 0,6 8 0,-3 0 8,0 0 0,-1 0 0,0 0 0,-1 0 0,-1 1 0,0 0 0,0 0 0,1 22 0,-3-26-13,0-1 0,-1 1-1,0 0 1,-1 0 0,0 0-1,0 0 1,0 0 0,-1-1-1,-1 1 1,1-1 0,-1 1-1,0-1 1,-1 0 0,-5 9-1,0-5 162,-1-2 0,1 1 0,-2-2 0,1 1 0,-1-1 0,0-1 0,-1 0 0,1 0-1,-2-1 1,1-1 0,0 0 0,-1-1 0,0 0 0,-17 3 0,-17-5 4049,38-3-4329,0 1 0,1 1 0,-16 2-1,13-4 89,10 1 19,0 0 0,-1-1 0,1 1 0,0 0 0,-1 0 0,1 0 0,0 0 0,-1 0 0,1 0 0,0 1 1,-1-1-1,1 0 0,-3 2 0,4 0 581,0 13-837,0-12 253,-1 30-9,8 58-1,-5-80 16,0 0 0,1-1 0,0 1 0,1-1 0,0 0 1,1 0-1,0 0 0,0-1 0,10 13 0,-12-18 0,6 8 15,0 0 0,1 0-1,0-1 1,1 0-1,1-1 1,0 0-1,15 9 1,-27-19 66,1 0-1,-1 0 1,1 0-1,-1 0 1,1 0-1,-1 0 1,0 0 0,1 0-1,-1 0 1,1-1-1,-1 1 1,1 0-1,-1 0 1,0-1 0,1 1-1,-1 0 1,0 0-1,1-1 1,-1 1-1,0 0 1,1-1 0,-1 1-1,0 0 1,1-2-1,2-1 32,6-3-129,0 0 0,0 0 0,0 1 0,1 1 0,0-1 0,0 2 0,13-4 1,74-13-70,-80 18 74,195-32-263,-210 34 341,3-2-2641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3:09.4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287 0 9220,'0'0'6961,"30"6"-5288,-8-3-1417,-4 0-95,-1 0 0,0 0 0,22 9 0,-30-8-94,0 0-1,0 0 1,-1 1 0,1 0-1,-1 0 1,-1 1-1,1 0 1,-1 0-1,0 1 1,10 12-1,-1 3 58,0 2 0,-1 0-1,-1 1 1,-2 0-1,0 1 1,-2 0 0,-1 1-1,7 30 1,-6-7 119,-3 0 1,-2 0-1,-1 89 1,-5-111-203,-2 0 0,0 0 0,-2 0 1,-1-1-1,-1 0 0,-1 0 0,-1-1 1,-2 0-1,-1 0 0,0-1 0,-2-1 1,-28 39-1,11-24-82,-1-1 1,-1-2-1,-2-1 0,-44 34 1,40-40-998,-2-1 0,-48 26 1,69-44-1319,-43 16 0,-15-6-5578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3:09.8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0 104 2673,'0'0'13046,"3"-48"-12678,37 27 81,8 1-177,-5 8-144,2 10 0,-5 2-128,0 10-208,-2 26-289,-1 5-1247,1-1-1906,-1-6-3905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3:11.2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322 94 3362,'0'0'6296,"-27"4"-5304,-86 11 142,2-3 2049,73-11 2358,608-25-5098,-137 2 261,-433 22-698,0 0 0,1 0 0,-1 0 1,0 0-1,0 0 0,1 0 0,-1 0 0,0 0 0,0 0 0,1 0 0,-1 0 0,0 0 0,0 0 0,1 0 0,-1 0 1,0 0-1,0 0 0,1 0 0,-1 0 0,0-1 0,0 1 0,0 0 0,1 0 0,-1 0 0,0 0 0,0-1 0,0 1 1,0 0-1,1 0 0,-1 0 0,0-1 0,0 1 0,0 0 0,0 0 0,0 0 0,0-1 0,0 1 0,1 0 0,-1 0 1,0-1-1,0 1 0,0-1 0,-1 1 5,1-1 1,0 1-1,0-1 0,-1 1 1,1-1-1,-1 0 0,1 1 1,0-1-1,-1 1 0,1 0 1,-1-1-1,1 1 1,-1-1-1,1 1 0,-1 0 1,0-1-1,1 1 0,-2-1 1,-11-3-55,-1 0 0,0 0-1,0 1 1,-22-2 0,-65 0-617,76 5 450,-541-1-1732,316 3 4185,450-1-2042,488-14 1,-661 11-244,-7 1-125,1-1 0,-1 0 0,25-7 1,-29 2-2267,-14 6 1472,0 0-1,0 1 1,1-1-1,-1 0 0,0 1 1,0-1-1,0 1 1,1 0-1,3-1 0,19 1-6943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3:11.5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8644,'0'0'11867,"0"5"-11435,38 440 304,-38-441-773,4 5-1274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3:11.9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535 83 6723,'0'0'5531,"-31"-16"-3373,-10-4-1342,-53-19 1,89 37-744,-1 0 1,1 1-1,0 0 0,0 0 1,-1 1-1,1 0 1,-1-1-1,1 2 1,0-1-1,-1 1 0,1-1 1,0 1-1,0 1 1,-9 3-1,5-1 39,2 0-1,-1 1 1,0 0 0,1 1-1,-12 11 1,9-8 22,-9 9 45,2 0 1,0 1-1,1 1 1,0 0-1,2 2 1,1-1-1,1 2 1,0-1 0,2 2-1,0-1 1,-8 37-1,6-6-44,2 1 0,2 1-1,3-1 1,2 66 0,2-99-108,2 1 0,0-1 1,1 0-1,2 0 1,0 0-1,1 0 1,2-1-1,0 0 1,12 24-1,-6-19-6,2-1-1,0-1 1,2-1-1,1 0 1,0-1 0,2-1-1,1 0 1,0-2-1,1-1 1,1 0-1,1-2 1,0 0-1,1-2 1,1-1-1,0-1 1,1-1 0,0-1-1,1-2 1,54 10-1,-47-13 17,0-1 0,1-3 0,0 0 0,-1-3 0,1-1 0,-1-1 0,1-2 0,40-12 0,-55 11 11,-1 0 0,0-2 1,-1 0-1,1-1 0,-2 0 0,0-2 1,0 0-1,-1-2 0,0 1 0,-1-2 1,-1 0-1,0-1 0,-1-1 0,21-33 1,-24 30 93,0-2 1,-1 1 0,-1-2-1,-1 1 1,-1-1-1,5-30 1,-6 13 123,-1 0-1,-2-78 1,-3 98-217,-1 1 0,-1 0 1,0-1-1,-2 1 0,0 0 0,-1 1 0,-1-1 0,0 1 0,-2 0 0,0 0 1,-19-29-1,11 26-6,-1 1 1,0 0-1,-2 1 1,0 2-1,-1-1 1,-1 2-1,0 1 1,-1 1-1,-1 1 1,0 0-1,-1 2 1,-36-12-1,13 8-493,-1 3-1,0 1 1,-1 3 0,0 2-1,-85-1 1,105 8-827,1 0 0,-1 2 0,1 1 1,0 1-1,0 1 0,-30 12 0,-57 24-9864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3:17.5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6 2273,'0'0'13369,"-17"0"-12270,-32 0-655,37 0-237,38 0 129,502-5 1257,-704 5-1028,176 19 22,-2 174 824,4 214-615,-2-399-901,1 0 0,0 0 0,0-1 0,0 1 0,1 0 0,1-1 0,5 15 0,-6-19-318,0 1-1,0-1 1,0 1-1,1-1 1,-1 0-1,1 0 1,0 0-1,-1 0 1,2-1 0,-1 1-1,0-1 1,0 0-1,1 0 1,-1 0-1,1 0 1,7 2-1,31 3-7702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3:17.9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 7091,'0'0'7348,"31"2"-6711,9 1-470,54 10 0,-87-11-146,0 0-1,1 1 1,-1 0 0,0 0 0,0 1-1,0 0 1,-1 0 0,1 1 0,-1-1 0,0 1-1,0 1 1,-1-1 0,0 1 0,0 0 0,8 11-1,-2-2 27,0-1-9,0 1 1,-1 0 0,-1 1-1,0 0 1,-2 0 0,1 1-1,-2 0 1,0 0 0,-1 0-1,-1 1 1,-1 0 0,0 0-1,0 21 1,-3-28 17,0-7 30,0-1 1,0 1-1,0 0 1,0-1-1,-1 1 1,-1 4-1,2-7-42,0 0-1,-1 0 0,0 0 1,1 0-1,-1 0 1,0 0-1,1 0 0,-1 0 1,0-1-1,0 1 0,0 0 1,0 0-1,0-1 1,0 1-1,0-1 0,0 1 1,0-1-1,0 1 0,0-1 1,0 0-1,0 1 1,0-1-1,-2 0 0,-3 1 131,1 0-1,-1 0 1,0-1-1,0 0 1,0 0-1,0 0 1,-9-2-1,12 1-109,1 0-1,0 1 0,-1-1 0,1 0 0,0 0 0,0 0 0,0-1 0,0 1 0,0 0 0,0-1 1,0 1-1,0-1 0,1 0 0,-1 0 0,1 1 0,-1-1 0,1 0 0,-1 0 0,1 0 0,-1-4 1,-2-6 38,1 0 0,0 0 1,1 0-1,0 0 0,1-1 1,0 1-1,1 0 0,1 0 1,0-1-1,0 1 0,2 0 1,-1 0-1,1 0 1,1 0-1,0 1 0,1-1 1,0 1-1,10-16 0,-6 14-134,0 1 0,1 1 0,0-1-1,1 2 1,0-1 0,1 2 0,0-1-1,0 2 1,1 0 0,19-9 0,-19 11-449,0 1 1,1 1 0,0 0 0,0 1-1,0 0 1,27-1 0,82 4-8188,-62 4 1259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3:18.2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418 28 8404,'0'0'5690,"-33"-5"-3184,-107-15-743,132 19-1644,1 0 0,0 1 0,-1 0 0,1 0 0,-1 1 0,1 0-1,0 0 1,0 0 0,-1 1 0,1 1 0,0-1 0,1 1 0,-1 0 0,0 0 0,1 1 0,0 0 0,0 0 0,-8 7-1,11-8-69,-6 3 36,1 2 1,0-1 0,0 1-1,1 0 1,0 1-1,0 0 1,1 0 0,0 0-1,0 1 1,1 0-1,1 0 1,0 0 0,0 1-1,1-1 1,0 1-1,1 0 1,0 0 0,0 0-1,2 0 1,-1 0-1,1 0 1,3 20 0,-1-25-79,0-1 0,0 1-1,1-1 1,-1 0 0,1 1 0,0-1 0,1-1 0,-1 1 0,1 0 0,0-1 0,0 0 0,0 0 0,1 0-1,-1 0 1,1-1 0,0 0 0,0 0 0,1 0 0,-1-1 0,6 3 0,4 1-36,0-1 0,0 0 1,1-1-1,0 0 0,0-2 0,18 2 1,-22-3-122,1-1 1,-1 0-1,0 0 0,24-5 1,-32 3 135,1 1 0,-1-1 0,1 0-1,-1 0 1,0 0 0,0 0 0,0-1 0,0 0 0,-1 0 0,1 0 0,-1 0-1,0 0 1,0-1 0,0 1 0,5-8 0,-1-3 254,0-1 1,-1 1-1,-1-1 0,0 0 1,-1-1-1,-1 1 0,0-1 1,-1 1-1,-1-1 0,0-18 1,-2 71-504,0-13 343,1-1 1,7 48 0,-5-63-330,0 0 0,0 0 0,1 0 1,0-1-1,0 1 0,1 0 0,0-1 1,0 0-1,1 0 0,0-1 0,0 1 1,10 9-1,-4-6-2084,0 0 0,1-1 0,15 9 0,2-4-6325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3:18.7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87 9012,'0'0'11592,"-3"16"-10506,0 2-688,1-8-185,0-1 0,0 1 0,1 0 0,1-1 0,0 1 0,0 0 0,0-1 1,4 14-1,-3-15 0,2 0 0,-1 0 0,1-1 0,0 1 0,0-1 0,7 11 0,-8-15-181,0-1-1,0 1 1,0-1-1,0 1 1,0-1-1,0 0 1,1 0-1,-1 0 0,1 0 1,0 0-1,-1-1 1,1 1-1,0-1 1,0 0-1,0 0 1,0 0-1,0 0 1,0 0-1,6 0 1,-2-1 0,-1 1 0,1-2 0,-1 1 1,0-1-1,1 0 0,-1 0 0,0-1 0,0 0 1,1 0-1,5-3 0,-2-1 24,0 0-1,0-1 1,-1 0-1,16-16 1,-2-1-6,-2 0 0,0-2 0,21-34 0,-35 50-26,-7 10-31,1 0 0,-1 0 0,0 0 0,1 0 0,-1 0 0,0 0 0,0 0 0,1 0 0,-1 0 0,0 0 0,0 0 0,1 1 0,-1-1 0,0 0 0,0 0 0,1 0 0,-1 0 0,0 1 0,0-1 0,0 0 0,1 0 0,-1 0 1,0 1-1,0-1 0,0 0 0,0 0 0,0 1 0,0-1 0,1 0 0,-1 0 0,0 1 0,0-1 0,0 0 0,0 0 0,0 1 0,0-1 0,0 0 0,0 1 0,5 17-59,2 0 1,0-1 0,9 18-1,-12-29 60,0 0 1,0 0-1,1 0 0,0 0 0,0-1 1,0 1-1,1-1 0,0-1 0,0 1 1,0-1-1,8 5 0,0-4-85,1 0 1,-1-1-1,1 0 0,-1-1 1,1-1-1,0 0 0,0-1 0,0 0 1,0-2-1,0 0 0,24-4 1,-32 4 74,-1-1 0,0 0 1,1-1-1,-1 1 0,0-1 1,0 0-1,0-1 0,-1 1 1,1-1-1,-1 0 0,0-1 1,0 1-1,0-1 0,-1 0 1,0 0-1,0-1 0,0 1 1,0-1-1,-1 0 0,0 0 1,2-6-1,0 0 19,0-1 0,-2 1 0,0-1 0,0 1 0,-1-1 0,0 0 0,-2 0 0,1 0 0,-3-25 0,1 36-7,1-1 0,0 1 1,-1 0-1,1 0 0,-1 0 1,0 0-1,0 0 0,0 0 1,0 0-1,0 0 0,0 0 1,0 1-1,-1-1 0,1 0 1,-1 1-1,1-1 0,-1 1 1,0-1-1,-3-1 0,3 1-17,-1 1-1,0 0 0,0 0 0,0 0 0,-1 0 0,1 0 0,0 1 1,0 0-1,0-1 0,-1 1 0,1 0 0,-6 1 0,7 0 9,1-1-1,-1 0 1,1 1-1,0 0 1,-1-1-1,1 1 1,-1 0-1,1-1 1,0 1-1,0 0 1,0 0-1,-1 0 1,1 0-1,0 0 1,0 0-1,0 1 1,0-1-1,1 0 1,-1 1-1,0-1 1,1 0-1,-1 1 1,0-1-1,1 1 1,0-1-1,-1 0 1,1 1-1,-1 2 1,0 6-24,0 1 1,1-1-1,1 14 0,-1-6-9,1-5-299,0 0 1,0 1-1,1-1 1,1 0-1,0 0 0,1-1 1,1 1-1,0-1 1,8 15-1,-6-13-1463,1-1 0,1-1 0,0 1 0,18 16 0,6 1-6091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3:19.1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1 495 8900,'0'0'10277,"1"30"-9303,-2 1-724,0-7-61,2 0 0,0 0 0,1 0 0,2 0 0,10 40 0,-5-34 114,19 62 470,-23-80-654,0-1 0,0 1 0,1-1 0,1-1 0,10 16 0,-15-24-116,2 1 88,-3-12 168,-5-71-20,-17-95 1,-3-41-231,23 192-13,0-170 63,2 176-67,1 0 1,1-1-1,0 1 0,2 0 1,0 0-1,1 1 1,0 0-1,11-19 0,-13 28-57,1 0 0,0 1 0,1 0 1,0 0-1,9-9 0,-13 14-77,0 0 0,0 1 1,0-1-1,1 0 0,-1 1 1,1 0-1,-1-1 0,1 1 1,-1 0-1,1 0 1,0 1-1,0-1 0,-1 0 1,1 1-1,0 0 0,0 0 1,0 0-1,0 0 0,-1 0 1,5 1-1,-5 0-114,0-1 1,1 1-1,-1 1 0,0-1 0,0 0 1,0 0-1,0 1 0,0-1 0,0 1 0,0 0 1,0-1-1,-1 1 0,1 0 0,0 0 1,-1 0-1,0 0 0,1 1 0,-1-1 0,0 0 1,0 0-1,-1 1 0,1-1 0,0 4 0,3 7-1328,-2 0 0,0 0 0,0 15 0,-2-23 917,2 56-6787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3:19.5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71 5683,'0'0'9844,"24"-6"-7792,-1 0-1644,146-34 1371,-134 34-1420,1 2-1,59-1 1,-92 5-358,-1 1 1,0-1 0,0 0-1,0 1 1,0-1 0,0 1 0,0 0-1,0-1 1,0 1 0,0 0-1,0 0 1,0 1 0,0-1-1,0 0 1,-1 0 0,1 1 0,-1-1-1,1 1 1,-1 0 0,1-1-1,-1 1 1,0 0 0,0 0 0,0 0-1,0 0 1,0 0 0,0 0-1,-1 0 1,1 0 0,0 2 0,1 8 4,0 0 0,-1 0 1,0 0-1,-2 16 1,1-11 22,-7 96 63,1-31-2,6-79-74,-1 0 1,1 1-1,0-1 1,0 0-1,1 1 1,-1-1-1,1 0 1,-1 0-1,1 0 1,2 6-1,-1-8-8,-1 1 1,0-1-1,1 0 0,-1 1 1,1-1-1,-1 0 0,1 0 0,0 0 1,-1 0-1,1 0 0,0 0 1,0-1-1,0 1 0,-1 0 0,1-1 1,0 0-1,0 1 0,3-1 0,31 4 240,0-2 0,67-5-1,-94 3-216,10-1 62,0-2-1,-1 1 1,1-2-1,32-11 1,-42 12 30,0-1 1,0 0 0,0 0 0,-1-1-1,1 0 1,-1-1 0,0 0 0,-1 0-1,0-1 1,0 0 0,7-7 0,-11 9-19,0 0 0,0 0 0,-1 0 0,1 0 0,-1-1 0,0 1 0,-1-1 0,1 1 0,-1-1 0,0 1 0,-1-1 0,1 0 0,-1 1-1,0-1 1,-1-8 0,0 6-34,-1 1-1,1 0 0,-1 0 0,-1 0 0,1 0 0,-1 0 0,0 0 0,0 1 1,-1-1-1,0 1 0,-6-7 0,1 3-131,-2-1 0,1 1 0,-2 1 0,1 0 0,-1 1 0,0 0 0,-1 0 0,0 2 0,0-1 0,0 2 0,-1 0 0,0 0 0,0 2 0,0-1 0,-1 2 0,1 0 0,-1 1 0,1 0 0,-1 1 0,-15 2 0,23-2-340,1 1-1,-1 1 0,0-1 1,0 1-1,0 0 0,1 1 1,-1 0-1,1 0 1,-10 6-1,2 1-1611,2 0 1,-1 1-1,-11 13 0,-13 16-8173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3:20.8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0 245 6931,'0'0'9733,"21"-6"-9269,-8 2-394,-3 0-36,-1 1 1,1 1 0,-1-1-1,15 0 1,-20 2-26,0 1 0,0 0 0,1 1 1,-1-1-1,0 1 0,0-1 0,0 1 1,1 1-1,-1-1 0,0 0 0,0 1 1,-1 0-1,1 0 0,0 0 1,-1 0-1,5 4 0,6 6 7,-1 1-1,0 0 1,-1 0 0,-1 1 0,19 31-1,-24-34 3,0-1 1,-1 1-1,-1 1 0,0-1 0,0 0 0,-1 1 0,-1 0 0,0 0 0,1 23 0,-3 4 630,0-39-612,0 1 0,-1-1 0,1 0 0,0 1 0,0-1 0,0 1 0,-1-1-1,1 0 1,0 1 0,-1-1 0,1 0 0,0 1 0,-1-1 0,1 0 0,0 1 0,-1-1 0,1 0 0,0 0 0,-1 1 0,1-1-1,-1 0 1,1 0 0,-1 0 0,1 0 0,0 0 0,-1 0 0,1 0 0,-1 0 0,1 0 0,-1 0 0,1 0 0,-1 0-1,1 0 1,0 0 0,-2 0 0,1 0 29,0 0-1,0 0 1,0 0 0,0-1-1,0 1 1,0 0-1,0-1 1,0 1-1,0 0 1,0-1 0,0 0-1,0 1 1,0-1-1,0 1 1,-1-2 0,0-1-3,1 0 0,-1 1-1,1-1 1,0 0 0,0 0 0,0 0 0,1 0 0,-1 0 0,1 0 0,-1-5 0,2-38 236,0 22-200,-1 13-89,1 1-1,0 0 1,1-1-1,0 1 1,1 0-1,0 0 1,0 1-1,1-1 1,0 1-1,9-14 1,-10 18-14,0 0 0,1 0 0,0 0 0,0 0 0,0 1 0,1-1 0,-1 1 0,1 0 1,0 0-1,0 1 0,1 0 0,-1 0 0,1 0 0,-1 0 0,1 1 0,0 0 0,0 0 0,11-2 0,-12 4 0,0-1 0,-1 1 0,1 0 1,0 0-1,0 0 0,0 1 0,0-1 0,0 1 0,0 0 0,-1 1 0,9 3 0,-9-3 10,-1 0 0,1 1 0,-1-1 0,0 1 0,0 0 0,0 0 0,-1 0 0,1 0 0,-1 1 0,0-1 0,1 1 0,-2-1 0,1 1 0,2 6 0,2 10 48,-1 0 0,-1 0 0,0 1-1,-2-1 1,0 1 0,-3 40-1,2 15 225,-1-75-267,0 1-1,0-1 1,0 0-1,0 0 1,0 1-1,1-1 1,-1 0-1,0 0 1,1 0 0,-1 1-1,0-1 1,1 0-1,0 0 1,-1 0-1,1 0 1,0 0-1,-1 0 1,1 0 0,0 0-1,0 0 1,0 0-1,0 0 1,1 0-1,-1 0 7,1-1-1,-1 1 0,1-1 1,-1 0-1,1 0 0,-1 0 1,0 0-1,1 0 1,-1 0-1,1 0 0,-1-1 1,0 1-1,1-1 0,-1 1 1,1 0-1,-1-1 0,1 0 1,6-3 75,-1-1 0,0 1 1,0-1-1,0-1 0,10-10 1,78-99 360,-45 52-363,-46 58-70,0 0 0,0 1-1,0-1 1,1 1-1,9-7 1,-13 11-18,0-1 1,0 1-1,0-1 0,0 1 1,0-1-1,0 1 0,0 0 1,0 0-1,0-1 1,1 1-1,-1 0 0,0 0 1,0 0-1,0 0 0,0 0 1,0 0-1,0 1 0,0-1 1,0 0-1,1 0 0,-1 1 1,0-1-1,0 1 0,0-1 1,0 1-1,-1-1 0,1 1 1,0 0-1,0-1 0,0 1 1,0 0-1,-1 0 0,1 0 1,0 0-1,-1-1 0,1 1 1,0 0-1,-1 0 0,1 2 1,29 56-12,-20-38 19,0-1-1,2 0 1,14 20-1,-21-34-3,-1 0 1,2-1 0,-1 0-1,0 0 1,1 0-1,0 0 1,0-1-1,0 0 1,1-1-1,-1 1 1,1-1-1,0 0 1,14 3-1,-12-4 14,0 0 0,1-1 1,-1 0-1,1 0 0,-1-1 0,11-1 0,-15 0 1,0 0 0,-1 0 0,1 0 0,-1 0 1,1-1-1,-1 0 0,0 0 0,0 0 0,0 0 0,0-1 0,0 1 0,0-1 0,-1 0 0,5-4 0,1-4 65,-1 1-1,0-1 1,-1-1-1,0 0 1,-1 0-1,7-19 1,21-81 214,-34 112-301,0-1 0,0 1 0,0 0 0,0-1 0,0 1 0,0 0 0,0 0 0,0-1 0,0 1 0,0 0 0,0-1 0,0 1 0,0 0 1,0 0-1,1-1 0,-1 1 0,0 0 0,0 0 0,0-1 0,0 1 0,1 0 0,-1 0 0,0 0 0,0-1 0,1 1 0,-1 0 0,0 0 0,0 0 0,1 0 0,-1 0 0,1-1 0,4 9-163,4 18-133,-8-23 291,2 7-344,1 0 0,0 0 1,1 0-1,0 0 1,0-1-1,1 0 1,1 0-1,-1-1 1,1 1-1,1-1 1,0-1-1,0 1 1,0-2-1,1 1 1,13 7-1,-7-6-457,0 0-1,1-1 1,0-1 0,0 0-1,0-1 1,1-1 0,0-1 0,0 0-1,18 0 1,-14-1 67,0-2 0,1 0 1,-1-1-1,23-5 0,-37 5 738,0-1 0,-1 0 1,1-1-1,0 1 0,-1-1 0,0 0 0,0-1 1,0 0-1,0 0 0,0 0 0,-1 0 1,1-1-1,-1 0 0,-1 0 0,9-12 1,-8 9 381,-1 0 0,1 0 0,-2-1 1,1 1-1,-2-1 0,1 0 1,-1 0-1,0 0 0,-1 0 0,0-1 1,0-17-1,-1 22-141,0 0-1,-1 0 1,1-1 0,-1 1-1,0 0 1,0 0 0,-1 0-1,1 0 1,-1 0 0,0 0-1,-1 1 1,1-1 0,-1 1 0,0-1-1,0 1 1,0 0 0,-1 0-1,1 0 1,-1 0 0,0 1-1,-8-6 1,4 5-44,0 0-1,0 1 1,0 1 0,-1-1-1,1 1 1,0 0 0,-1 1-1,0 0 1,1 1 0,-1-1 0,1 2-1,-1-1 1,0 1 0,1 0-1,-15 5 1,17-4-112,-1 0-1,1 1 1,-1-1 0,1 1-1,0 1 1,0-1 0,1 1 0,-1 0-1,1 1 1,0-1 0,0 1-1,0 0 1,0 0 0,1 1-1,0-1 1,0 1 0,1 0-1,-1 0 1,-4 13 0,5-10-3,0 1 1,1 0-1,0 1 1,1-1-1,0 17 1,0-23-63,1 0-1,0 0 1,1 0 0,-1-1 0,1 1 0,0 0 0,0 0 0,0-1 0,0 1 0,1-1-1,-1 1 1,1-1 0,0 1 0,0-1 0,0 0 0,0 0 0,1 0 0,2 3 0,1-2 0,0-1 1,-1 0 0,1 1 0,0-2 0,1 1 0,-1-1-1,0 0 1,1 0 0,-1-1 0,10 1 0,9 0 15,36-2 1,-59 0-33,3 0-3,0-1 0,0 1 1,-1-1-1,1 0 0,-1 0 1,1-1-1,-1 1 1,1-1-1,-1 0 0,8-4 1,-5 1 24,-1-1 1,1 1-1,-1-1 0,0-1 1,6-6-1,-11 12-39,1 1-1,-1-1 0,1 0 0,-1 1 0,0-1 0,1 1 0,-1 0 1,1-1-1,0 1 0,-1 0 0,1 0 0,-1 0 0,1 0 0,-1 0 1,1 1-1,-1-1 0,1 0 0,-1 1 0,3 0 0,-3-1-6,37 10-45,-20-5-286,0-1-1,0-1 1,26 2-1,-19-4-69,-9 0 159,1 0 1,-1-2-1,24-2 0,-36 2 257,-1-1 1,0 1 0,0 0-1,0-1 1,0 0-1,0 0 1,-1 0-1,1 0 1,0 0-1,-1 0 1,1-1-1,-1 1 1,0-1 0,0 1-1,0-1 1,0 0-1,-1 0 1,1 0-1,-1 0 1,1 0-1,0-4 1,3-8 83,-1 0-1,0 0 1,2-21 0,3-55 2052,-4-123 0,-5 184 88,0 44-1869,0-5-366,0 21 25,0 0 0,2 0 0,2 0 0,6 30-1,0-28-7,1 1 0,2-2 0,1 0 0,21 35-1,21 21-1930,7-2-4054,-44-61 499,-4-12-2318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3:21.1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1 135 7507,'0'0'2994,"34"-5"-524,7 0-1856,172-28 1307,-190 29-1697,2 0 239,0 0 0,0-2 1,0-1-1,-1-1 0,41-19 1,-63 26-329,0 0 0,0-1 0,0 1 0,-1-1 1,1 0-1,0 1 0,-1-1 0,1 0 0,1-2 0,7-9 3025,-10 13-3159,2-1 1182,-1 7-299,6 274-1087,-6-206-5988,-1-49-2953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3:21.5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88 7523,'0'0'11654,"0"-87"-11942,16 123-1649,-3 12-1105,-2 5-2928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3:21.8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429 117 7972,'0'0'5127,"-30"-19"-2355,-99-57-683,122 73-1931,0 0-1,0 0 1,-1 0 0,1 1-1,0 0 1,-1 0-1,0 1 1,1-1 0,-1 2-1,0-1 1,1 1-1,-1 1 1,0-1 0,0 1-1,-11 3 1,15-3-71,-2 1 15,-1-1-1,1 1 0,0 1 0,0-1 1,1 1-1,-1 0 0,0 0 0,1 1 0,0 0 1,0-1-1,0 2 0,0-1 0,1 1 1,-1-1-1,1 1 0,1 1 0,-1-1 0,1 0 1,-1 1-1,-1 6 0,-1 1 21,1 0 0,1 1 1,0 0-1,1 0 0,1 0 0,0 0 0,0 27 0,2-35-110,0-1 0,0 1 0,0-1 0,1 1 0,0 0 0,0-1 0,0 0 0,1 1 0,0-1 0,0 0 0,0 0 0,1 0 0,0 0 0,0 0 0,0 0 0,0-1 0,1 1 0,-1-1 0,1 0 0,0 0 0,1-1 0,-1 1 0,1-1 0,-1 0 0,7 3 0,-2-1-15,1 0-1,1-1 0,-1 0 0,1 0 0,20 3 1,-25-6-45,0 0 0,0 0 0,0-1 0,0 1 0,0-2 0,1 1 0,-1-1 0,0 0 0,0 0 0,0 0 1,0-1-1,8-3 0,-8 1-8,1-1 1,-1 1 0,0-1-1,0 0 1,0 0 0,8-11-1,29-42-130,-28 35 143,66-90 35,-81 112 15,1 0 0,-1 0-1,1 0 1,-1 0-1,1 0 1,0 1 0,0-1-1,-1 0 1,1 0-1,0 1 1,0-1 0,0 0-1,0 1 1,0-1-1,0 1 1,0-1 0,0 1-1,0 0 1,0-1-1,0 1 1,0 0 0,0 0-1,0 0 1,0 0-1,0 0 1,0 0 0,0 0-1,0 0 1,1 0-1,-1 0 1,0 0 0,0 1-1,0-1 1,0 0-1,0 1 1,0-1 0,0 1-1,0 0 1,-1-1-1,2 2 1,3 2 1,-1 1-1,0 0 1,0-1-1,0 2 1,5 9-1,-1-3 43,-2-3 26,5 8 142,1 0 1,28 29 0,-36-42-143,0 0 0,1 0 0,-1-1 0,1 1 1,0-1-1,0-1 0,0 1 0,0 0 0,0-1 0,1 0 0,-1-1 1,1 1-1,-1-1 0,1 0 0,10 1 0,-14-2-17,0-1 0,1 1 0,-1 0-1,0-1 1,0 1 0,1-1 0,-1 0 0,0 0 0,0 1 0,0-1-1,0-1 1,0 1 0,0 0 0,0 0 0,-1-1 0,1 1-1,0-1 1,-1 0 0,1 1 0,-1-1 0,3-4 0,1-3 119,0 0 0,-1-1 0,6-17 1,6-13 377,-14 40-424,-1 5-179,7 57-226,7 47 169,-11-93-307,0 0 0,1 0-1,1 0 1,14 27 0,-12-30-409,1 0 0,0 0 0,1-1-1,0 0 1,1 0 0,0-1 0,1-1-1,18 13 1,49 26-6991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3:22.3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8420,'0'0'11413,"0"77"-10484,2-27-321,12 1-80,-1-8-368,-2-4-128,-3-8-64,-8-9-1184,0-8-2114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3:22.7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10261,'0'0'8628,"35"65"-9349,-35-31-3152,0-5-5412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3:23.0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 7027,'0'0'7601,"4"23"-4432,0 2-2326,25 134 3720,-28-156-4465,-1 0 0,1 0 1,0 0-1,0 0 1,0 0-1,0-1 1,0 1-1,1 0 0,1 2 1,-2-4-77,0 0 1,0-1 0,0 1-1,0 0 1,0-1-1,0 0 1,0 1 0,0-1-1,0 1 1,0-1-1,0 0 1,0 0 0,0 0-1,0 0 1,0 0-1,1 0 1,-1 0 0,0 0-1,0 0 1,0 0-1,0 0 1,0-1 0,0 1-1,0-1 1,0 1-1,0 0 1,0-1 0,0 0-1,2 0 1,12-9 200,0 0 0,-1-1 0,0 0 0,21-23 0,-7 7-79,-1 2-46,112-94 76,-135 116-181,8-5-22,-11 8 23,-1 0 0,0 0 0,1 0 0,-1 0-1,1 0 1,-1 0 0,0 0 0,1 0 0,-1 0-1,1 1 1,-1-1 0,0 0 0,1 0 0,-1 0-1,1 1 1,-1-1 0,0 0 0,1 0 0,-1 1-1,0-1 1,0 0 0,1 1 0,-1-1 0,0 0-1,0 1 1,1-1 0,-1 0 0,0 1 0,0-1 0,0 0-1,0 1 1,1-1 0,-1 1 0,0-1 0,0 1-1,5 20-335,0 1-1,-1 0 0,-1 0 0,0 26 0,5 41-3389,-5-76 2467,-1-1 1,2 0 0,-1 0-1,2 0 1,5 13 0,23 28-8223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3:23.4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261 2 12182,'0'0'2499,"-26"0"372,7-1-2333,0 1 1,0 1-1,-31 6 0,47-6-486,0 0 0,0 0 0,-1 1-1,1-1 1,0 1 0,1 0 0,-1-1 0,0 1 0,0 1-1,1-1 1,0 0 0,-1 0 0,1 1 0,0 0 0,0-1-1,0 1 1,0 0 0,1 0 0,-3 6 0,0 1 68,2-1 1,-1 1-1,2 0 1,-2 18-1,3-26-94,-2 12 49,1-1 1,0 0-1,1 1 1,1-1-1,0 0 1,1 1 0,0-1-1,1 0 1,1 0-1,0 0 1,1-1-1,0 0 1,0 1-1,2-2 1,11 19-1,0-8-55,2 0 1,0-1-1,1-1 0,44 31 0,105 54 79,-170-105-95,1 0-1,-1 0 1,0 0-1,1 0 1,-1 0-1,0 1 0,1-1 1,-1 0-1,0 0 1,0 0-1,1 0 1,-1 1-1,0-1 1,0 0-1,1 0 0,-1 0 1,0 1-1,0-1 1,0 0-1,0 0 1,1 1-1,-1-1 0,0 0 1,0 0-1,0 1 1,0-1-1,0 0 1,0 1-1,0-1 0,0 0 1,0 1-1,0-1 1,0 0-1,0 0 1,0 1-1,0 0 0,-11 4 121,-19-2 139,30-3-254,-307 2-505,298-2 68,-42-6-1333,48 6 1181,1-1 1,-1 0-1,1 0 1,-1 0-1,1 0 0,-1 0 1,1-1-1,0 1 1,-3-3-1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3:23.7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1 10037,'0'0'10463,"-8"25"-9108,-24 85-130,29-101-1152,1 1 1,1 0-1,0 0 1,0 0-1,1 0 1,0 0-1,3 16 1,-2-20-19,0-1 1,1 1 0,0-1-1,0 0 1,0 0 0,1 1-1,-1-1 1,1-1 0,1 1-1,6 8 1,-3-7-14,0 0 0,0-1 0,0 0 1,1 0-1,-1-1 0,1 0 0,0 0 1,0-1-1,1 0 0,-1-1 0,1 0 1,-1 0-1,1 0 0,0-1 0,9 0 0,-5 0-131,0-1-1,0 1 0,-1-2 0,1 0 0,14-3 1,-22 3 49,-1-1 1,1 1 0,-1-1 0,1 0-1,-1-1 1,0 1 0,0-1 0,0 1-1,0-1 1,0 0 0,-1-1 0,1 1-1,-1-1 1,0 1 0,0-1 0,3-6 0,2-3-9,-2 0 0,0-1 0,0 0 0,-1 0 0,-1 0 0,3-18 0,-3 7 499,0 0-1,-1-36 1,-4 79-563,1 7 103,5 39 0,-4-55-62,1 0 0,0 0-1,0 0 1,1 0 0,1-1 0,-1 0-1,1 1 1,7 9 0,-4-8-862,1 1-1,0-2 1,1 1-1,18 14 1,-20-18-383,1 0 0,-1-1-1,1-1 1,12 6 0,27 6-7781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3:24.1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154 391 7571,'0'0'11614,"-24"-4"-10438,7 2-1027,0-1 0,0 2 0,-30 1-1,46 0-133,-1 1-1,1-1 1,-1 0 0,1 1-1,0 0 1,-1-1-1,1 1 1,-1 0 0,1 0-1,0-1 1,0 1-1,-1 0 1,1 0 0,0 1-1,0-1 1,0 0-1,0 0 1,0 0 0,0 1-1,1-1 1,-1 0-1,0 1 1,1-1 0,-1 1-1,1-1 1,-1 3-1,0 3 47,0 0-1,0 0 0,1 0 0,1 11 0,0-4 24,-1-6-67,1 0-1,0 0 0,0 0 1,1-1-1,0 1 0,0 0 1,1-1-1,0 0 1,0 0-1,1 0 0,0 0 1,0 0-1,1-1 0,-1 1 1,2-1-1,-1 0 0,0-1 1,1 0-1,0 0 1,1 0-1,-1 0 0,14 6 1,-7-4-212,1 0 0,0-1 0,0-1 0,1 0 0,0-1 0,-1-1 0,1 0 0,0-1 0,1-1 0,-1 0 0,18-2 0,-28 1 77,1-1 0,-1 0 0,1-1 0,-1 1 0,0-1 1,0 0-1,0 0 0,0-1 0,0 0 0,0 1 0,0-2 0,-1 1 1,0 0-1,0-1 0,0 0 0,0 0 0,0 0 0,-1 0 0,5-7 1,2-6-44,-1-1 1,0 1 0,-2-1-1,8-24 1,-1-3 83,-2-2 1,-2 0-1,4-59 1,-4-148 4875,-11 269-4578,-1-1 0,0 0 1,-5 17-1,-2 19-146,2 18 159,3 1 0,8 88 0,-4-147-203,0 0 0,2-1 1,-1 1-1,1-1 0,0 1 1,1-1-1,0 0 1,1 0-1,0 0 0,0-1 1,7 10-1,-11-17-24,1 0 0,-1 0 0,1 0 1,-1 0-1,1-1 0,-1 1 0,1 0 0,0 0 1,0-1-1,-1 1 0,1 0 0,0-1 0,0 1 0,0-1 1,0 1-1,0-1 0,0 1 0,-1-1 0,1 0 1,0 0-1,0 1 0,0-1 0,0 0 0,0 0 0,0 0 1,1 0-1,-1 0 0,0 0 0,0 0 0,0 0 0,0-1 1,0 1-1,0 0 0,-1 0 0,1-1 0,0 1 1,0-1-1,0 1 0,0-1 0,0 1 0,0-1 0,-1 0 1,1 1-1,1-3 0,4-3 57,-1 0 0,0-1 0,-1 0 0,7-13 0,-2 4-37,8-13-7,2 1 0,0 1 0,2 1 1,39-38-1,-58 62-12,0 0 0,0 0 0,0 1 0,1-1 0,-1 1 0,1-1 0,-1 1 0,1 0 0,-1 0 0,1 0 0,0 0 0,-1 1 0,1-1 0,0 1 0,4-1 0,-5 1-7,0 1 0,0-1 1,-1 1-1,1-1 0,0 1 1,0 0-1,-1 0 0,1-1 1,-1 1-1,1 0 1,-1 1-1,1-1 0,-1 0 1,1 0-1,-1 1 0,0-1 1,0 0-1,0 1 0,0-1 1,0 1-1,0 0 0,0-1 1,1 4-1,12 32 19,11 42-1,-16-46-413,27 61-1,-31-83 6,1 0 1,0-1-1,1 1 0,0-1 0,1-1 0,0 0 0,1 0 0,0 0 0,12 9 0,-8-9-816,1 0 1,17 8 0,32 9-4534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3:24.4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164 0 8212,'0'0'12056,"-25"23"-11461,25-23-595,-105 100 429,102-97-404,0 0-1,0 0 0,0 0 0,0 1 0,1-1 0,-1 1 1,1 0-1,0 0 0,0 0 0,1 0 0,-1 0 0,1 0 1,0 0-1,0 1 0,0-1 0,1 0 0,-1 1 1,1-1-1,1 9 0,-1 0 55,0-12-72,0 1 0,0-1-1,0 1 1,0-1-1,0 1 1,0-1 0,0 1-1,1-1 1,-1 1 0,1-1-1,-1 0 1,1 1-1,-1-1 1,1 0 0,0 1-1,-1-1 1,1 0 0,0 0-1,0 1 1,0-1-1,0 0 1,0 0 0,0 0-1,1 0 1,-1-1 0,2 2-1,2 0 10,-1-1-1,1 0 1,0 0-1,0-1 1,-1 1-1,1-1 1,5-1-1,-8 1-11,7 0 16,0-1 0,0 0-1,0-1 1,0 0 0,0 0-1,-1-1 1,1 0 0,-1-1 0,1 0-1,-1 0 1,0-1 0,-1 0 0,1 0-1,10-11 1,-2 1 32,0-1 0,-1-1-1,-1-1 1,22-35 0,-36 53-37,0 0 0,0 0 0,0 0 0,0-1 0,0 1-1,0 0 1,0 0 0,0 0 0,1 0 0,-1-1 0,0 1 0,0 0 0,0 0 0,0 0 0,0 0 0,1 0-1,-1 0 1,0-1 0,0 1 0,0 0 0,0 0 0,1 0 0,-1 0 0,0 0 0,0 0 0,0 0-1,1 0 1,-1 0 0,0 0 0,0 0 0,1 0 0,-1 0 0,0 0 0,0 0 0,0 0 0,1 0 0,4 8 100,3 17-295,-7-21 224,4 12-67,0-1 0,2 1 1,0-1-1,0-1 0,1 1 0,1-1 1,1-1-1,0 0 0,1 0 0,0-1 0,0 0 1,16 11-1,-6-6-952,1-2 1,0-1-1,1-1 1,0 0-1,1-2 1,50 16-1,16-5-6335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3:26.5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1 10453,'0'0'8206,"-3"28"-7606,-31 350 2613,43-76-1481,-5-259-1621,3 0-1,1 0 0,2 0 0,29 75 0,-37-113-106,0 0 0,0 0-1,1-1 1,-1 1 0,1 0 0,0-1-1,1 0 1,-1 1 0,5 3-1,-5-6-103,-1-1-1,1 1 1,-1-1 0,1 0-1,0 1 1,0-1-1,-1 0 1,1-1-1,0 1 1,0 0-1,0-1 1,0 0-1,0 0 1,0 0-1,0 0 1,0 0-1,4-1 1,-2 0-130,0-1 0,-1 1 0,0-1 0,1 0 0,-1 0 0,0 0 0,0-1 0,0 1 0,0-1 0,0 0 1,-1 0-1,1 0 0,-1-1 0,0 1 0,0-1 0,0 0 0,-1 0 0,1 0 0,-1 0 0,0 0 0,2-6 0,2-3-925,-1 0-1,-1-1 1,0 1-1,-1-1 1,0 0-1,0-16 1,-1-55-6297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3:27.4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0 444 5859,'0'0'5399,"25"4"-3075,-3 0-1913,3 1-184,0-1-1,1-1 1,-1-2 0,1 0 0,38-5 0,-25-4-165,-1-1-1,0-3 1,-1 0 0,64-33 0,-82 36 4,-1-2 0,0 0 0,23-19 0,-33 24 444,-1-1 0,0-1 0,0 1 1,0-1-1,-1 0 0,0-1 0,0 0 1,7-15-1,-10 14 406,-1 7 1007,0 18-1417,9 80-265,-5-33 73,2 0 1,4-1 0,21 71 0,-30-124-285,0 0 0,0 0 1,1 0-1,0-1 0,0 0 1,1 0-1,0 0 1,0 0-1,10 8 0,-12-12-21,1 0-1,-1 0 1,1-1-1,0 0 0,0 0 1,0 0-1,1 0 1,-1 0-1,0-1 1,1 0-1,-1 0 1,1 0-1,-1 0 1,1-1-1,-1 0 0,1 0 1,0 0-1,7-1 1,-2-2 14,-1 1-1,0-1 1,0-1 0,0 0 0,0 0-1,0-1 1,-1 0 0,0 0 0,0-1 0,0 0-1,-1-1 1,0 1 0,9-12 0,9-12 67,40-64 0,59-120 11,-123 213-101,7-9-49,-8 10 45,0 0-1,1 0 0,-1 0 0,0 0 0,1 1 0,-1-1 0,0 0 0,1 0 1,-1 0-1,0 1 0,1-1 0,-1 0 0,0 0 0,0 1 0,1-1 0,-1 0 0,0 1 1,0-1-1,0 0 0,1 1 0,-1-1 0,0 0 0,0 1 0,0-1 0,0 0 0,0 1 1,0-1-1,0 0 0,0 1 0,0-1 0,0 1 0,0-1 0,0 0 0,0 1 0,0-1 1,0 1-1,5 27-103,2-1 1,0 1 0,2-2 0,1 1 0,1-1 0,22 37-1,-26-52 17,0 1-1,1-2 0,0 1 0,0-1 1,1-1-1,1 1 0,-1-1 0,2-1 0,-1 0 1,1-1-1,0 0 0,1 0 0,-1-1 1,1-1-1,1 0 0,18 5 0,-19-7-69,1 0 1,0-2-1,0 0 0,0 0 0,0-1 0,25-3 1,-32 2 121,1-1 1,0 1-1,0-2 1,-1 1-1,1-1 1,-1 0 0,0 0-1,0 0 1,0-1-1,0 0 1,-1 0-1,1-1 1,-1 1 0,6-8-1,-5 4 37,0 0-1,-1 0 1,1-1-1,-2 0 1,1 0-1,-1-1 1,0 1-1,-1-1 1,3-13-1,-3 7 15,-1 0-1,-1 1 0,0-1 0,-1 0 1,-3-22-1,3 35-12,-1 0 0,1 0 0,-1-1 0,0 1 0,0 0 0,0 0 1,0 0-1,-1 0 0,1 0 0,-1 1 0,1-1 0,-1 0 0,0 1 0,0-1 0,-1 1 1,1 0-1,0 0 0,-1 0 0,-4-3 0,3 3-8,0 0 0,0 0 0,0 1-1,0-1 1,0 1 0,-1 0 0,1 1 0,0-1 0,-1 1 0,1-1 0,-1 1-1,1 1 1,0-1 0,-6 2 0,8-2 2,0 1-1,1-1 1,-1 1 0,0-1-1,0 1 1,1 0 0,-1 0-1,1 0 1,-1 0 0,1 0-1,-1 0 1,1 0 0,0 1-1,-1-1 1,1 0 0,0 1-1,-2 2 1,1-1-2,0 1-1,0 0 1,1 1-1,-1-1 1,1 0-1,0 0 1,-1 5-1,1 5-6,0 0 0,1 0 0,2 24 0,-1-31 12,1 0 1,-1-1-1,1 1 1,1-1-1,-1 1 0,1-1 1,0 0-1,0 0 1,1 0-1,0-1 0,0 1 1,0-1-1,1 0 1,0 0-1,0 0 0,0-1 1,0 0-1,1 0 1,0 0-1,0-1 0,11 6 1,1-1-17,0-2 0,0 0 0,0 0 0,0-2 0,1 0 0,34 2 0,-20-4-329,60-5 1,-80 2 253,0-1 1,-1-1-1,1 0 0,-1-1 1,1 0-1,-1-1 1,17-9-1,-17 8 89,0-2 1,-1 1-1,0-1 0,0-1 0,-1 0 0,0 0 0,-1-1 0,0 0 1,0-1-1,-1 0 0,-1 0 0,1-1 0,-2 0 0,0 0 1,0-1-1,-2 0 0,1 0 0,-1 0 0,-1 0 0,2-21 0,0-36 672,-6-99 0,0 154-453,0 0 1,-1 0-1,-1 0 0,0 0 1,-1 1-1,0 0 1,-9-19-1,13 33-130,0-1 1,0 0-1,-1 0 0,1 1 1,0-1-1,-1 0 0,1 0 0,-1 1 1,1-1-1,-1 0 0,1 1 1,-1-1-1,1 1 0,-1-1 0,0 1 1,1-1-1,-1 1 0,0-1 0,0 0 1,0 2-50,0 0 0,1-1 1,-1 1-1,1 0 0,-1-1 0,1 1 1,0 0-1,-1 0 0,1-1 0,0 1 1,-1 0-1,1 0 0,0 0 0,0 0 1,0-1-1,0 1 0,0 0 1,0 0-1,0 0 0,0 1 0,-4 169 58,5-106-40,1-32-308,2 1 0,1-1 0,2 0 0,1-1 0,1 1 0,17 37 0,-18-41-1642,-4-16-994,0 1-4884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3:27.7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65 3730,'0'0'12710,"213"-2"-12694,-95-10-16,37-7-2530,40-13-3985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3:28.2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8788,'0'0'7118,"0"24"-5512,6 268 2855,-5-279-4312,0 12 181,2 1 0,1 0 0,1-1 0,1 0 0,13 36 0,-19-60-327,1-1 1,-1 0 0,0 1-1,0-1 1,0 1 0,0-1 0,0 0-1,1 1 1,-1-1 0,0 1-1,0-1 1,1 0 0,-1 0-1,0 1 1,1-1 0,-1 0 0,0 1-1,1-1 1,-1 0 0,0 0-1,1 0 1,-1 1 0,0-1-1,1 0 1,-1 0 0,1 0 0,-1 0-1,1 0 1,-1 0 0,0 0-1,1 0 1,-1 0 0,1 0-1,-1 0 1,0 0 0,1 0 0,-1 0-1,1 0 1,-1 0 0,1-1-1,13-13 161,6-17-61,-2-2 1,-1 0-1,-2-1 1,16-49-1,7-16-66,-31 81-38,1 0 0,1 0-1,22-30 1,-30 46-5,1 0 0,-1 0 0,1 1 0,-1-1 0,1 0 0,0 1 0,0-1 1,0 1-1,0 0 0,0-1 0,0 1 0,0 0 0,0 0 0,0 0 0,0 1 0,1-1 0,3 0 0,-4 1-4,1 0 0,-1 0 0,0 1 0,0-1 0,0 1 0,0-1 0,0 1 0,0 0 0,0 0 0,0 0 0,0 0-1,0 0 1,0 0 0,-1 1 0,4 2 0,4 5-23,-1 1 0,0 0 0,-1 1 0,0 0 1,7 14-1,-7-13 50,5 10-4,6 12-7,1-2 0,2 0 0,33 38 0,-47-62-5,1 0-1,0-1 0,0 1 1,0-2-1,1 1 0,0-1 0,0-1 1,1 0-1,-1 0 0,1-1 1,0 0-1,1 0 0,-1-1 1,1-1-1,-1 0 0,18 1 1,-15-2 15,1-1 1,-1 0-1,1-1 1,19-5-1,-25 4-7,-1 0-1,0 0 0,-1-1 0,1 0 1,0-1-1,-1 1 0,0-1 0,1-1 1,9-8-1,-1-3 85,0 0 0,-2-1 0,0 0 0,-1-1 0,0 0 0,14-33 0,-3-2 255,19-67 0,-36 96-247,2-1 310,-5 29-307,0 17-205,-2 5 50,2-1 1,0 1-1,14 47 0,-14-64-177,0 0 0,1 0-1,1 0 1,-1 0 0,1 0-1,1-1 1,0 0 0,0-1 0,0 1-1,1-1 1,0 0 0,1 0 0,14 9-1,1-2-1286,1-2 0,0 0-1,1-2 1,1-1-1,0 0 1,0-2 0,0-1-1,35 3 1,40-2-6243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3:28.7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393 222 7187,'0'0'2449,"-15"-23"291,1 1-1865,0 2 0,-29-32 1,40 49-729,-1 0 0,0 0 0,0 1 0,0-1 0,0 1 0,0 0 0,0 0 0,-1 1 0,1-1 1,0 1-1,-1 0 0,0 0 0,1 0 0,-9 0 0,3 1 121,-1 1 1,1 0-1,0 0 0,-13 4 1,14-2-107,-1 0 0,1 1 1,0-1-1,0 2 0,0-1 1,0 2-1,1-1 0,0 1 0,0 0 1,0 1-1,1-1 0,0 2 0,0-1 1,1 1-1,0 0 0,1 0 1,-1 0-1,1 1 0,1 0 0,0 0 1,0 0-1,1 1 0,0-1 1,0 1-1,1 0 0,1 0 0,0 0 1,0 16-1,1-22-143,0 0 0,1 1 0,-1-1 0,1 0 0,0 0 0,1 1 0,-1-1 0,1 0-1,-1 0 1,1 0 0,1 0 0,-1-1 0,0 1 0,5 5 0,-2-5-5,0 1-1,0-1 1,1 1 0,-1-1-1,1-1 1,0 1-1,0-1 1,10 4-1,3-1-7,0-1-1,0-1 0,0 0 0,0-2 0,35 1 1,-50-2-7,13-1-81,0 0-1,0-1 1,0 0-1,20-5 1,-33 5 75,1 0 0,0-1 0,-1 0 1,1 1-1,-1-2 0,0 1 0,0 0 0,0-1 0,0 0 0,0 0 1,0 0-1,-1-1 0,1 1 0,-1-1 0,0 1 0,0-1 0,-1 0 1,1-1-1,2-5 0,0-2 80,-5 12-81,-1 12-110,2-9 115,-1 0 0,1 1 0,0-1 0,0 0 0,0 0 0,0 0 0,0 0 0,1 0 0,-1 0 0,1 0 0,0 0 0,0-1 0,0 1 1,0-1-1,1 1 0,-1-1 0,0 0 0,1 0 0,0 0 0,0 0 0,-1 0 0,1-1 0,6 3 0,5 2-20,1 0-1,0-1 0,26 6 0,6-4-269,1-1 0,-1-2 0,51-4 0,-94 0 294,3 1-1,0-1 0,1 0 0,-1-1 0,0 0 0,0 0 0,0 0 0,0-1 0,0 0 0,0-1 0,0 1 0,0-1 0,-1-1 0,0 1 0,1-1 0,-1 0 0,-1 0 0,1-1 0,-1 0 0,1 0 0,-1 0 0,7-10 0,-3 1 22,-1 0 1,0-1-1,0 1 1,-2-1-1,0-1 1,-1 1 0,0-1-1,4-30 1,-5 13 14,-1 1 0,-2-1 1,-3-45-1,2 74-34,0 1 0,-1-1 0,1 1 0,-1-1 0,0 1-1,0 0 1,0-1 0,0 1 0,0 0 0,-1 0 0,0 0 0,1 0 0,-1 0 0,-3-3-1,3 4-2,0 0 0,-1 0 0,1 1 0,-1-1-1,1 1 1,-1 0 0,0 0 0,1 0 0,-1 0 0,0 0-1,0 1 1,0-1 0,0 1 0,0-1 0,0 1-1,-4 1 1,4-1-4,0 0 0,0 0-1,0 0 1,0 1 0,0 0-1,0-1 1,0 1 0,0 0 0,1 0-1,-1 1 1,0-1 0,0 1-1,1-1 1,-1 1 0,1 0 0,0 0-1,-4 3 1,2 0 4,1 0-1,-1-1 1,1 2-1,0-1 1,1 0-1,-1 0 1,1 1-1,-3 8 1,1 7 14,0 0-1,1-1 1,1 1-1,1 25 1,2-30-19,0 0 1,0 0 0,2 0-1,0-1 1,0 1-1,2-1 1,0 0 0,0 0-1,2 0 1,0-1 0,0 0-1,2 0 1,9 12-1,-11-14-235,49 69-2280,-17-30-4585,-21-33-1083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3:29.0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0 8436,'0'0'14342,"-24"70"-13461,24-5 31,0 0-384,0 0-303,8-2-225,5-6 0,-7 1-305,-6-5-2096,0-3-1136,0-11-3138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3:29.4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0 330 7796,'0'0'5661,"36"-7"-3431,18-3-1610,165-37 841,-191 42-1361,-1-3 0,-1 0 0,1-1 0,-1-2-1,-1 0 1,26-17 0,-47 25-90,0 1-1,-1-1 1,1 0-1,-1 0 1,0 0-1,1 0 1,-1 0 0,-1-1-1,1 0 1,-1 1-1,1-1 1,-1 0-1,0 0 1,0 0 0,-1-1-1,1 1 1,-1 0-1,0 0 1,0-1-1,0 1 1,-1-1-1,0 1 1,0-9 0,-1 9 40,1 0 1,-1 0-1,-1 0 1,1 0-1,0 0 1,-1 0-1,0 1 1,0-1-1,0 1 1,0-1-1,0 1 1,-1 0-1,1 0 1,-1 0-1,0 0 1,0 1-1,0-1 1,-1 1-1,1-1 1,0 1-1,-1 0 1,0 0-1,1 1 1,-7-2-1,6 1 25,0 0 1,0 1-1,0-1 0,-1 1 0,1 0 1,0 1-1,-1-1 0,1 1 0,-1 0 0,1 0 1,-1 0-1,1 0 0,0 1 0,-1 0 1,1 0-1,0 0 0,-1 0 0,1 1 0,0 0 1,0 0-1,0 0 0,0 0 0,-5 5 1,3-1-18,1 0-1,0 1 1,0-1 0,1 1 0,0 1 0,0-1 0,0 0 0,1 1 0,0 0 0,1 0 0,-4 16 0,3-1 150,0 0 1,1 0-1,2 26 0,0-42-181,1 1 0,0-1 0,0 1 0,1-1 0,0 1-1,0-1 1,0 0 0,1 0 0,1 0 0,-1 0 0,6 7 0,-3-5-83,1 0 0,0-1 0,1 0 0,0 0 1,0-1-1,1 0 0,10 6 0,0-2-539,0 0 0,0-2-1,1 0 1,1-2-1,-1 0 1,1-1-1,33 5 1,34-5-4717,-1-5-4372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3:29.8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1 378 7972,'0'0'11408,"21"17"-10739,0-2-542,-7-6-89,-1 1 1,0 0 0,-1 1-1,0 0 1,-1 1 0,0 1 0,-1-1-1,16 27 1,-16-21 62,-2 0 1,0 0-1,-1 1 1,-1 0-1,-1 0 0,0 1 1,-2-1-1,0 1 0,0 34 1,-3-52-84,0 1 1,0 0 0,0-1-1,0 1 1,-1 0-1,1-1 1,-1 1-1,0-1 1,1 1 0,-1-1-1,0 1 1,0-1-1,-1 1 1,1-1-1,0 0 1,-1 0 0,0 0-1,1 0 1,-1 0-1,0 0 1,0 0-1,0 0 1,0-1 0,-4 3-1,0-1 73,-1-1 0,1 0-1,0 0 1,-1-1 0,1 0-1,-1 0 1,0 0 0,-12-1-1,16 0-39,-1 0 0,1 0 0,-1 0 0,1 0-1,-1-1 1,1 1 0,0-1 0,-1 0-1,1 0 1,0 0 0,-1-1 0,1 1 0,0-1-1,0 1 1,0-1 0,0 0 0,1 0-1,-1-1 1,0 1 0,1 0 0,0-1 0,-1 0-1,1 1 1,0-1 0,0 0 0,1 0-1,-1 0 1,1 0 0,-1-1 0,-1-6-1,0-3-20,0 0-1,0 0 0,1 0 0,1 0 0,1-1 0,0 1 0,0-1 0,1 1 1,1 0-1,0-1 0,1 1 0,0 0 0,1 0 0,1 1 0,0-1 0,1 1 0,8-14 1,-4 10-260,0 1 0,1-1 0,1 2 0,0 0 0,15-13-1,-13 15-545,0 0-1,1 1 0,1 1 0,-1 0 0,19-8 0,16-3-3966,-2 1-2634</inkml:trace>
  <inkml:trace contextRef="#ctx0" brushRef="#br0" timeOffset="1">637 0 6851,'0'0'14919,"-27"12"-14423,43 34 177,1 4-417,-9 8 0,-8 2-224,0-2-32,0 0-1105,-19-3-1088,0-12-2241,3-11-3714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3:30.1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252 1 7587,'0'0'13863,"-11"18"-13660,4-7-173,0-1-7,1-1-1,1 1 1,-1 0-1,2 0 1,0 1 0,0-1-1,0 1 1,2 0-1,-1 0 1,1 0-1,0 20 1,2-19 4,0 0-1,1 0 1,0 0-1,1 0 1,1 0-1,0-1 1,0 1-1,1-1 1,1 1-1,0-1 1,0-1-1,1 1 1,0-1-1,1 0 1,14 16-1,-4-7 240,2-1 0,0-1 0,40 27 0,69 33 810,-54-34-334,-73-42-701,-6-1 6,-35 0 58,-162-1-1758,-2-8-5345,81-2-1880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3:30.5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1 661 1665,'0'0'10079,"26"5"-7227,-1 0-2258,-9 0-317,1-2 1,0 0-1,0-1 1,0 0 0,0-1-1,0-1 1,0-1-1,32-6 1,-28 2-202,0-2 1,0 0-1,-1-2 0,0 0 0,0-1 1,-1-1-1,-1-1 0,0-1 0,0 0 1,-2-1-1,23-24 0,-32 29-65,-1 0 0,0 0-1,0-1 1,-1 0 0,0 0 0,-1 0-1,0-1 1,-1 1 0,0-1-1,0 0 1,0-11 0,1-16 72,-3-71 1,-2 60 74,2 3 182,0 28 165,0-1 1,-1 1-1,-1 0 0,-1-1 0,-1 1 0,-7-28 0,8 45 693,1 7-1083,-5 68 51,4 83 1,2-103-87,7 91-8,-3-122-66,0 0 0,1 0 0,2 0 0,9 24 0,-4-19-55,2 0 1,17 27-1,-24-44-501,0-1 1,0-1-1,1 1 0,0-1 0,1-1 1,-1 1-1,20 12 0,-8-13-4116,-5-7-3634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3:31.1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1 106 10373,'0'0'6982,"35"-6"-5440,118-21-939,-112 19-208,0-2 1,73-28-1,-69 22 708,-45 17-1011,1-1 1,0 1-1,-1 0 1,1 0-1,-1 0 1,0 1 0,1-1-1,-1 0 1,0 0-1,1 0 1,-1 0-1,0 0 1,0 0 0,0 0-1,0 1 1,0-1-1,0 0 1,-1 1-1,2 4 65,2 71 238,-2-35 35,2-1-1,2 0 1,12 55-1,-15-88-358,1-1 1,-1 1-1,1-1 0,1 0 1,-1 0-1,1 0 0,6 8 0,-8-13-45,1 1 0,-1-1 0,1 1 0,0-1 0,0 0 0,0 0 0,0 0-1,0 0 1,0-1 0,0 1 0,0-1 0,1 0 0,-1 0 0,0 0-1,1 0 1,-1 0 0,1-1 0,4 0 0,0 0 4,0 0 0,0-1 0,0 0 0,0 0-1,0-1 1,0 0 0,0-1 0,-1 1 0,1-1 0,-1-1 0,1 0 0,-1 0 0,-1 0 0,1-1 0,-1 0-1,12-10 1,2-7 30,-1-1-1,-1 0 0,20-34 0,-18 27-9,1-2-39,-21 32-13,0 0 0,0 0 0,0 0 0,0 0 0,0 0 0,0 0 0,0 0 0,0 0 0,0-1 0,0 1 0,0 0 0,1 0 0,-1 0 0,0 0 0,0 0 0,0 0 1,0 0-1,0 0 0,0 0 0,0 0 0,0 0 0,0 0 0,1 0 0,-1 0 0,0 0 0,0 0 0,0 0 0,0 0 0,0 0 0,0 1 0,0-1 0,0 0 0,0 0 0,0 0 0,1 0 0,-1 0 0,0 0 1,0 0-1,0 0 0,0 0 0,0 0 0,0 0 0,0 0 0,0 0 0,0 1 0,0-1 0,0 0 0,0 0 0,0 0 0,0 0 0,0 0 0,0 0 0,0 0 0,0 0 0,0 0 0,0 1 0,0-1 1,0 0-1,3 10-122,-3-9 101,5 20-76,0 0 0,1-1 0,15 33-1,-17-45 86,1 0 0,0 0-1,0 0 1,0-1 0,1 0 0,0 0-1,1 0 1,0-1 0,0 0 0,0 0-1,13 7 1,-6-6-63,1 0-1,-1 0 1,1-2 0,0 0-1,0-1 1,0 0 0,17 1-1,13 0-277,53-3 0,-86-2 326,0 0-1,0-1 0,0 0 1,0-1-1,-1-1 0,1 0 1,16-6-1,-23 6 35,0 1 1,0-1 0,0 0-1,-1 0 1,1 0 0,-1 0-1,0-1 1,0 0-1,-1 0 1,1 0 0,-1 0-1,1-1 1,-1 1 0,-1-1-1,1 0 1,-1 0-1,1 0 1,1-9 0,-1 4 17,-1 0 1,0-1 0,0 0 0,-1 1 0,-1-1-1,0 0 1,-2-15 0,2 21-25,-1 1 1,0-1 0,0 0-1,0 1 1,-1-1-1,1 1 1,-1-1-1,0 1 1,-1 0-1,1 0 1,-1 0-1,0 0 1,1 0-1,-2 1 1,1-1-1,0 1 1,-1 0 0,-6-5-1,9 7-5,-1 0 1,1 1-1,-1-1 0,1 0 1,-1 0-1,0 1 0,0-1 1,1 1-1,-1-1 0,0 1 1,0 0-1,0 0 0,1 0 1,-1 0-1,0 0 0,0 0 1,0 0-1,1 1 0,-5 0 1,4 0-5,0 1 1,-1-1 0,1 0 0,0 1-1,0 0 1,0 0 0,0-1-1,0 1 1,0 0 0,0 1 0,1-1-1,-2 3 1,-3 6-13,0 1 1,1 0-1,0 1 1,-3 16-1,6-23 31,-2 10-14,0-1 1,2 0 0,0 1 0,0 0 0,1 0 0,1-1 0,1 1-1,4 22 1,-4-34-32,0 1-1,0-1 1,1 0 0,0 1-1,0-1 1,0 0-1,0 0 1,1 0 0,0-1-1,0 1 1,0-1-1,4 4 1,-1-1-186,2 0-1,-1-1 1,0 0 0,1 0-1,15 6 1,1-2-610,1 0 1,1-2 0,35 6-1,46-1-2636,5-10-2764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3:31.5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 0 8356,'0'0'7889,"-13"22"-6470,-38 69-104,49-88-1246,0 0-1,1 0 0,0 0 0,-1 1 0,1-1 1,1 0-1,-1 1 0,0-1 0,1 0 0,0 1 0,0-1 1,0 1-1,0-1 0,0 0 0,1 1 0,-1-1 1,1 1-1,0-1 0,0 0 0,0 0 0,0 0 1,1 1-1,0-1 0,-1-1 0,1 1 0,0 0 1,3 3-1,2 1 49,0-1 0,1 0 0,0 0 0,1-1 1,-1 0-1,16 7 0,-20-10-85,14 6 8,0-1 0,1-1 0,-1 0 1,1-1-1,1-2 0,-1 0 0,0 0 1,1-2-1,-1-1 0,22-1 0,-39 0-31,1 1 0,-1-1-1,1 0 1,-1 0-1,0 0 1,1 0-1,-1 0 1,0 0-1,0-1 1,0 1-1,0-1 1,0 1-1,0-1 1,0 0 0,0 0-1,-1 1 1,1-2-1,0 1 1,-1 0-1,0 0 1,0 0-1,0-1 1,0 1-1,0 0 1,0-1-1,0 1 1,-1-1-1,1 1 1,-1-5 0,2-1 1,-2 0 1,1 1 0,-1-1 0,0 0 0,-1 1 0,0-1 0,0 0 0,-1 1 0,-2-9 0,1 9-41,0 0 0,-1 1 0,1 0 0,-1-1-1,0 1 1,-1 1 0,0-1 0,0 1 0,0 0 0,0 0 0,-1 0 0,0 0 0,0 1-1,0 0 1,-13-5 0,-22-5-2766,-2 9-3835,25 5-2103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3:31.9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9316,'0'0'9530,"23"2"-8412,-10-1-979,-2-1-41,0 1-1,-1 0 1,1 1-1,-1 0 1,1 0-1,-1 1 1,0 1-1,0-1 1,0 2-1,0-1 1,-1 1-1,0 1 1,16 12 0,3 6 324,-1 1 0,41 50 0,-61-66-368,-1 1 0,1-1 1,-2 1-1,1 1 0,-1-1 0,-1 1 1,0 0-1,0 0 0,-1 0 0,-1 0 1,0 0-1,1 24 0,-3-34-47,0 0-1,-1 0 1,0 0-1,1 1 1,-1-1-1,0 0 1,1 0-1,-1 0 0,0 0 1,0 0-1,0 0 1,0-1-1,0 1 1,0 0-1,0 0 1,0-1-1,0 1 1,-1-1-1,1 1 1,0-1-1,0 1 1,0-1-1,-1 1 1,1-1-1,0 0 1,-1 0-1,1 0 1,0 0-1,-2 0 1,2 0 4,-1 1 1,1-1-1,-1 0 0,1 0 1,0 0-1,-1 0 0,1 0 1,-1 0-1,1 0 0,0-1 1,-1 1-1,1 0 0,-1-1 1,1 1-1,0-1 0,-1 0 1,1 1-1,0-1 0,0 0 1,0 0-1,0 0 0,0 0 1,-1 0-1,2 0 0,-1 0 1,0 0-1,-1-2 0,1-3-3,0 0 0,0 0 1,1 0-1,0 0 0,0-1 0,0 1 0,1 0 0,0 0 0,0 0 0,1 0 0,0 0 0,0 0 0,0 1 1,1-1-1,-1 1 0,1-1 0,7-8 0,3-3-27,0 1 0,1 0 0,30-26 0,-22 23-26,25-16 1,-40 30 3,1 0 0,0 1 1,0 0-1,0 0 1,1 0-1,-1 1 1,13-2-1,-21 5 27,1 0 0,-1 0 0,1 0 0,-1 0 1,1 0-1,-1 0 0,1 0 0,-1 0 0,1 0 0,-1 1 0,1-1 0,-1 0 0,1 0 0,-1 0 0,0 1 1,1-1-1,-1 0 0,1 0 0,-1 1 0,0-1 0,1 1 0,-1-1 0,0 0 0,1 1 0,-1-1 0,0 1 1,0-1-1,1 0 0,-1 1 0,0-1 0,0 1 0,0-1 0,0 1 0,0-1 0,1 1 0,-1 0 0,2 24 26,-2-13-26,3 4 63,0 0 0,1 0 0,1-1 1,0 1-1,1-1 0,1 0 1,9 15-1,-10-20-198,0-1 1,1 1-1,-1-2 0,2 1 0,-1-1 1,1 0-1,1-1 0,-1 1 1,1-2-1,0 1 0,13 5 1,-17-9-383,1-2 0,-1 1 0,1 0 0,-1-1 0,1 0 0,0-1 0,-1 1 0,10-1 0,-15 0 531,1 0-273,0 0-1,0 0 1,0 0-1,0 0 1,0 0-1,0 0 1,0-1-1,0 1 0,1 0 1,-1-1-1,0 1 1,0 0-1,0-1 1,1 0-1,14-19-6798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3:32.4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0 11077,'0'0'10821,"-8"11"-10624,7-11-192,-3 5 54,0 1-1,0-1 1,0 1-1,1 0 1,-1 0-1,1 0 1,1 1 0,-1-1-1,1 1 1,0-1-1,1 1 1,0 0-1,0-1 1,0 8 0,1 160 1354,0-174-1411,0 1-1,-1-1 0,1 0 0,0 0 0,0 1 0,0-1 0,0 0 0,0 1 0,0-1 0,1 0 0,-1 1 1,0-1-1,0 0 0,0 1 0,0-1 0,0 0 0,0 0 0,0 1 0,1-1 0,-1 0 0,0 0 0,0 1 1,0-1-1,1 0 0,-1 0 0,0 1 0,0-1 0,0 0 0,1 0 0,-1 0 0,0 0 0,1 1 0,-1-1 0,0 0 1,0 0-1,1 0 0,-1 0 0,0 0 0,1 0 0,-1 0 0,0 0 0,1 0 0,-1 0 0,0 0 0,0 0 1,1 0-1,-1 0 0,1 0 0,0-1 17,1 1 0,-1-1 0,0 0 0,0 1 0,1-1 0,-1 0 0,0 0 0,0 0 0,0 0 0,0 0 0,1-1 0,14-20 103,15-25-1,-17 24-103,23-30 0,-30 44-10,-1 2 11,0-1 0,1 1 0,11-10 0,-17 16-16,0 0-1,1 0 1,-1 0 0,0 0 0,1 0 0,-1 0 0,1 0-1,-1 1 1,1-1 0,-1 0 0,1 1 0,0 0 0,-1-1 0,1 1-1,0 0 1,-1 0 0,1 0 0,0 0 0,-1 0 0,1 0 0,0 0-1,-1 0 1,1 1 0,-1-1 0,1 1 0,0-1 0,1 2-1,5 4 2,-1 0 0,-1 0 0,1 1 0,-1-1 0,8 12-1,10 11 48,-21-25 9,1-1 1,0 1-1,-1-1 0,2 1 0,-1-1 0,0 0 0,1-1 1,-1 1-1,1-1 0,0 0 0,0 0 0,0 0 0,0-1 0,0 0 1,0 0-1,0 0 0,0 0 0,1-1 0,-1 0 0,0 0 1,0 0-1,0-1 0,1 0 0,-1 0 0,0 0 0,0 0 1,0-1-1,0 0 0,-1 0 0,1-1 0,0 1 0,-1-1 1,9-6-1,93-104 1808,-105 112-1860,0 0-1,0 1 1,0-1 0,0 1-1,-1-1 1,1 1-1,0 0 1,0-1-1,1 1 1,-1 0 0,0 0-1,0-1 1,0 1-1,0 0 1,0 0 0,0 0-1,0 0 1,0 1-1,0-1 1,0 0-1,0 0 1,0 1 0,0-1-1,0 0 1,0 1-1,1 0 1,22 16-65,4 8-236,32 38 0,-6 2-4568,-23-33 185,9-5-2099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3:24.9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8548,'0'0'11747,"1"23"-11163,1 246 2327,-2-251-2727,0-1-1,2 1 1,0-1 0,0 0 0,8 23 0,-9-36-166,1 1 0,-1-1 0,1 0 0,0 1 0,0-1 0,1 0 0,-1 0 0,1-1 0,0 1 0,0 0 0,0-1 0,0 0 0,1 0 0,-1 0 0,1 0 0,0 0 0,0-1 0,0 1 0,0-1 0,0 0 0,1 0 0,-1-1 0,0 0 0,1 1 0,5 0 0,-1-1-1,0 0 1,0-1-1,0 0 0,0 0 1,0-1-1,0 0 0,0-1 1,0 0-1,-1 0 0,1-1 1,-1 0-1,1 0 0,-1-1 1,0 0-1,0-1 0,-1 0 1,0 0-1,1 0 0,-2-1 1,1 0-1,8-9 0,9-14-16,0-1-1,-2 0 1,19-35-1,-1 2-119,-39 61 106,0 0 0,0-1-1,1 1 1,-1 0 0,1 0 0,0 0 0,-1 0 0,1 0-1,0 1 1,0-1 0,0 0 0,1 1 0,-1-1-1,0 1 1,4-1 0,-5 2 2,-1 0 0,1 0 0,0 0 0,0 0-1,-1 0 1,1 0 0,0 0 0,0 0 0,-1 1 0,1-1 0,0 0 0,-1 1 0,1-1 0,0 0-1,-1 1 1,1-1 0,0 1 0,-1-1 0,1 2 0,14 20-223,-14-21 233,17 37-48,3-1 0,33 47 0,-45-73 47,0 0 0,0-1 0,1 0 0,1 0 0,-1-1-1,1-1 1,1 0 0,0 0 0,0-1 0,0-1 0,20 8 0,-14-9 32,1-1 0,0 0 0,0-1 1,0-2-1,38 0 0,-54-1 3,0 0 0,1 0-1,-1 0 1,0-1 0,1 0 0,-1 0 0,0 0-1,0 0 1,0 0 0,0 0 0,0-1 0,0 1-1,0-1 1,0 0 0,0 0 0,-1 0 0,1-1-1,-1 1 1,1 0 0,-1-1 0,0 0-1,0 1 1,0-1 0,-1 0 0,1 0 0,0 0-1,-1 0 1,0 0 0,2-6 0,0-6 84,0-1 1,0 0-1,-2 0 1,0-30-1,-1 16-42,-7-57-1,6 77-99,-2 0 1,0-1-1,0 1 0,0 0 0,-2 1 0,1-1 0,-1 1 1,-12-18-1,15 25-88,0 0 0,0-1 0,0 1 0,0 0 0,-1 0 0,1 0-1,-1 0 1,1 0 0,-1 1 0,0-1 0,0 1 0,0 0 0,1 0 0,-1 0 0,0 0 0,-1 0 0,-4 0 0,6 1-107,-1 0-1,1 0 1,0 0 0,-1 0 0,1 1-1,0-1 1,0 1 0,-1 0-1,1-1 1,0 1 0,0 0-1,0 0 1,0 0 0,0 1 0,0-1-1,0 0 1,0 1 0,1-1-1,-1 1 1,0 0 0,1-1 0,0 1-1,-1 0 1,-1 3 0,1 0-581,-1 0 1,1 0 0,0 1-1,0-1 1,-1 12-1,0 32-5313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3:25.2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391 180 8580,'0'0'3631,"-6"-24"-270,1 2-2502,-2 0-1,-15-38 0,20 57-772,0 0 1,0 0-1,0-1 1,-1 2-1,1-1 0,-1 0 1,1 0-1,-1 1 1,0 0-1,0-1 0,0 1 1,0 0-1,0 0 1,-1 1-1,-5-3 1,0 2 88,1 0 1,-1 0 0,1 1-1,-16 0 1,15 0-39,-3 0 6,0 1-1,0 0 1,0 1-1,0 1 1,0-1-1,1 2 1,-1 0-1,-16 6 1,21-6-76,0 1 0,0-1 0,1 1 0,-1 1 0,1-1 0,0 1 1,0 1-1,1-1 0,0 1 0,0-1 0,0 2 0,0-1 0,1 0 0,-4 10 0,4-8-20,0 0-1,1 1 1,0 0-1,1-1 0,0 1 1,1 0-1,-1 0 0,1 13 1,1-18-37,0 0 1,0 1-1,1-1 1,-1 1-1,1-1 1,0 1-1,0-1 1,0 0-1,1 1 1,-1-1-1,1 0 0,0 0 1,1 0-1,-1 0 1,1-1-1,-1 1 1,1-1-1,5 5 1,-2-3 0,1-1 0,0 1-1,1-1 1,-1-1 0,1 0 0,0 0 0,-1 0 0,1-1 0,0 0 0,13 1-1,7 0 75,49-3-1,-76 0-81,4 0 4,1 0 1,-1-1 0,0 0-1,1 0 1,-1 0 0,0 0-1,0-1 1,0 0 0,7-3 0,-2-2 226,0 0 0,-1 0 0,11-10 0,-20 29-279,0-5-311,0 1 0,1-1 0,-1 1 0,2 0 0,-1-1 1,1 0-1,4 10 0,-5-13-233,1 0 1,1 0 0,-1 0 0,1-1-1,-1 1 1,1-1 0,0 0-1,0 1 1,0-1 0,1-1-1,-1 1 1,1 0 0,0-1-1,6 4 1,22 5-6447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3:25.7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42 107 7395,'0'0'13337,"-7"14"-12374,1 0-645,0 0-1,0 0 0,-6 27 0,11-34-243,0 1-1,0-1 1,0 0 0,1 0-1,0 1 1,0-1 0,1 0-1,0 0 1,0 0-1,1 0 1,-1 0 0,2 0-1,2 8 1,-1-8-51,1 0 1,0 0-1,0 0 0,0-1 0,1 0 1,0 0-1,0 0 0,0-1 1,1 0-1,-1 0 0,1 0 0,1-1 1,-1 0-1,1-1 0,-1 1 1,11 1-1,-3 0-79,0-1 0,0-1-1,1 0 1,0-2 0,-1 1 0,1-2 0,27-2 0,-38 1 32,0 1 0,0-2 0,0 1 0,0 0-1,0-1 1,-1 0 0,1 0 0,0 0 0,-1-1 0,1 0 0,-1 0 0,0 0 0,0 0 0,4-4 0,-2 0 9,-1 0 0,0 0 0,0 0-1,0 0 1,-1-1 0,0 1 0,5-15 0,-1-8 29,0-1 0,-2 1 1,3-52-1,-8 70-11,5-35 105,-3 24 909,1-30 0,-2 48 101,3 12-819,4 36-204,-1 1-1,-2 0 1,0 54 0,-5-85-63,18 462 763,-14-17-550,-6-432-239,0 0 0,-2 0 0,-1 0 0,-1-1 0,-1 0 0,-13 35 0,17-52 0,-2-1 0,1 1 0,-1-1 0,-1 0 0,1 0 0,-1-1 0,0 1 0,0-1 0,-1 0 0,0-1 0,0 1 0,0-1 0,-1 0 0,0 0 0,0-1 0,0 0 0,0-1 0,-1 1 0,1-1 0,-1-1 0,0 1 0,0-1 0,0-1 0,-9 2 0,8-3 8,-1 0-1,0 0 0,1-1 0,-1 0 0,1-1 0,-1 0 0,1 0 0,0-1 0,0 0 0,0-1 0,0 0 0,0-1 0,1 1 0,0-1 0,0-1 0,0 0 1,1 0-1,0 0 0,0-1 0,-9-11 0,5 3-11,0 0 0,0 0 0,2-1 1,0 0-1,1-1 0,0 0 0,2 0 1,0-1-1,0 1 0,-2-20 0,4 12-85,1 1-1,1-1 0,0 0 0,2 0 1,1 0-1,2 0 0,0 1 1,1-1-1,1 1 0,2 0 1,0 0-1,2 0 0,0 1 0,2 1 1,17-29-1,-9 25-229,1 0 0,1 2 0,1 0 0,1 1 0,1 2 0,1 0 0,1 2 0,0 1 0,57-29 0,-36 25-1572,84-28 1,57 1-5426,-40 19-5107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3:32.9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0 114 1457,'0'0'17416,"14"23"-15976,-4-7-1188,0-2-42,-1 1-1,-1 0 1,0 1-1,-1 0 1,-1 0-1,-1 0 0,0 1 1,5 28-1,-10-39-130,3 19 311,1 0-1,2 0 1,10 34 0,-13-52-304,0 0-1,0 0 1,1 0 0,0-1 0,0 1 0,10 10 0,-11-14-62,0 0-1,1 0 1,-1 0 0,1-1-1,-1 1 1,1-1-1,0 0 1,0 0-1,0 0 1,0-1 0,0 1-1,0-1 1,5 1-1,2 0 10,-1-1-1,1-1 0,0 1 0,-1-2 0,1 0 1,0 0-1,-1 0 0,1-2 0,-1 1 0,0-1 1,0-1-1,0 0 0,0 0 0,0-1 0,13-9 1,-9 4-7,0-1 1,0-1 0,-1 0-1,-1-1 1,0 0 0,-1-1-1,0-1 1,13-23-1,-12 14 12,11-27-1,-9 18 35,-14 32-74,0 1-1,0 0 1,0 0-1,0-1 1,0 1-1,0 0 1,0 0-1,0 0 1,0-1-1,1 1 1,-1 0-1,0 0 1,0-1 0,0 1-1,0 0 1,0 0-1,0 0 1,0 0-1,1-1 1,-1 1-1,0 0 1,0 0-1,0 0 1,0 0-1,1 0 1,-1-1-1,0 1 1,0 0-1,0 0 1,1 0-1,-1 0 1,0 0-1,0 0 1,1 0 0,-1 0-1,0 0 1,0 0-1,0 0 1,1 0-1,-1 0 1,0 0-1,0 0 1,1 0-1,-1 0 1,0 0-1,0 0 1,0 0-1,1 0 1,-1 0-1,0 1 1,0-1-1,0 0 1,1 0-1,-1 0 1,0 0 0,0 0-1,0 1 1,0-1-1,1 0 1,-1 0-1,0 0 1,0 0-1,0 1 1,0-1-1,0 0 1,0 0-1,0 1 1,0-1-1,0 0 1,37 63-535,-25-40 508,18 24 0,-15-27 17,1 0 0,1-2 0,0 0-1,1-1 1,1 0 0,1-2 0,1 0 0,24 13 0,-30-20 27,-1-1-1,1 0 1,1-1 0,-1-1-1,1 0 1,0-2-1,0 1 1,1-2 0,-1 0-1,0-1 1,1-1 0,-1 0-1,26-4 1,-38 3 15,0 0 1,0-1 0,0 1-1,0-1 1,0 1-1,-1-1 1,1 0 0,-1-1-1,1 1 1,-1-1-1,0 1 1,0-1 0,0 0-1,0 0 1,0 0-1,-1-1 1,1 1-1,-1-1 1,0 1 0,0-1-1,0 0 1,-1 0-1,1 0 1,-1 0 0,1-4-1,2-11 194,-1 0 0,0 1 0,-2-1 0,0-24 0,-2 20-193,-1 0 0,-1 0 0,-1 0 0,-1 0 0,-1 0 0,0 1-1,-2 0 1,-1 1 0,-1-1 0,0 2 0,-2-1 0,0 2-1,-1 0 1,-1 0 0,-29-28 0,38 41-129,-1 1-1,0 1 1,0-1-1,0 1 1,-1 0-1,1 0 1,-1 1-1,0 0 1,-11-3 0,15 5-147,-1 0 1,1 0 0,-1 1 0,1-1 0,-1 1 0,1 0-1,-1 0 1,1 0 0,-1 1 0,1-1 0,0 1-1,-1 0 1,1 0 0,-1 0 0,1 0 0,0 0 0,0 1-1,0 0 1,0-1 0,0 1 0,0 0 0,-4 4 0,3-1-630,0-1 1,1 1 0,0 0-1,-1 0 1,-4 10 0,-7 29-6973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3:33.3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22 398 6147,'0'0'17928,"-21"-5"-17592,21 77 449,0 3-273,0-5-272,0-3-160,11-12-80,-1-4-112,-4-13-1665,-6-11-1120,0-13-2098</inkml:trace>
  <inkml:trace contextRef="#ctx0" brushRef="#br0" timeOffset="1">41 1 10117,'0'0'8980,"67"5"-11862,-62 57-2192,-5 18-2657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3:33.8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1 682 5090,'0'0'8209,"31"-2"-5023,105-11-1199,-124 11-1841,0 0 0,0-1 0,0 0 0,0-1 0,-1-1 0,0 1-1,0-2 1,0 0 0,0 0 0,-1-1 0,10-8 0,-11 7-91,-1 0 1,-1-1-1,0 0 1,0 0 0,-1 0-1,0-1 1,0 0 0,-1 0-1,8-22 1,-7 10-21,0-1 0,-1 0 1,-2 0-1,2-26 0,-4-93 576,-1 86-10,-3 33 325,0 14-161,3 9-742,0 0 1,0 0 0,-1 0-1,1 0 1,0 0-1,0 0 1,0 0-1,0 0 1,-1 0-1,1 0 1,0 0-1,0 0 1,0 0-1,-1 0 1,1 0-1,0 0 1,0 1-1,0-1 1,0 0-1,0 0 1,-1 0 0,1 0-1,0 0 1,0 0-1,0 0 1,0 1-1,0-1 1,0 0-1,-1 0 1,1 0-1,0 0 1,0 0-1,0 1 1,0-1-1,0 0 1,0 0-1,0 0 1,0 0-1,0 1 1,0-1 0,0 0-1,-4 9 26,1 0 0,1 0 0,0 0 1,0 0-1,-1 13 0,0 4 6,-6 47 45,2 114 0,7-172-95,1 1 0,0-1 1,1 1-1,1-1 0,1 0 1,0 0-1,7 17 0,-8-24-1,1 0-1,0-1 1,0 1-1,1-1 1,0 0 0,1 0-1,0 0 1,0-1-1,0 0 1,0 0-1,1 0 1,0-1 0,0 0-1,12 6 1,-4-5-7,1-1 0,0-1 0,0 0 0,1-1 0,-1 0 0,1-1 0,-1-2 1,1 1-1,-1-2 0,1 0 0,31-6 0,-35 3-19,0-1-1,1 1 1,-2-2 0,1 0 0,0 0-1,-1-2 1,-1 1 0,1-1-1,-1-1 1,-1 0 0,1 0 0,-1-1-1,-1-1 1,0 0 0,-1 0-1,12-20 1,-3 2-28,-3-1 1,0 0-1,-2 0 0,-1-2 0,14-63 0,-15 26 278,-3-1-1,-3-113 0,-4 168-183,-11 46 378,-2 22-370,3 1 0,2 1 0,3 0 0,2 0 0,7 93 0,-2-130-75,0 1 1,1-1 0,2 0 0,0 0-1,0 0 1,2-1 0,12 24-1,0-7-1549,1-1 0,37 44-1,-18-25-3405,-7-7-4440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3:34.6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1 12854,'0'0'7091,"-2"34"-6376,0 2-481,-5 179 1061,6-155-948,0-20-73,5 55 1,-3-90-262,-1 0 0,1 0 0,0 0 0,0-1 0,1 1-1,2 5 1,-4-9-9,1 1-1,0-1 0,0 0 0,0 0 0,0 0 1,0 0-1,0 0 0,0 0 0,0 0 1,0 0-1,0-1 0,0 1 0,1 0 0,-1-1 1,0 1-1,1-1 0,-1 1 0,0-1 1,1 1-1,-1-1 0,0 0 0,1 0 1,-1 0-1,3 0 0,20-2 44,-1-1 1,0-1-1,0-1 1,0-2-1,38-15 1,33-9-18,-60 23-37,1 1 0,0 1-1,0 2 1,1 1 0,51 4 0,-78-1-7,0 2 0,-1-1 0,1 1 0,-1 0 0,1 1 0,-1 0 0,0 0 0,0 1 0,0 0 0,-1 1 0,13 8 0,-15-8-10,0-1 1,0 1 0,0 0-1,-1 0 1,0 0 0,0 1-1,0 0 1,-1 0 0,0 0-1,0 0 1,0 0 0,-1 0-1,0 1 1,0-1 0,1 12 0,-1-7 9,-1 0 1,-1 0-1,0 0 1,-2 16 0,1-22 14,0 0 1,0 0 0,0 0 0,-1 0 0,0 0-1,0-1 1,0 1 0,0-1 0,-1 1 0,0-1-1,-6 7 1,0-2 20,-1 0 0,0-1 1,-1 0-1,0-1 0,0 0 0,0 0 0,-1-1 0,0-1 0,0 0 0,-1-1 0,0 0 1,-23 4-1,-2-3 63,1-1 1,-1-2-1,-45-3 1,76 0-76,-1 1 0,1-1 0,-1 0 0,1-1 1,-1 0-1,1 0 0,0-1 0,0 1 0,0-2 0,-12-6 1,15 7-37,0 0 0,1-1 0,-1 1 0,0-1 0,1 1 0,0-1 0,0 0 0,0 0 0,0-1 0,1 1 0,0 0 1,0-1-1,0 0 0,0 1 0,1-1 0,0 0 0,-2-7 0,3 8-196,-1 0-1,1 0 1,0 0 0,0-1-1,0 1 1,0 0 0,1 0 0,-1 0-1,1-1 1,0 1 0,1 0-1,-1 0 1,1 0 0,-1 1 0,1-1-1,3-5 1,0 4-574,0 0 0,0 0 0,0 0 0,0 1 0,1-1 0,0 2 0,-1-1 0,2 0 0,9-4 0,65-25-9993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3:35.0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142 404 7972,'0'0'13646,"10"-10"-13558,73-65-88,-76 67-53,1 1-1,-1-1 1,-1 0 0,1 0-1,-2-1 1,1 0-1,-1 0 1,0 0 0,-1-1-1,0 1 1,-1-1 0,0 0-1,0 0 1,-1-1 0,0 1-1,-1 0 1,0-1 0,-1 1-1,0-1 1,-1 1-1,0 0 1,-4-17 0,4 22 60,0 1 0,-1 0 0,0 0-1,0 0 1,0 0 0,-1 0 0,1 0 0,-1 0 0,0 1 0,0 0 0,0-1 0,0 1 0,-1 0 0,0 0 0,1 1 0,-1-1 0,0 1-1,0 0 1,0 0 0,0 0 0,-1 0 0,-5-1 0,0 1 16,0-1 0,0 1-1,0 1 1,0 0 0,0 0 0,0 1-1,0 0 1,-1 1 0,-10 2 0,15-2-8,1 1 1,0 0-1,-1 0 1,1 1-1,0-1 1,0 1-1,0 0 1,1 1-1,-1-1 1,1 1 0,-1 0-1,1 0 1,0 0-1,1 0 1,-1 1-1,1 0 1,0-1-1,0 1 1,0 1-1,1-1 1,-4 11 0,1 1 67,0 1 0,1-1 0,0 1 0,2 1 0,-1 28 0,2-29-34,2 0 1,0-1-1,4 25 0,-3-35-40,0 1-1,0-1 1,1 1 0,0-1-1,0 0 1,1 0-1,0 0 1,0-1-1,11 13 1,-3-6-232,1-1 0,0 0 0,2-1 0,-1-1 0,1 0 0,0-1 0,1 0 0,0-1 0,1-1 0,-1-1 0,1 0 0,27 5 0,12-1-2085,1-3 0,96 1 0,47-7-7793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3:35.6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442 383 10325,'0'0'8662,"-35"-1"-7200,12 0-1286,0-1-52,1 1 0,-40 4 0,51-1-74,-1 0 0,2 1 0,-1 0 0,0 0-1,0 1 1,1 0 0,0 1 0,0 1 0,0-1 0,-9 8 0,2 0 168,1 1 0,0 0 0,1 2 0,-23 29 0,31-37-118,2 1 0,-1 0 0,1 0 0,1 0 0,0 1 0,0 0-1,1 0 1,0 0 0,0 0 0,1 0 0,-1 18 0,3-25-80,0 0 0,0 1 0,0-1 1,0 0-1,1 1 0,-1-1 0,1 0 0,2 6 1,-2-7-18,0-1 0,0 0 1,0 1-1,0-1 1,0 0-1,0 0 1,0 0-1,1 0 1,-1 0-1,0 0 1,1 0-1,-1 0 1,1 0-1,-1 0 0,1-1 1,-1 1-1,1-1 1,0 1-1,2-1 1,8 2 17,0 0 0,0-2 0,0 1 0,0-2 0,0 1 0,0-2 0,-1 0 0,1 0 0,0-1 0,-1 0 0,1-1 0,-1 0 0,0-1 0,0 0 0,-1-1 0,12-8 0,1-2 14,-1 0-1,-1-2 1,0-1 0,-2 0 0,35-44-1,-6-12 44,-48 75-84,0 0 1,1 0 0,-1-1 0,0 1 0,1 0 0,-1 0-1,1-1 1,-1 1 0,0 0 0,1 0 0,-1 0-1,1 0 1,-1 0 0,1 0 0,-1 0 0,1 0 0,-1 0-1,1 0 1,-1 0 0,0 0 0,1 0 0,-1 0-1,1 0 1,-1 0 0,1 0 0,-1 1 0,0-1 0,1 0-1,-1 0 1,1 0 0,-1 1 0,1-1 0,14 13-227,-12-10 208,15 12-74,0-1-1,1-1 1,0 0 0,1-2 0,0 0-1,1-1 1,36 12 0,-27-14-608,0 0-1,0-2 1,1-1 0,0-2-1,37 0 1,-63-3 549,0 0 1,0 0-1,-1-1 0,1 1 0,0-1 1,-1 0-1,1 0 0,-1 0 0,1-1 1,-1 0-1,1 0 0,-1 0 0,5-3 1,-6 2 96,0 0 0,0 0 0,0-1 0,0 1 0,-1-1 1,1 0-1,-1 0 0,0 0 0,0 0 0,-1 0 0,1 0 1,-1 0-1,0 0 0,1-7 0,4-23 94,-3-2-1,0 1 1,-4-46-1,0 28 265,2-15 492,1 33 239,-1-1-1,-3 1 1,0 0 0,-9-35 0,9 65 312,-2 10-236,-1 16-902,0 1 1,1-1-1,-1 36 0,3 74 523,3-81-437,-1 27 25,10 336 153,11-82-527,-18-222-2402,-3 0-3646,0-77-255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3:36.0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97 6739,'0'0'6032,"25"-16"-3660,9-5-1453,44-20 0,-71 37-829,1 1-1,0 1 1,0-1-1,0 1 1,0 1 0,0-1-1,0 2 1,0-1-1,0 1 1,0 0-1,1 0 1,-1 1 0,0 0-1,0 1 1,0 0-1,0 0 1,0 1-1,11 5 1,-13-5-62,1 1-1,-1 1 1,0-1-1,0 1 1,0 0-1,-1 0 1,0 1 0,0-1-1,0 1 1,-1 1-1,1-1 1,-2 0 0,1 1-1,-1 0 1,0 0-1,0 0 1,3 14-1,-3-10 35,-1 0-1,0 0 0,-1 0 1,0 0-1,-1 0 0,0 0 1,-1 0-1,-3 16 0,3-21 21,-1-1 0,0 1-1,0-1 1,0 0 0,-1 0-1,0 1 1,0-2 0,0 1 0,0 0-1,-1-1 1,0 1 0,0-1-1,0 0 1,0 0 0,-1-1-1,1 1 1,-9 4 0,3-3 50,0-1 1,-1 0-1,1 0 0,-1-1 1,0 0-1,0-1 1,-12 2-1,-79-1-4110,85-3 1505,9 0-3829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3:36.3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0 6163,'0'0'15255,"-32"193"-13751,32-80-207,0 5-481,0-10-591,10-2-177,-2-10-48,0-4-513,-5-8-2128,-3-10-1537,0-18-5282</inkml:trace>
  <inkml:trace contextRef="#ctx0" brushRef="#br0" timeOffset="1">33 414 9652,'0'0'1118,"22"-22"1809,11-10-1489,36-27 0,-64 55-1273,0 0 0,1 1 0,0 0 0,0 0 1,0 0-1,0 1 0,0 0 0,0 0 0,1 0 0,-1 1 1,0 0-1,1 0 0,-1 1 0,1 0 0,0 0 0,-1 0 0,12 3 1,-8-2-50,-4 0-89,1 0 0,-1 0-1,1 1 1,-1 0 0,0 0-1,0 0 1,0 1 0,0 0-1,0 0 1,-1 1 0,1-1-1,-1 1 1,0 0 0,0 1-1,0-1 1,-1 1-1,1 0 1,-1 0 0,0 1-1,-1-1 1,1 1 0,-1-1-1,3 10 1,1 2-17,-2 0 1,0 1-1,-1 0 1,-1 0-1,0 0 0,-1 0 1,-2 24-1,1-37 0,-1 0 0,-1 0-1,1 0 1,-1-1-1,0 1 1,0 0 0,0 0-1,-1-1 1,1 1 0,-1-1-1,0 1 1,-1-1-1,1 0 1,-1 0 0,0 0-1,0 0 1,0 0 0,0 0-1,0-1 1,-1 0-1,0 0 1,0 0 0,0 0-1,0 0 1,0-1 0,0 0-1,-8 3 1,-1 0 60,0 0 0,-1-1 1,1-1-1,-1 0 0,0-1 0,-15 1 1,-88-3-92,58-1-1165,51 0-801,10-4-1666,12-6-1747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3:36.8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0 10725,'0'0'10786,"-3"35"-9967,0-4-501,-7 198 1861,10-205-1874,0 0 0,8 41 0,-5-54-268,0-1 1,0 0-1,0 0 0,2 0 0,-1 0 0,1-1 0,0 1 0,10 11 0,-8-12-25,1 0 0,-1-1-1,1 0 1,1-1 0,-1 0 0,1 0 0,1-1 0,-1 0-1,1 0 1,0-1 0,0-1 0,13 5 0,-7-5-108,0 0-1,0-1 1,0-1 0,0-1-1,0 0 1,0-1 0,32-4 0,-36 2-1,0-1-1,1 0 1,-1-1 0,-1-1 0,1 0 0,-1 0 0,0-1 0,0 0 0,0-1-1,-1-1 1,0 1 0,0-2 0,10-11 0,-7 6-27,-1 0 0,0-1 0,-2 0 0,0-1 0,0 0 0,-1 0 0,-1-1 0,7-24 0,-8 18 63,-7 22 43,0 2-3,-4 14-34,1-5 24,-5 18 100,1 0-1,1 1 1,1 0 0,-1 58-1,6-82-62,0 0-1,1 0 1,0 0-1,0 0 1,0 0-1,0-1 1,1 1-1,0 0 1,0-1-1,0 1 1,0-1-1,1 0 1,0 0-1,0 0 1,0 0-1,0 0 1,0-1-1,1 1 1,0-1-1,-1 0 1,1 0-1,1 0 1,-1-1-1,0 1 1,1-1-1,-1 0 1,1 0-1,-1-1 1,1 0-1,0 1 1,7 0-1,-4-1-213,0 0 0,1-1-1,-1 0 1,0 0 0,1 0-1,10-3 1,-16 2 72,0 0 0,1 0 0,-1 0-1,0 0 1,0-1 0,0 0 0,0 1 0,0-1 0,0 0 0,-1 0 0,1 0 0,0-1-1,-1 1 1,0-1 0,0 1 0,1-1 0,1-4 0,1-2-80,-1-1 0,0 1 0,-1-1 0,0 1 0,-1-1 0,1 0 0,0-12 0,0-75-524,-2 48 743,-1 4 351,0 42 377,0 10 628,0-1-1465,-1 0 1,1-1 0,-2 1-1,1 0 1,-1 0 0,0-1 0,-3 9-1,-14 18-4451,3-14-1844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3:37.1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6259,'0'0'5570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3:37.9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363 247 8180,'0'0'3951,"-30"4"-2081,8-1-1526,10-3-199,0 1 0,0 1 0,0 0 0,0 1 0,1 0 0,-1 0 0,1 1 0,0 1 0,0 0 0,0 0 0,1 1 0,0 1 0,0 0 0,-16 14 0,11-5 154,1 0 1,0 1-1,2 1 1,0 0-1,0 0 1,-10 26-1,17-32-173,0 0 0,1 0 0,1 0 1,0 0-1,1 1 0,0-1 0,0 1 0,2-1 0,-1 1 0,2 0 0,0-1 0,3 18 0,-2-24-81,0 0 0,0 0 1,1 0-1,0 0 0,0 0 1,0-1-1,1 1 1,0-1-1,0 0 0,0 0 1,1 0-1,0-1 0,-1 0 1,2 0-1,-1 0 1,0 0-1,1-1 0,0 0 1,0 0-1,0 0 0,7 2 1,8 2 44,1-1 0,-1-1 0,1-1 0,45 3 0,-30-4-66,0-2-1,0-2 1,67-9-1,-92 8-36,0-1 0,0 0 0,0-1 0,0 0 0,-1-1 0,0 0 0,0-1 0,0 0 0,-1-1 0,0 0 0,0-1 0,-1 0 0,1 0 0,-2-1 0,12-14 0,-13 13 22,-1 0 0,-1 1 0,0-2 0,0 1 0,-1-1-1,0 1 1,-1-1 0,0 0 0,1-14 0,-1-9 64,0-57 0,-3 67-47,0 17 37,0-1 0,-1 1-1,0-1 1,0 0 0,-1 1 0,0 0 0,0-1 0,-6-13-1,7 19-32,0 1 0,0-1 0,0 0 0,-1 0 0,1 1 0,-1-1 0,1 1 0,-1-1 0,1 1 0,-1 0 0,0-1 0,0 1 0,0 0 0,0 0 0,0 0 0,0 0 0,0 1-1,0-1 1,0 1 0,0-1 0,0 1 0,0-1 0,0 1 0,0 0 0,0 0 0,-1 0 0,1 1 0,0-1 0,0 0 0,0 1 0,0-1 0,0 1 0,0 0 0,0 0 0,-3 1-1,2 0-29,0 0 0,0 0 0,0 0 0,0 0 0,0 1 0,0-1 0,1 1 0,-1 0 0,1 0-1,0 0 1,0 0 0,0 0 0,0 0 0,1 1 0,-1-1 0,1 0 0,0 1 0,0 0 0,0-1 0,0 7-1,-2 8-25,1 1-1,0 30 1,2-47 25,0 4-12,0 1 1,1-1-1,0 0 0,0 0 1,0 0-1,0 0 1,1 0-1,0 0 0,1 0 1,-1-1-1,1 1 1,0-1-1,7 10 0,-4-9-69,-1-1 0,0 1 0,1-2 0,0 1 0,0 0 0,1-1 0,-1 0 0,1-1 0,0 0 0,0 0 0,8 3 0,-3-3-210,-1 1 0,1-2 0,0 1-1,0-2 1,0 1 0,0-2 0,0 0 0,0 0-1,20-4 1,-24 3 159,-1-1 0,0 0 0,0-1 0,0 1 0,0-1 0,-1-1 0,1 1 0,-1-1 0,0 0 0,0-1 0,0 1 0,0-1 0,-1-1 0,0 1 0,0-1 0,6-9-1,-4 3 123,0 0 0,-1 0 0,-1 0-1,0-1 1,-1 0 0,0 0-1,3-19 1,5-97 511,-10 92-200,2-25 570,3-58 479,-5 47 4377,-2 152-5618,15 123-1,-11-178-112,0-1 1,1 0-1,2 0 0,0 0 1,1-1-1,2 0 0,0 0 1,1-1-1,27 38 0,-35-55 8,0-1 0,0 1 0,0-1 0,0 0 0,1 0 0,-1 0 1,1 0-1,0 0 0,0-1 0,0 0 0,0 0 0,0 0 0,0 0 0,1 0 0,-1-1 0,0 0 0,1 0 0,-1 0 0,1-1 0,0 1 0,-1-1 0,1 0 0,-1 0 0,1-1 0,-1 1 0,1-1 1,8-3-1,-6 0 29,0 0 1,0 0-1,-1 0 1,1-1-1,-1 0 1,0-1-1,9-11 1,-9 11-28,0 0 1,0 0-1,0 0 1,0 1-1,1 0 1,0 0-1,0 1 1,12-6-1,-17 9-17,0 0 1,1 0-1,-1 0 0,1 0 1,-1 1-1,1-1 0,-1 1 1,1-1-1,-1 1 0,1 0 1,0 0-1,-1 0 0,1 1 1,-1-1-1,1 0 0,-1 1 1,1 0-1,-1 0 0,1 0 1,-1 0-1,1 0 0,-1 0 1,0 0-1,0 1 0,0-1 1,0 1-1,0-1 1,0 1-1,0 0 0,0 0 1,0 0-1,-1 0 0,1 0 1,-1 0-1,0 1 0,0-1 1,2 4-1,1 5 15,-1 0 0,0 0 0,0 1 0,-1-1 0,-1 1 0,0-1 0,-1 14 0,0-14-3,0 0-1,-1-1 0,0 1 1,-1 0-1,0 0 1,-1 0-1,-5 13 1,6-20-37,0 1 1,-1-1-1,1 1 1,-1-1 0,0 0-1,-1 0 1,1 0-1,0 0 1,-1-1 0,0 1-1,0-1 1,0 0-1,0 0 1,-1 0-1,1-1 1,-1 0 0,0 0-1,-5 2 1,0-1-580,-1-1 0,1 0 0,-1-1 1,1 0-1,-1 0 0,0-2 0,1 1 0,-1-1 1,1 0-1,-12-4 0,15 2-799,0 0-1,1 0 0,-1-1 1,-10-7-1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3:38.3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1 11205,'0'0'8687,"-4"21"-8023,-9 54 746,-4 127 0,17-197-1345,-2 30 275,2 0 1,2 0-1,1-1 0,11 50 1,-11-74-301,0 0 0,1-1 1,0 1-1,0-1 0,1 0 0,0 0 1,1-1-1,9 13 0,-9-16-35,0 1 0,0-1-1,0 0 1,1 0 0,-1 0-1,1-1 1,0 0 0,0-1 0,1 0-1,-1 0 1,1 0 0,9 2-1,-1-2-17,0 0 1,1 0-1,-1-2 0,1 0 0,-1-1 0,1 0 0,18-4 0,-26 3-7,-1-1 0,0 0 0,0-1 0,0 0 0,0 0 0,0 0 0,0-1 0,-1 0 0,0-1 0,0 0-1,0 0 1,0 0 0,-1-1 0,0 0 0,8-10 0,-9 9 5,0 0 0,-1 0 0,-1 0 0,1-1 0,-1 1 0,0-1 0,-1 0 0,1 0 0,0-9 0,0-5-59,-1-45-1,-2 59 56,1 1 0,-1 1 1,-1-1 0,1 1 0,-4-14 0,4 19 15,0 0 0,-1-1 1,0 1-1,1 0 0,-1-1 1,0 1-1,1 0 0,-1 0 0,0-1 1,0 1-1,0 0 0,0 0 0,0 0 1,-1 0-1,1 0 0,0 0 1,0 1-1,-1-1 0,1 0 0,0 1 1,-1-1-1,1 1 0,0-1 1,-1 1-1,1 0 0,-1-1 0,-1 1 1,2 0-5,-1 0 1,0 0-1,1 0 1,-1 0 0,1 0-1,-1 1 1,1-1 0,-1 0-1,0 1 1,1 0-1,-1-1 1,1 1 0,0 0-1,-1 0 1,1-1 0,0 1-1,-1 0 1,1 0-1,-2 3 1,0 0-3,0-1 0,0 1-1,1 0 1,-1 1 0,1-1 0,-3 8-1,0 3 44,1-1 0,1 1 1,-3 23-1,5-25 34,0-1-1,1 1 1,0 0 0,3 21 0,-2-29-61,1 0 1,-1 0-1,1 0 0,0 0 0,0 0 0,1 0 0,-1 0 1,1-1-1,0 0 0,0 1 0,0-1 0,1 0 1,7 6-1,-1-2-375,0 0 1,1-1 0,0-1 0,1 1-1,-1-2 1,23 8 0,-9-5-2093,0-2 0,38 5 0,25-2-6163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3:38.7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118 39 15015,'0'0'13750,"0"-38"-13750,-3 38-32,-2 0-832,-14 12-3122,-18 7-1921,-17-19-8515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3:48.8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12 3730,'0'0'11496,"-13"0"-10587,-26 0-496,30 0-128,29 0 223,132-8 524,-109 4-983,-52 7-5105,3-1 5429,0-1 1,0 1-1,1 0 0,-1 1 0,1-1 0,-1 1 1,1 0-1,-7 6 0,9-5-208,1 0-1,-1 0 1,1 0 0,0 1 0,0-1-1,1 1 1,-1 0 0,1 0-1,0-1 1,0 8 0,0 53 550,1-39-443,12 164 1106,0 0-908,-11-32-878,-1-155 162,0-1-1,0 1 1,0 0-1,1 0 1,-1 0 0,1 0-1,0 0 1,0 0-1,2 4 1,-2-6-113,0 1 1,0-1 0,0 0-1,1 0 1,-1 0 0,0 0-1,0 0 1,1 0-1,-1 0 1,0 0 0,1-1-1,-1 1 1,1 0 0,-1-1-1,1 1 1,-1-1-1,1 0 1,2 1 0,24 0-6947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3:49.1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99 0 7443,'0'0'5622,"-15"34"-4051,15-34-1571,-61 150 1550,55-132-1319,2 0-1,0 0 1,0 0-1,2 0 0,0 1 1,2-1-1,1 25 1,0-2 123,-1-21-212,6 178 703,-3-168-801,2 0 1,0 0-1,3 0 1,14 41-1,-14-51-18,1 0 0,0-1 0,2 0 0,0 0 1,27 32-1,-31-43-146,0 0 1,1-1 0,-1 0-1,1-1 1,1 1 0,-1-2 0,1 1-1,0-1 1,1-1 0,-1 1-1,1-2 1,0 1 0,0-1 0,15 2-1,-8-3-1591,0-1-1,0-1 1,27-2-1,-5-6-4488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3:49.5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0 6787,'0'0'8612,"-2"26"-7281,-2 3-929,0-1-62,1 1 0,1-1 0,1 1 1,4 28-1,17 74 924,-10-79-545,-3 0 1,1 59 0,-8-110-462,-6-11 844,2-1-1003,1 0 0,0 0 0,1 0 0,0 0 0,0-18-1,2-65-101,1 46 29,-1 30-25,1-1-1,1 0 0,1 0 0,5-22 0,-5 31-1,1 0-1,-1 1 1,1-1-1,1 0 1,0 1 0,0 0-1,1 0 1,0 1-1,8-8 1,-13 14-4,0 1 1,0-1-1,0 1 0,1-1 1,-1 1-1,0 0 0,1 0 1,-1 0-1,1 0 1,0 0-1,-1 0 0,1 0 1,0 0-1,0 0 0,-1 1 1,1-1-1,0 1 0,0-1 1,0 1-1,0 0 0,0 0 1,0 0-1,-1 0 0,1 0 1,0 0-1,0 1 0,0-1 1,0 0-1,0 1 0,-1 0 1,1-1-1,0 1 0,0 0 1,-1 0-1,1 0 0,-1 0 1,1 0-1,-1 0 0,1 0 1,-1 1-1,1-1 1,-1 1-1,2 2 0,4 6-13,0 0 0,-1 1-1,0-1 1,0 1 0,4 14-1,1 8-460,-2 0 0,10 58-1,-3-8-2386,-11-62-290,16 38 1,-7-33-1733,1-12-824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3:49.9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 4082,'0'0'14999,"0"-14"-14423,0 38-288,0 9 400,0 6-303,0 2-161,0-3-176,0-4-48,0-3-32,0-4-1521,0-8-1552,10-7-2754,15-10-4834</inkml:trace>
  <inkml:trace contextRef="#ctx0" brushRef="#br0" timeOffset="1">396 42 6995,'0'0'9076,"-165"154"-7763,122-104-353,3 3-703,5-7-209,8-5-48,14-10-433,10-5-1808,3-11-1312,0-8-2418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3:50.3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1 960,'0'0'14887,"13"6"-13769,-4-2-938,-4-2-106,0 0 0,1 1 0,-1 0 0,9 6 0,-12-7-42,0-1-1,-1 1 0,1 0 1,-1-1-1,1 1 1,-1 0-1,0 0 1,0 0-1,1 0 1,-1 0-1,-1 0 1,1 0-1,0 0 1,0 1-1,-1-1 0,1 0 1,-1 0-1,0 1 1,0 1-1,1 2 49,-1 0-1,0-1 0,0 1 1,0 0-1,-1-1 0,0 1 1,0 0-1,0-1 0,-1 0 1,0 1-1,0-1 0,0 0 1,-1 0-1,-6 10 0,-4 2 290,-15 17 2015,55-36-2166,-1-1 0,1-2-1,-1 0 1,0-2 0,33-13-1,22-5-2360,-3 2-6056,-46 9 142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3:50.6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9332,'0'0'10907,"9"6"-10491,13 11-187,-1 1 0,-1 1 0,-1 0 0,-1 2 1,0 0-1,-1 1 0,-2 1 0,0 0 0,13 29 0,-13-20-166,-2 1 0,-1 0-1,-1 0 1,-2 1 0,-1 1 0,-2 0-1,2 36 1,-5-26-25,-6 73-1,1-100-37,0 1 0,-2-1 0,0 0 0,-1-1 0,-1 1 0,-13 27 0,6-19-175,-2-1 1,-30 39-1,33-50-818,-23 21 0,27-28-386,-1 0 0,0 0 0,-16 8 1,13-12-5556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3:51.0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0 371 10101,'0'0'9988,"161"0"-9203,-78-10-529,-8 1-80,-11-3-176,-22 2-416,-23 1-1345,-16-1-1809,-3 0-3217</inkml:trace>
  <inkml:trace contextRef="#ctx0" brushRef="#br0" timeOffset="1">209 17 6499,'0'0'12176,"-3"-4"-11322,3 3-839,-1 0 1,1 0-1,0 1 1,-1-1-1,1 0 0,-1 1 1,1-1-1,-1 1 1,1-1-1,-1 0 1,1 1-1,-1-1 0,1 1 1,-1-1-1,0 1 1,1 0-1,-1-1 1,0 1-1,1 0 0,-1-1 1,-1 1-1,2 0-7,0 1 1,-1-1-1,1 1 0,-1-1 0,1 1 0,0 0 0,0-1 0,-1 1 1,1-1-1,0 1 0,0 0 0,0-1 0,0 1 0,-1 0 0,1-1 1,0 1-1,0-1 0,0 1 0,1 0 0,-1 0 0,6 57 323,-6-53-278,43 442 768,-43-441-994,0 9-584,1-1 0,3 16 0,-3-26 312,0-1-1,0 1 0,0 0 0,0-1 1,1 1-1,-1 0 0,1-1 1,0 0-1,0 1 0,1-1 0,-1 0 1,5 5-1,23 10-5421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3:51.4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236 0 7732,'0'0'7395,"-144"44"-5682,106 13-161,6 11-511,14 1-81,15-1-239,3-6-209,27-6-288,26-6-112,14-16-16,5-12-32,0-20-64,-2-2-160,-17-7-1185,-21-15-1840,-26 3-3650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4:08.4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0 125 64,'0'0'13990,"0"-19"-13347,0 16-624,0 0 0,1 0 0,-1 1 0,0-1 0,1 0 0,-1 0 0,1 1 0,0-1 0,0 0-1,0 1 1,0-1 0,1 1 0,-1 0 0,1-1 0,2-2 0,1 0-22,0 1 0,0 0 0,0 0 1,0 1-1,10-6 0,-2 3 1,1 1 0,-1 0 0,1 1 0,0 0 1,0 1-1,0 1 0,0 0 0,0 1 0,26 1 0,-37 1 0,0-1-1,0 1 0,0 0 1,0 0-1,0 0 0,0 1 1,0-1-1,0 1 0,0 0 1,-1-1-1,1 1 1,-1 0-1,1 1 0,-1-1 1,0 0-1,0 1 0,0-1 1,0 1-1,0 0 0,2 5 1,4 5-9,-2 1 0,1 0 0,3 15 0,-2-1 405,-2 1 0,-1-1-1,-2 1 1,0 0-1,-3 45 2351,0-83-1509,-1-23-782,0 22-426,0 0 0,1 1 0,0-1 1,0 1-1,1-1 0,1 1 0,0-1 0,0 1 1,0 0-1,1-1 0,5-8 0,0 5-36,1 1 0,0 0 0,1 1 0,1 0 0,-1 0 0,2 1 0,-1 0 0,2 1 0,-1 1 0,1 0 0,0 0 0,1 1 0,-1 1 0,2 1 0,-1 0 0,0 0 0,1 1 0,0 1 0,0 1 0,20-1 0,-32 2-5,0 1 0,0 0 1,0 0-1,0 0 0,0 0 1,-1 0-1,1 1 0,0-1 1,0 1-1,0 0 0,-1 0 0,1 0 1,0 0-1,-1 1 0,1-1 1,-1 0-1,0 1 0,1 0 1,-1 0-1,0 0 0,0 0 1,0 0-1,0 0 0,0 0 0,-1 0 1,1 1-1,-1-1 0,1 1 1,1 3-1,7 19-19,0 1 0,-2 0-1,-1 1 1,-1-1 0,-1 1 0,2 44 0,-5 74 46,-3-81-7,1-61-160,0 0 0,0 1 0,1-1 0,-1 0 0,1 0 0,0 1 0,0-1 0,0 0 0,1 0 0,-1 0 0,1 0 1,-1 0-1,1 0 0,0 0 0,0-1 0,0 1 0,0-1 0,1 1 0,-1-1 0,1 0 0,-1 0 0,1 0 0,0 0 1,0-1-1,0 1 0,0-1 0,0 1 0,0-1 0,5 1 0,7 2-1407,1-1-1,0 0 1,0-2 0,28 1-1,14-2-5366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4:08.9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15 2353,'0'0'10034,"-4"0"-8655,-12 0-202,16 0-1134,0-1 0,0 1 0,0 0 0,0 0 0,0 0 0,0 0-1,0 0 1,0 0 0,0 0 0,0 0 0,0-1 0,0 1 0,0 0 0,1 0 0,-1 0 0,0 0 0,0 0 0,0 0 0,0 0 0,0-1 0,0 1 0,0 0 0,0 0 0,0 0 0,-1 0-1,1 0 1,0 0 0,0-1 0,0 1 0,0 0 0,0 0 0,0 0 0,0 0 0,0 0 0,0 0 0,0 0 0,0 0 0,0 0 0,0-1 0,0 1 0,-1 0 0,1 0 0,0 0 0,0 0-1,0 0 1,0 0 0,0 0 0,0 0 0,0 0 0,-1 0 0,18-3-122,0 0 0,0 1 0,31 1 0,-21 1-565,48-1-4160,-48 1 790,-9 0-684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4:09.2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0 2257,'0'0'11189,"-38"0"-8147,44 0-2914,23 0-32,17 0 16,7 0-112,9 0-1217,2 0-1664,0 0-2193,0 0-2578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4:10.4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95 6675,'0'0'8620,"-5"-11"-7806,-11-30-286,16 40-521,0 0-1,0 0 1,-1 1 0,1-1 0,0 0-1,0 0 1,0 1 0,0-1 0,1 0-1,-1 0 1,0 1 0,0-1 0,0 0-1,1 0 1,-1 1 0,0-1 0,1 0-1,-1 1 1,0-1 0,1 0 0,-1 1-1,1-1 1,-1 0 0,1 1 0,0-1-1,-1 1 1,1-1 0,-1 1 0,2-1-1,19-6 42,-16 6-47,14-4-2,1 2 1,-1 0 0,1 1-1,35 2 1,-45 0-1,-6 0-3,0 0-1,1 0 1,-1 1-1,0-1 1,0 1-1,0 0 1,1 1-1,-1-1 1,0 1-1,0-1 1,-1 1-1,1 1 1,0-1-1,-1 0 1,1 1-1,-1 0 1,0-1-1,0 1 1,0 1-1,0-1 1,0 0-1,-1 1 1,0-1-1,1 1 1,-1 0-1,-1 0 1,3 5-1,1 6-13,-1 0 1,-1 0-1,0 0 0,-1 0 0,0 0 0,-2 23 0,0-32 22,0 1 0,-1-1-1,0 1 1,-1-1-1,1 0 1,-1 1 0,0-1-1,-1 0 1,1 0 0,-1 0-1,-1-1 1,1 1 0,-6 7-1,-2-1 95,0 0 0,0-1 1,-1-1-1,-19 14 0,26-20 9,-1-1 0,1 0-1,-1 0 1,0 0 0,0-1 0,0 1 0,0-1 0,-13 2 0,1-2 973,-34-1 1,40-1-578,7 0-455,0-1 0,1 1 1,0-1-1,-1 0 1,1 0-1,-9-4 0,12 4 51,1 1 10,0 1-86,-1-1-1,1 1 1,-1-1-1,1 1 1,-1-1-1,1 1 1,0-1-1,-1 1 0,1 0 1,0-1-1,-1 1 1,1-1-1,0 1 1,0 0-1,0-1 1,0 1-1,-1 0 0,1-1 1,0 1-1,0 0 1,0-1-1,0 1 1,1 1-1,-1 26-105,0-16 118,0 9-26,1 0 1,1 0-1,1-1 0,1 1 0,0 0 0,13 33 0,-16-53 88,-1 0-1,1 0 0,0-1 1,-1 1-1,1 0 1,0-1-1,-1 1 0,1-1 1,0 1-1,0-1 0,-1 1 1,1-1-1,0 1 1,0-1-1,0 0 0,0 1 1,0-1-1,0 0 0,0 0 1,-1 0-1,1 0 1,0 0-1,0 0 0,0 0 1,0 0-1,0 0 0,0 0 1,0 0-1,1-1 1,8 0-521,428-3 830,-437 2-670,-1 0 0,0 0 0,0 0 0,0 0 0,0 1 0,0-1 0,0 0 0,0 0 1,-1 0-1,1 0 0,-2-2 0,-10-10-3935,-6 0-2711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4:10.9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1 174 3169,'0'0'6078,"3"-24"-3797,9-71-435,-8 40 6238,-5 95-8122,8 172 621,-4-181-392,1 0 1,1-1-1,2 1 0,21 55 1,-27-85-229,-1 1 0,1-1 0,-1 0 0,1 1-1,0-1 1,0 0 0,0 0 0,0 1 0,0-1 0,0 0 0,0 0 0,0 0 0,0 0 0,0 0 0,1 0 0,-1-1 0,0 1 0,1 0-1,-1-1 1,1 1 0,-1-1 0,2 1 0,-2-1-195,0 0 0,0 0 0,0 0 0,0 0 0,0 0 0,0 0 0,0 0 0,0-1 0,0 1 0,0 0 0,0-1 0,-1 1 0,1 0 0,1-2 0,0 1-364,-1 0 0,0 0 0,0 0 0,0 0 0,0 0 0,0 0 0,0 0 0,-1-1 0,1 1 0,0 0 0,0-2 0,2-7-6669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4:11.3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10 257 4978,'0'0'9639,"-6"1"-7866,6-1-1748,0 0 0,0 0 1,-1 0-1,1 0 0,0 0 1,0 0-1,0 0 0,0 0 1,0 0-1,0 0 0,0 0 1,0 0-1,0 0 0,0 0 1,-1 0-1,1 0 0,0 0 1,0 0-1,0 0 0,0 0 1,0 0-1,0 0 0,0 0 1,0 0-1,0 0 0,0 0 1,-1 0-1,1 0 0,0 0 1,0 0-1,0 0 0,0 0 1,0 0-1,0 0 0,0 0 1,0 0-1,0 0 0,0-1 1,0 1-1,0 0 0,0 0 1,0 0-1,-1 0 0,1 0 1,0 0-1,0 0 0,0 0 1,0 0-1,0 0 0,0 0 1,0-1-1,0 1 0,0 0 1,0 0-1,0 0 0,0 0 1,0 0-1,0 0 0,0 0 1,0 0-1,0 0 0,0-1 1,0 1-1,1 0 0,-1 0 1,11-10 248,1 1-1,0 0 1,0 0 0,1 1 0,1 1 0,23-10 0,10-7-25,1-2-49,148-88 427,-191 111-620,-3 3-5,-1-1 0,1 0 0,-1 0 0,1 0 0,-1 0-1,1 0 1,-1 0 0,0 0 0,0 0 0,1-1-1,-1 1 1,0 0 0,0-1 0,1-2 0,-13 5-8705,8 0 7740,-23 9-5259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4:11.6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0 7267,'0'0'10357,"-3"0"-10037,27 13 128,6 3 113,4 1-321,4 0-112,2 0-128,0 2-1169,-3 0-3169,-7 1-4754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4:45.6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211 90 2209,'0'0'7566,"-4"-1"-6424,-35-4 1781,28 4-62,43 0-1490,661 6-248,-669-5-1097,-14-1-18,1 1 1,0 1 0,-1-1-1,1 2 1,16 3 0,-83-5 676,-376-5-589,1-30 601,416 34-318,27 2-369,176 8-62,-7 0 195,-61-7-118,354-5 345,-391-3-286,90-17 0,-172 22-81,1 1 0,-1 0 0,0 0 0,1-1 0,-1 1 0,0-1 0,0 1 0,1-1 0,-1 0 0,0 1 0,0-1 0,0 0 0,0 0 0,0 0 0,1-1 0,-1 2-2,-1 0 1,0-1-1,0 1 0,0 0 0,0 0 0,0 0 0,0-1 0,0 1 0,0 0 0,0 0 0,0 0 0,0-1 0,0 1 0,0 0 0,0 0 0,0 0 0,0-1 0,0 1 0,0 0 0,0 0 0,-1 0 0,1 0 0,0-1 0,0 1 0,0 0 0,0 0 0,0 0 0,0 0 0,0-1 0,-1 1 0,1 0 0,0 0 0,0 0 0,-1 0 0,-13-5 22,-56 0-34,-83 4 0,69 2 1,-47-1 4,-571 14 12,563-4-1,169-5-162,341 1 332,-226-7-166,397 1 71,-537 0-75,-4 0-2,0 0 0,0 1-1,0-1 1,0 0 0,0 0-1,0 0 1,-1 0 0,1 0-1,0 0 1,0 0 0,0 0-1,0-1 1,0 1-1,0 0 1,0-1 0,0 1-1,0 0 1,0-1 0,0 1-1,-1-1 1,1 0 0,1 0-1,-6-1 113,-37-3-97,0 2 1,-65 4-1,27 1-41,-755-2-142,1904 0 536,-1373-8-288,135 2-25,-426-16-117,577 22 58,11 0-27,19 0-60,38 0 37,714 11 820,-469-3 138,-372-10-3014,-5-1-4662,30 3-2502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5:02.3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 63 2801,'0'0'10480,"-4"6"-8319,4-5-2089,0-1 0,0 0 0,0 0 0,0 0 0,0 0 0,0 0 1,-1 0-1,1 0 0,0 1 0,0-1 0,0 0 0,0 0 0,0 0 1,0 0-1,0 0 0,0 1 0,0-1 0,0 0 0,0 0 0,0 0 1,0 0-1,0 0 0,0 1 0,0-1 0,0 0 0,0 0 0,0 0 1,0 0-1,0 0 0,0 1 0,0-1 0,0 0 0,0 0 0,0 0 1,1 0-1,-1 0 0,0 0 0,0 1 0,0-1 0,0 0 0,0 0 1,0 0-1,0 0 0,1 0 0,-1 0 0,0 0 0,0 0 0,0 0 1,1 0-1,41-3 192,0-1 1,1-3 0,75-23-1,-6 3 92,-102 24-343,-9 3 3,-4 0-155,-20 0-131,-41 7-1,63-7 319,0 1 1,0 0-1,0 0 1,0-1-1,0 1 1,0 0-1,1 0 1,-1 0-1,0 0 1,1 0-1,-1 0 1,0 0-1,1 0 1,-1 1 0,1-1-1,0 0 1,-1 0-1,1 0 1,0 0-1,0 1 1,0-1-1,0 0 1,0 0-1,0 2 1,1 45-306,-1-29 371,33 439 953,-32-449-1092,10 60 162,-9-63-207,-1 0 0,1 0 1,0-1-1,1 1 0,0 0 1,-1-1-1,2 1 0,5 7 1,-6-11-310,0 1-1,0-1 1,0 0 0,0 0-1,0 0 1,0-1 0,0 1-1,1-1 1,-1 0 0,1 0 0,-1 0-1,1 0 1,-1-1 0,1 1-1,0-1 1,-1 0 0,1 0-1,6-1 1,-5 1-567,32 0-5308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5:02.7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1 224,'0'0'32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5:03.2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0 222 3057,'88'-43'3149,"-73"35"-1622,-19 11 1003,0 6-2002,1-1 0,0 2 0,1-1-1,0 0 1,-1 15 0,-1 52 532,4-60-767,0-12-253,2 127 987,0-114-985,0-1 1,1 0-1,1 0 0,0 0 0,13 29 0,-9-23-144,6 12-172,-1-17-4141,-13-26 298,-3-139 6473,2-96 1865,2 225-3988,1 0-1,1 0 1,1 0 0,0 1 0,9-24 0,-9 32-159,0 1 1,0 0-1,1 0 0,0 1 1,0-1-1,1 1 0,0 0 0,0 1 1,1 0-1,0 0 0,15-11 1,-18 15-62,1 0 1,-1 1-1,1-1 1,0 1 0,0 0-1,-1 1 1,1-1-1,0 1 1,0 0 0,1 0-1,-1 0 1,0 1-1,0 0 1,0 0 0,0 0-1,1 1 1,-1 0-1,0 0 1,0 0 0,0 0-1,0 1 1,0 0-1,-1 0 1,1 0 0,0 1-1,-1-1 1,0 1-1,0 0 1,1 0 0,5 7-1,0 3-12,0 1-1,-1 0 0,0 0 1,-1 1-1,0 0 0,-2 0 1,8 23-1,-8-15 0,-1 0 1,0 0-1,-2 0 1,1 42 0,-4-59 4,0-1 0,0 1 0,0 0 0,-1-1 0,0 1 0,0-1 0,-1 1 0,1-1 0,-1 1 0,0-1 0,-1 0 0,1 0 0,-1 0 0,0 0 0,0-1 0,-1 1 0,1-1 0,-1 0 0,0 0 0,0 0 0,-1 0 0,1-1 0,-10 6 0,3-2 230,-1-1 0,1-1 0,-1 0 0,-1 0 0,1-1 1,-1-1-1,0 0 0,1-1 0,-1 0 0,0-1 0,0-1 0,0 0 1,-21-3-1,29-7 1253,5 10-1481,0 0 0,0 0-1,0-1 1,0 1 0,0 0 0,0 0 0,0-1 0,0 1 0,0 0 0,0 0 0,0-1 0,0 1-1,0 0 1,1 0 0,-1 0 0,0-1 0,0 1 0,0 0 0,0 0 0,1 0 0,-1-1 0,0 1-1,0 0 1,0 0 0,1 0 0,-1 0 0,0-1 0,0 1 0,0 0 0,1 0 0,-1 0 0,0 0 0,0 0-1,1 0 1,-1 0 0,0 0 0,0 0 0,1 0 0,-1 0 0,0 0 0,0 0 0,1 0 0,-1 0-1,0 0 1,0 0 0,1 0 0,-1 0 0,0 0 0,0 0 0,1 1 0,-1-1 0,0 0 0,0 0 0,0 0-1,1 0 1,-1 1 0,0-1 0,0 0 0,1 0 0,97 47-73,-59-26-674,82 29 1,-83-39-1758,52 8 0,-61-15-982,29 0 0,-6-3-2281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5:03.6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22 224 7988,'0'0'10167,"-3"12"-9911,-2 7-105,0 0-1,2 1 1,1 0-1,-1 20 0,3-3 157,2 66 113,-1-92-403,0 0-1,1-1 1,1 1-1,0-1 1,0 1-1,1-1 1,6 12-1,-7-19 291,-3-10 145,0 6-439,0-51 578,8-188 491,-5 212-1055,2-1 0,0 1 1,2 0-1,1 0 1,2 1-1,16-35 0,-23 57-32,-1 1 0,1-1 0,-1 1-1,1 0 1,1 0 0,-1 0 0,0 1-1,1-1 1,0 1 0,0 0 0,0 0-1,0 0 1,0 0 0,9-3 0,-10 5-5,0 0 1,1 0 0,-1 1-1,1-1 1,-1 1 0,1 0-1,-1 0 1,1 0 0,-1 0-1,1 0 1,-1 1 0,1 0-1,-1-1 1,1 1 0,-1 1-1,0-1 1,0 0 0,1 1-1,-1 0 1,0-1 0,0 1-1,3 3 1,8 7-10,-1 1 0,0 0-1,0 1 1,-1 0 0,-1 1 0,13 24 0,-3-2-25,27 69 0,-40-83-342,-1-1-1,0 2 0,5 46 1,-7 24-5548,-8-63 798,-10-8-1542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5:04.0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1 107 7475,'0'0'10389,"136"-39"-10389,-67 20-880,-4-5-2898,-7 0-4562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5:04.4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86 80 9748,'0'0'4064,"-1"20"-3117,-1 2-698,-3 111 1070,5 24-305,-5-168-317,-6-10-476,1-1 0,1 0 0,1-1 0,1 0 0,1-1 0,-5-34 0,5-5 855,1-81 1,26 144-933,-16 0-155,-1 1 1,1 0-1,0 0 0,0 0 0,-1 0 1,1 1-1,-1 0 0,0 0 0,7 4 1,35 28-19,-26-17 21,52 41-205,56 44-21,-99-82-2423,0-1 0,52 25 1,-52-32-2088,-9-6-1016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5:04.8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43 190 7155,'0'0'11803,"-7"-17"-10861,5 13-910,-2-6 30,0 0 1,-1 0-1,-7-12 1,12 22-63,0 1 0,0-1 0,0 0 0,0 0 0,0 0 1,0 1-1,0-1 0,0 0 0,0 0 0,0 0 0,0 1 1,0-1-1,0 0 0,0 0 0,0 0 0,0 0 0,0 1 1,0-1-1,0 0 0,0 0 0,0 0 0,0 1 0,-1-1 1,1 0-1,0 0 0,0 0 0,0 0 0,0 1 0,0-1 1,0 0-1,-1 0 0,1 0 0,0 0 0,0 0 0,0 0 1,0 0-1,-1 0 0,1 1 0,0-1 0,0 0 0,0 0 1,-1 0-1,1 0 0,0 0 0,0 0 0,0 0 0,-1 0 1,1 0-1,0 0 0,0 0 0,0 0 0,-1 0 0,1 0 1,0 0-1,0-1 0,0 1 0,0 0 0,-1 0 0,1 0 1,0 0-1,0 0 0,0 0 0,0 0 0,-1-1 0,1 1 0,0 0 1,0 0-1,0 0 0,0-1 0,1 51-69,6-6 144,21 75 0,-6-34-9,-16-51-104,13 43-1490,-16-69 330,0 1 0,0-1 0,9 13 0,3-5-4249,2-9-1631</inkml:trace>
  <inkml:trace contextRef="#ctx0" brushRef="#br0" timeOffset="1">439 0 8500,'0'0'8385,"-24"9"-7739,1-1-526,0 1 0,-29 17 0,50-24-108,-1 0 0,1-1 0,0 1 1,-1 0-1,1 0 0,0 0 0,1 1 0,-1-1 1,0 0-1,1 1 0,-1 0 0,1-1 0,0 1 1,-1-1-1,0 7 0,1-3 11,0 0 0,1 0-1,-1 0 1,1 1 0,1 6 0,0 3 24,-1-7-25,0 0 0,0 0 0,1 0 0,0 0 0,1 0 0,0 0 0,0 0 0,1-1 0,0 1 0,1-1 0,-1 0 0,2 0 0,-1 0 0,1 0 0,6 7 0,7 4 68,0-1 0,1-1-1,1 0 1,43 26 0,3 3 74,-54-33-135,-12-13-27,0 0 0,0 1 0,0-1 0,0 0 0,0 0 0,0 1 0,0-1 0,0 0 0,0 0 0,0 1 0,0-1 0,0 0 0,0 0 0,0 1 0,0-1 0,0 0 0,0 0 0,0 1 0,0-1 0,-1 0 0,1 0 0,0 0 0,0 1 0,0-1 0,0 0 0,0 0 0,-1 0 0,1 1 0,0-1 0,0 0 0,0 0 0,-1 0 0,1 0 0,-3 2 18,-1-1 1,1 0-1,0-1 1,-1 1-1,1 0 1,-6-1 0,-167 7 441,100-7-3522,42 0-81,15 0-3297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5:05.1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13 342 9412,'0'0'10984,"-3"5"-10709,2-3-267,-1 0 0,1 0 0,0 0 0,0 0 0,1 0 0,-1 0 0,0 0 0,1 1 1,-1-1-1,1 0 0,0 0 0,0 1 0,0-1 0,0 0 0,0 4 0,12 36 107,-9-32-84,15 49 102,-2-5 1,2-1 0,30 60 1,-44-105-120,-4-7 0,0 1 1,1 0-1,0-1 0,-1 1 0,1-1 0,0 0 0,0 1 0,0-1 0,0 0 0,2 3 0,-2-4 143,-1-5 95,-3-46-128,-8-53 0,-4-35-39,15-67-96,0 186 8,1 1-1,0 0 1,2-1 0,1 1 0,5-20 0,-7 34-56,0-1 0,0 1-1,1-1 1,-1 1-1,1 0 1,0 0 0,0 0-1,1 0 1,-1 1 0,1-1-1,0 1 1,1 0 0,-1 0-1,1 1 1,-1-1-1,1 1 1,0 0 0,0 0-1,1 0 1,9-3 0,-9 4-283,1 1 1,-1-1 0,1 1-1,0 1 1,-1-1-1,1 1 1,0 0 0,0 0-1,-1 1 1,1 0 0,-1 0-1,9 3 1,-11-3-74,0 1 1,0 0-1,0 0 1,0 1 0,0-1-1,-1 1 1,1 0-1,-1-1 1,1 2-1,-1-1 1,0 0-1,0 1 1,-1-1 0,1 1-1,-1 0 1,0 0-1,0 0 1,3 7-1,8 40-5218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5:05.4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0 174 8436,'0'0'10325,"174"-58"-10325,-118 31-1073,3 3-1232,-3 0-976,-8 3-1121,-10 1-705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5:05.8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101 165 5603,'0'0'10530,"-16"19"-9799,-49 64-11,63-79-668,-1-1 1,1 1-1,0 0 1,0 0-1,1 0 0,-1 0 1,1 0-1,0 0 0,0 0 1,0 0-1,0 0 0,1 1 1,-1-1-1,1 0 1,1 9-1,0 1 79,-1-10-103,0 0 1,1 0-1,-1 0 1,1 0-1,0 0 1,0 0-1,0 0 1,0-1-1,1 1 1,-1 0-1,1-1 1,0 1-1,0-1 1,5 7-1,-2-6-8,-1 0 0,1 0-1,-1 0 1,1-1 0,0 0-1,0 0 1,0 0 0,1 0-1,6 1 1,4 2 33,1-2 0,0 0 0,1-1 0,-1-1-1,33 0 1,-32-2-24,-5 0 26,-1 1-1,1-2 1,-1 0 0,1 0-1,22-7 1,-32 7-10,1-1-1,-1 1 1,0-1-1,0 0 1,0 0-1,1 0 1,-2 0-1,1-1 1,0 1-1,0-1 1,-1 1-1,0-1 1,1 0-1,-1 0 1,0 0 0,-1-1-1,1 1 1,0 0-1,-1-1 1,0 1-1,0-1 1,0 1-1,0-1 1,0-7-1,2-11 368,-3-39 0,0 30-251,-1 17-114,0-1 0,0 1 0,-2-1 0,0 1 0,0 0 0,-1 0 0,-1 0 1,-8-15-1,9 19-45,-2 1 1,1-1 0,-1 1-1,-1 0 1,0 0 0,0 1-1,-1 0 1,0 0 0,0 1 0,0 0-1,-16-10 1,18 14-107,1 0 0,-1 1 0,0 0 0,0-1 0,0 2-1,0-1 1,-1 1 0,1 0 0,0 0 0,-1 1 0,1 0 0,0 0 0,-1 0 0,1 1 0,0 0 0,0 0 0,-9 3 0,7-1-438,0 0 0,1 0 1,-1 1-1,1 0 1,0 1-1,0-1 1,0 2-1,0-1 1,1 0-1,0 1 1,0 0-1,-5 8 1,-20 34-6596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5:06.1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25 256 11397,'0'0'8476,"-2"28"-8108,0 4-197,-5 140 752,7-148-762,2-1 0,1 0 0,0 0 0,2 0 0,8 24 0,-10-38-24,-2-10 378,-2-15 592,0 5-1076,-9-84 514,-1-25-423,9 86-100,1-132 4,2 152-32,1-1-1,0 1 1,1 0-1,0 0 1,1 0 0,1 1-1,0-1 1,1 1-1,7-14 1,-9 22-13,0 0 0,0 0 0,0 1-1,1-1 1,-1 1 0,1 0 0,0 0 0,0 0 0,1 1-1,-1-1 1,1 1 0,0 1 0,0-1 0,0 1 0,11-3-1,-12 4-24,-1 0 0,1 1 0,0-1 0,-1 1 0,1 0 0,-1 1 0,1-1 0,0 1 0,-1-1 0,1 1 0,-1 1 0,1-1 0,-1 1 0,0-1 0,1 1 0,-1 1 0,0-1 0,0 0 0,-1 1 0,1 0 0,6 6 0,-3-1-46,-1 0 1,-1 1 0,1-1-1,-1 1 1,-1 0 0,0 1-1,0-1 1,0 1 0,-2-1-1,1 1 1,1 10 0,-1 2-26,-1 0 1,-1-1 0,-1 1 0,-3 27-1,1-36 167,0 1 1,-1-1-1,-1 0 0,0 0 0,-1 0 0,0-1 0,-1 1 0,-1-1 0,0 0 0,0-1 1,-1 0-1,0 0 0,-1-1 0,-1 0 0,1 0 0,-2-1 0,1 0 0,-1-1 0,0 0 0,-1-1 1,0 0-1,0-1 0,0 0 0,-1-1 0,0-1 0,0 0 0,0 0 0,-1-2 0,1 1 1,-1-2-1,-17 1 0,29-2 1074,8 0-1036,12 1-146,-1 1-1,1 1 0,0 1 0,16 6 1,7 1 3,87 19-730,3 1-1604,-1 2-3287,-50-14-265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5:06.9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 30 5523,'0'0'10041,"-2"9"-9790,-2 30 440,0 72 0,5-86-306,1 1-1,1-1 0,1 0 0,9 31 0,-8-46 21,-3-13 548,-1-20 104,-1-274-236,0 295-826,0 1 0,0 0 0,0-1 0,0 1 0,0 0 0,0-1-1,0 1 1,0 0 0,1-1 0,-1 1 0,0 0 0,1-1 0,-1 1 0,1 0 0,0 0 0,-1 0-1,1-1 1,0 1 0,0 0 0,-1 0 0,1 0 0,2-1 0,-1 1-12,0 1 0,0-1 0,0 1 0,0 0 0,0-1 0,0 1 1,1 0-1,-1 0 0,0 0 0,0 1 0,0-1 0,0 1 0,0-1 0,3 2 0,2 0-5,0 0 0,0 1 0,0 0 0,-1 0-1,1 1 1,-1 0 0,7 6 0,41 37-29,-37-31-19,15 16-970,-1 1 1,-1 1 0,40 62 0,-62-82 190,19 23-2415,-25-35 2790,0 1 0,0-1-1,0 0 1,1 0 0,-1 0-1,1-1 1,-1 1-1,1-1 1,0 1 0,-1-1-1,1 0 1,4 1 0,19 0-4758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5:07.2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172 220 5090,'0'0'12008,"-15"-3"-11255,8 2-697,2 0-21,0 0 0,0 0-1,0 1 1,0 0 0,1 0 0,-1 0-1,-8 2 1,11-2-22,-1 1 0,1 0 0,-1 0 0,1 0 0,0 1 0,-1-1 0,1 1 1,0-1-1,0 1 0,0 0 0,0-1 0,1 1 0,-1 0 0,0 0 0,1 1 0,-1-1 0,1 0 0,0 0 0,0 1 0,-2 4 0,-10 27 10,2 1 1,1 0-1,2 0 0,-6 58 0,8 9-4303,6-101 2954,0-6 672,3-23 692,0 0 0,2 0 0,13-45 1,-4 19 171,3-20 307,17-70 659,-27 122-760,0 2 1,1-1-1,1 1 0,17-27 1,-24 44-265,-1 0 0,1 1-1,0-1 1,0 1 0,0-1 0,1 1 0,4-3 0,-7 4-127,1 1 0,0 0 0,-1-1 0,1 1 0,0 0 0,-1 0 0,1 0 1,0 0-1,0 0 0,-1-1 0,1 1 0,0 0 0,0 1 0,-1-1 0,1 0 1,0 0-1,0 0 0,-1 0 0,1 1 0,0-1 0,-1 0 0,1 0 0,0 1 1,-1-1-1,1 1 0,-1-1 0,1 1 0,0-1 0,-1 1 0,1-1 0,-1 1 1,1-1-1,-1 1 0,0-1 0,1 1 0,-1 0 0,1-1 0,-1 1 0,1 1 1,13 28 97,-1 0-1,-2 1 1,9 34 0,-5-14-17,23 67 59,5 17-2192,-14-46-6457,-18-56-280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5:07.7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2 286 8020,'0'0'7795,"0"21"-6482,-1 0-949,1 2-72,0-1-1,1 0 1,1 0-1,5 25 1,-1-28-176,0 1 1,1-1-1,0 0 1,2 0-1,0-1 0,1 0 1,20 25-1,-30-43-117,0 0 0,0 0 1,0 0-1,0 1 0,0-1 0,0 0 0,0 0 0,0 0 0,0 0 0,0 0 1,0 1-1,0-1 0,0 0 0,0 0 0,0 0 0,0 0 0,1 0 1,-1 0-1,0 1 0,0-1 0,0 0 0,0 0 0,0 0 0,0 0 0,0 0 1,1 0-1,-1 0 0,0 0 0,0 0 0,0 0 0,0 0 0,0 0 1,1 0-1,-1 0 0,0 0 0,0 0 0,0 0 0,0 0 0,0 0 0,1 0 1,-1 0-1,0 0 0,0 0 0,0 0 0,0 0 0,0 0 0,1 0 1,-1 0-1,0 0 0,0 0 0,0 0 0,0 0 0,0-1 0,0 1 1,0 0-1,1 0 0,-1 0 0,0 0 0,0 0 0,0-1 0,1-13 89,-5-20 56,-13-33-84,-13-69 83,24 95-11,1 0 1,3-1 0,1 1 0,7-59 0,-5 93-124,1 1 0,-1-1 1,1 0-1,1 1 0,-1 0 0,1-1 0,0 1 1,0 0-1,1 1 0,-1-1 0,1 0 1,1 1-1,6-7 0,-7 9-7,0 0-1,1-1 1,-1 1-1,1 1 1,0-1-1,0 1 1,0-1-1,0 2 1,0-1-1,0 0 1,1 1-1,-1 0 1,0 0-1,1 1 1,-1 0-1,10 0 1,-10 1-7,1 0 0,-1 0 0,0 1 0,0-1 1,-1 1-1,1 1 0,0-1 0,0 0 0,-1 1 0,0 0 1,1 0-1,-1 1 0,-1-1 0,1 1 0,0 0 0,-1 0 1,0 0-1,1 0 0,-2 0 0,4 7 0,6 11-29,-1 0 1,16 45-1,-5 0-1402,-2 0-1,20 138 1,-39-175-7005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5:08.0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1 147 6371,'0'0'12774,"5"-24"-12598,62 7 32,10-2-208,4-2-784,-7 1-1489,-4-1-2033,-9-3-2930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5:08.4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76 5763,'0'0'12277,"30"-10"-11983,96-28-166,-32 11-344,-92 27-318,-6 0 25,1 0 539,0 0 0,0 0 0,0 1-1,0-1 1,0 1 0,0 0 0,0 0 0,0 0 0,0 0 0,1 1-1,-1-1 1,0 1 0,1-1 0,-1 1 0,1 0 0,-1 0 0,1 0-1,0 1 1,0-1 0,0 0 0,0 1 0,0-1 0,0 1 0,1 0-1,0-1 1,-1 1 0,1 0 0,0 0 0,-1 6 0,-1 7 345,0 0-1,2 0 1,0 0 0,2 29 0,-1-16-523,0 259-377,0-280 103,3 24-1631,-3-31 1783,0 0-1,1 0 1,-1 0 0,0 0 0,1 0 0,-1 0-1,1 0 1,0 0 0,-1-1 0,1 1-1,0 0 1,-1 0 0,1 0 0,0-1 0,0 1-1,0-1 1,0 1 0,0 0 0,-1-1-1,1 1 1,0-1 0,0 0 0,0 1 0,0-1-1,2 1 1,20 0-6776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5:08.7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65 1 9396,'0'0'10533,"-51"122"-10085,43-64-336,2-5-64,6-3-96,0-9-544,3-7-1425,24-8-976,8-9-1265,-1-9-1953</inkml:trace>
  <inkml:trace contextRef="#ctx0" brushRef="#br0" timeOffset="1">273 236 6195,'0'0'8911,"-11"10"-8314,-31 31-255,41-40-327,0-1 0,0 1 1,1 0-1,-1 0 1,0 0-1,1-1 1,-1 1-1,0 0 0,1 0 1,0 0-1,-1 0 1,1 0-1,-1 0 0,1 0 1,0 0-1,0 0 1,0 1-1,0-1 0,-1 0 1,2 2-1,-1-2-1,0-1-1,1 1 0,-1 0 0,1 0 1,-1 0-1,1-1 0,0 1 1,-1 0-1,1-1 0,0 1 1,-1-1-1,1 1 0,0-1 1,-1 1-1,1-1 0,0 1 0,0-1 1,1 1-1,4 1 77,0-1 0,0 0-1,-1 0 1,12 0 0,-15-1-59,6 1 29,-1-1 32,1 1 0,0-1 0,-1 0 1,1-1-1,0 0 0,11-3 0,-16 3-47,-1 0 0,0 0 0,0 0 0,0-1 0,0 1 0,0-1 0,0 1 0,0-1 0,0 0 0,0 1 0,-1-1 0,1 0 0,-1 0 0,1-1 0,-1 1 0,0 0 0,0 0 0,0-1 0,0 1 0,0 0 0,-1-1 0,1 1 0,-1-1 0,1-4 0,0 1 7,0-1 0,-1 1-1,0-1 1,0 1-1,-1-1 1,1 1 0,-1 0-1,-1-1 1,1 1-1,-1 0 1,0 0 0,-1 0-1,1 0 1,-8-11-1,8 13-191,-1 1-1,0 0 0,0 0 0,0-1 1,0 2-1,-1-1 0,1 0 0,-1 1 1,0 0-1,0-1 0,0 1 0,0 1 1,0-1-1,0 1 0,0-1 0,0 1 1,-1 1-1,1-1 0,0 0 0,-1 1 1,1 0-1,0 0 0,-7 1 0,10-1-187,-1 0 0,0 1 0,0-1 0,0 0 0,0 1 0,0 0-1,0-1 1,0 1 0,0 0 0,-2 2 0,-16 19-5251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5:09.1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 0 8356,'0'0'11557,"-5"5"-11269,2-2-250,0-1-1,1 1 0,-1 0 1,1 0-1,0 0 0,0 0 1,0 0-1,0 0 0,1 1 1,-1-1-1,1 0 0,0 1 1,0 0-1,0-1 1,0 1-1,1-1 0,-1 1 1,1 0-1,0-1 0,1 6 1,-2 15 215,1-6-162,-1 0 0,2 0-1,0-1 1,1 1 0,1 0-1,10 31 1,-8-35-73,-3-9-43,0 1 1,0-1 0,1 1-1,4 6 1,-6-11-456,-2-13-50,0-1 480,-1 1 0,-5-22 0,-3-13 71,6-1 143,2-48 1,2 76 26,0 20-180,0-1 1,0 1-1,0-1 0,0 0 1,0 1-1,0-1 1,0 1-1,0-1 0,1 0 1,-1 1-1,0-1 0,0 1 1,1-1-1,-1 1 0,0-1 1,1 1-1,-1-1 1,0 1-1,1-1 0,-1 1 1,1-1-1,-1 1 0,1 0 1,-1-1-1,1 1 0,-1 0 1,1-1-1,-1 1 0,1 0 1,-1-1-1,1 1 1,0 0-1,-1 0 0,1 0 1,-1 0-1,1 0 0,0 0 1,-1 0-1,2 0 0,1 0-27,-1 0 0,1 1 0,0-1 0,0 1 0,0 0 0,-1 0 0,1 0 0,4 2-1,13 10-37,36 29-1,-9-6 36,-30-24-633,0-1 0,0-1-1,1 0 1,0-1-1,1-2 1,0 1 0,0-2-1,0-1 1,1 0-1,0-2 1,0 0 0,31 1-1,-24-4-3754,-9 0-275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5:09.5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107 159 5747,'0'0'9348,"-96"-142"-6787,88 130-592,5 7 896,3 12-2865,6 30-208,18 11 208,5 9 64,-5 4-64,-2-4-16,-6-1-432,-8-3-1649,-6-1-1601,-2-3-3873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5:10.1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607 874 1201,'0'0'3753,"-27"1"-2013,-88 4-161,-262 25 8703,365-29-9943,-4 0 695,0 1 1,-27 8-1,93-13 1490,149-40-1981,-106 21-363,172-37 102,67-13 52,61-9 5,1342-245 761,-497 100-914,-1186 217-166,-36 7-14,-1-1 1,0 0 0,0-1-1,21-8 1,-35 12 1,-1 0 0,0 0 0,0 0-1,1 0 1,-1 0 0,0 0 0,1 0 0,-1 0 0,0 0 0,0 0 0,1-1 0,-1 1 0,0 0-1,0 0 1,1 0 0,-1 0 0,0 0 0,0-1 0,1 1 0,-1 0 0,0 0 0,0 0-1,0-1 1,1 1 0,-1 0 0,0 0 0,0-1 0,0 1 0,0 0 0,0 0 0,1-1-1,-1 1 1,0 0 0,0 0 0,0-1 0,0 1 0,0 0 0,0-1 0,0 1 0,0 0 0,0 0-1,0-1 1,0 1 0,0 0 0,0-1 0,0 1 0,-1 0 0,1 0 0,0-1 0,0 1-1,0 0 1,0 0 0,0-1 0,-1 1 0,1 0 0,0 0 0,0-1 0,0 1 0,-1 0-1,1 0 1,0 0 0,0 0 0,-1-1 0,1 1 0,0 0 0,-1 0 0,-17-7 428,17 6-422,-25-5 149,16 4-153,1 0 0,-1-1-1,1 0 1,0 0 0,-10-6-1,18 9-44,1 0-1,0 0 0,0 0 1,0 0-1,0 0 0,0 0 1,-1 0-1,1 0 0,0 0 1,0 0-1,0 0 0,0-1 1,0 1-1,0 0 0,-1 0 1,1 0-1,0 0 0,0 0 1,0 0-1,0-1 0,0 1 0,0 0 1,0 0-1,0 0 0,0 0 1,0 0-1,0-1 0,0 1 1,0 0-1,0 0 0,0 0 1,0 0-1,0-1 0,0 1 1,0 0-1,0 0 0,0 0 1,0 0-1,0 0 0,0-1 1,0 1-1,0 0 0,0 0 0,0 0 1,0 0-1,0 0 0,1-1 1,-1 1-1,0 0 0,0 0 1,0 0-1,0 0 0,0 0 1,0 0-1,0 0 0,1 0 1,-1 0-1,0 0 0,0-1 1,0 1-1,0 0 0,1 0 0,-1 0 1,11-2-2884,47 1-6432,-17 1 2721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5:10.4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135 562 8516,'0'0'8014,"-24"0"-6120,-72 1-394,82-1 2298,20 1-3104,23 0-851,22-3 462,97-15 1,54-26 120,-186 39-406,573-146 394,-142 35-199,-267 71-123,251-65 147,-383 96-106,50-21 1,-79 23 624,-18 10-655,-1 0 1,1 0 0,-1 0 0,1-1 0,-1 1 0,0 0 0,1 0-1,-1-1 1,0 1 0,0 0 0,0-1 0,0 1 0,0-2-1,0 3-122,-1 0 0,1-1 0,0 1-1,-1 0 1,1 0 0,0-1-1,-1 1 1,1 0 0,0 0-1,-1 0 1,1-1 0,0 1-1,-1 0 1,1 0 0,-1 0-1,1 0 1,0 0 0,-1 0-1,1 0 1,-1 0 0,1 0-1,0 0 1,-1 0 0,1 0-1,-1 0 1,1 0 0,-1 1 0,-4-1-262,-11 0-456,0 2 1,0 0 0,0 1-1,0 0 1,0 1 0,-16 7-1,-108 41-3827,-52 18-2509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5: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265 974 1745,'0'0'8089,"-26"12"-6046,-87 35-44,46-20 185,9-2 3054,91-26-4022,21-6-841,0-2 0,62-18 0,-77 17-176,231-55 817,91-18-66,77-14-19,518-97 80,350-77-243,-987 192-525,-76 11 53,-207 57-236,184-64 489,-176 51-131,-42 23-350,-1 0 0,1-1-1,-1 0 1,1 1 0,-1-1-1,0 0 1,0 0 0,0 0-1,0 0 1,0 0 0,0 0-1,0 0 1,-1 0 0,1 0-1,-1 0 1,1 0 0,-1 0-1,0 0 1,0-1 0,0 1-1,0 0 1,0 0 0,-1 0-1,0-3 1,1-8-1045,-17 23-6781,-43 23 3402,-35 13-1711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6:11.9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169 63 2161,'0'0'5437,"-23"-1"-3601,-9-1-1124,-80-2 2978,111 4-2989,30 2-39,-9 1-545,459 5 2485,-35-38-1169,-307 18-1124,-91 9-265,-9 1 33,48-9-1,-76 7 612,-18 1-469,-18 0-245,26 3 44,-3 0-108,-12 0-1130,16 0 1006,0 0 0,0 0-1,-1 0 1,-3 16-11732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6:12.3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0 7411,'0'0'9901,"-1"6"-9688,0 2-50,1 0-1,0 0 0,1 1 1,-1-1-1,1 0 0,5 14 0,19 55 986,-8-29-748,46 214-1723,-59-222-4672,-4-31 371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6:12.6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464 94 5587,'0'0'1366,"-31"-1"365,-107 3 102,127-1-1663,1 1 0,0 0 0,-1 1 0,1 0 0,0 1 0,1 0 0,-1 0 0,1 1 0,-1 0 0,2 1 0,-1 0 0,0 0 0,-13 14 1,18-16-111,-9 6 81,1 2 0,0-1 1,1 2-1,0-1 0,1 2 0,1-1 1,0 1-1,1 1 0,0-1 0,1 1 0,1 1 1,0-1-1,1 1 0,1 0 0,-4 25 1,6-21-38,1 0 0,0 0 1,1 0-1,2 1 1,0-1-1,1 0 1,1 0-1,0-1 0,2 1 1,0-1-1,2 0 1,0-1-1,17 30 1,-11-27 7,1 0-1,0-1 1,2-1 0,0 0 0,26 20 0,-30-28-53,1-1 0,1 0-1,-1-1 1,1-1 0,1 0 0,0-1 0,0-1-1,29 7 1,-13-6 46,1-2 0,0-2 0,0-1-1,0-1 1,0-2 0,54-8 0,-67 5-76,0-1 0,-1-1-1,1-1 1,-1-1 0,-1-1 0,1 0 0,-2-1 0,1-1 0,-1-1-1,-1 0 1,16-16 0,-19 16 22,-1-1 0,0-1 0,-1 0 0,0 0 0,-1-1 0,-1 0 0,0-1 0,-1 0 0,-1-1-1,-1 1 1,0-1 0,7-33 0,-9 22 72,-1 0-1,-1 0 0,-1-1 1,-2 1-1,0 0 1,-7-29-1,5 39-65,-2 1 0,0 0 0,0 0 0,-2 0 0,0 1 0,-1 0 0,0 1 0,-2-1 0,1 2 0,-21-24 0,14 21-24,0 1-1,-1 1 1,-1 1 0,0 0 0,-1 1 0,-1 1 0,0 1 0,0 1 0,-1 0 0,0 2 0,-1 0 0,1 2-1,-2 0 1,-24-3 0,22 7-541,-1 1 0,1 0 0,-1 2 0,0 1 0,1 1 0,0 1 0,0 1 0,-41 15-1,-38 26-5200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6:18.1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64 2177,'3'-4'15586,"-3"4"-15471,32 22 236,1-2 0,61 27 1,-24-13-147,129 83 327,-6-2-64,35-1-56,57 30-181,-247-125-177,0-1 1,2-3-1,45 13 0,126 20 547,-135-32-440,85 22-48,112 20 6,241 8 243,-322-45-182,-38-8 181,191-7 1,-311-8-271,0-2-1,0-1 1,0-2 0,46-16-1,128-57 72,-135 50-115,-51 22-18,-1-2 0,0-1 0,-1 0 0,0-2 0,-1 0 0,0-1 0,-1-1 0,-1 0 1,0-2-1,14-18 0,-7 6 23,-2 0-1,0-2 1,-3-1 0,0 0 0,-2-1 0,18-52 0,-27 54-3,-2-1 1,0 1-1,-3-1 1,1-35-1,-1 10-19,4-126 714,-23 183-693,7-1-76,1 1 1,-1 0-1,1 1 0,0 0 0,-1 0 0,1 1 1,0 0-1,0 0 0,0 1 0,0 0 1,1 0-1,-1 1 0,-10 7 0,-29 20-13,-17 11 42,-94 79 436,159-123-430,0 0 0,0 0 1,1 0-1,-1 0 0,0 0 1,1 0-1,-1 1 0,1-1 1,0 0-1,-1 1 0,1-1 1,2-1-1,3-2 3,39-37 16,3 2 0,63-41 1,-104 75-12,-7 4-8,1 1 0,-1 0-1,1-1 1,-1 1 0,1 0 0,-1 0 0,1 0 0,0 0 0,3-1 0,-5 2 83,20 0-98,-12 0-6,-1 0 1,0 0-1,1 1 0,-1 0 1,0 0-1,0 1 0,0 0 1,0 0-1,0 0 0,0 1 1,0 0-1,-1 1 0,0-1 1,1 1-1,8 8 0,15 12 91,49 49 0,-66-59-521,-1 1 0,0 0 0,-1 0 0,-1 1 0,14 29 0,-11-9-3489,-9-4-2209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9:27.9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183 75 2897,'0'0'12563,"-18"0"-11917,-86-2 1283,961 2 555,-1564-32-2047,510 11-346,184 17-64,20 2-7,24 1-59,896 1 853,-924 0-705,-6 0 96,-118-7 404,45 2-577,60 5-86,18 0-242,1 1 0,-1-1 0,1 1 0,-1 0 0,0 0 0,0 0-1,1 1 1,-1-1 0,0 1 0,0-1 0,0 1 0,0-1 0,3 5-1,25 29-5337,-26-31 4087,16 26-7591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9:31.3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14 64,'0'0'3839,"-5"-2"-3380,2 0-290,0 0-1,-1 1 1,1-1-1,0 1 1,-1 0 0,0 0-1,1 0 1,-1 0-1,-9 4 6282,13-3-6363,6 3-402,-1 0-1,1 0 0,-1-1 1,1 0-1,0 0 0,0-1 1,0 0-1,0 0 0,0 0 1,0 0-1,10-1 0,-11 0-119,36 1-3356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3:46.8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1 5683,'0'0'10695,"-11"0"-9657,2 0-901,-20 0 359,27 0-378,5 1-16,21 0 27,264 4 864,-234-5-991,-56 5-258,-6-1 162,-1-1 0,1 0 1,-1 0-1,0-1 1,0 0-1,-12 0 0,9 0-40,-16-1-13,24-1 159,0-1 1,0 1 0,0 0 0,0 1 0,0-1 0,0 1 0,0-1 0,1 1 0,-7 2-1,9 0 39,0-1-1,0 1 0,0 0 1,0 0-1,0 0 0,0-1 1,1 1-1,-1 0 0,1 0 1,0 0-1,0 0 0,1 4 1,-2 6 60,-12 256-559,13-268 292,0-1 0,0 1 0,0-1 0,0 1 0,0 0 0,0-1 0,1 1 0,-1-1 0,0 1 0,0-1 0,1 1 0,-1-1 0,1 1 0,-1-1 0,0 1 0,1-1 0,-1 0 0,1 1 0,-1-1 0,1 0 0,-1 1 0,1-1 0,-1 0 0,1 1 0,-1-1 0,1 0 0,-1 0 0,1 0 0,-1 0 0,1 1 0,0-1 0,0 0 0,23 1-3900,-17-2 2599,31 1-5712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3:47.1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115 0 7411,'0'0'10306,"-11"14"-9591,1-1-574,1 0-1,0 1 1,0 0-1,1 1 1,1 0-1,1 0 1,0 0 0,-6 27-1,2 15 399,-4 88 1,11 57-120,2-172-387,2 0-1,2 0 0,0-1 0,16 58 1,-16-77-102,0 0 1,1-1 0,0 1 0,1-1-1,0 0 1,0 0 0,1 0 0,0-1-1,1 0 1,-1 0 0,2 0 0,-1-1-1,1 0 1,0-1 0,0 0 0,1 0-1,17 9 1,-12-10-825,0 0 0,1 0-1,0-2 1,-1 1-1,1-2 1,23 1 0,28-2-5155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3:47.5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7892,'0'0'6363,"7"26"-5019,20 83-178,-19-78-297,-1 1-1,-1-1 1,-1 1 0,-1 53-1,-4-124-677,-1 1 131,6-43-1,-4 70-284,1-1 0,0 0 1,1 1-1,1 0 0,0 0 0,0 0 0,1 0 1,6-10-1,-7 15-48,1-1 1,-1 0-1,1 1 1,0 0-1,9-8 1,-13 13 1,0 0 0,1 0 0,-1 0 0,0 0 0,0 0 1,1 0-1,-1 1 0,1-1 0,-1 1 0,1-1 0,-1 1 1,1-1-1,-1 1 0,1 0 0,-1 0 0,1 0 0,-1 0 0,1 0 1,-1 0-1,1 0 0,0 0 0,-1 1 0,1-1 0,-1 0 1,1 1-1,-1 0 0,0-1 0,1 1 0,-1 0 0,1-1 1,-1 1-1,0 0 0,0 0 0,0 0 0,2 2 0,4 5-2,0 1-1,-1-1 0,0 1 0,-1 0 0,0 0 1,0 1-1,-1-1 0,0 1 0,3 13 1,1 4-81,-2 1 1,3 38-1,-3 35-1509,-2-18-2931,2-53-36,6-11-2264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3:47.9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8436,'0'0'9812,"70"190"-8531,-54-108-353,-3 5-111,-2-1-289,-9 3-224,-2 3-208,0-11 0,-10-11-96,-9-17-240,3-19-1169,11-13-1312,5-13-2369</inkml:trace>
  <inkml:trace contextRef="#ctx0" brushRef="#br0" timeOffset="1">695 284 4082,'0'0'14951,"-18"5"-14391,39 0-208,3-5-192,0 0-160,3 0-176,-6 0-1425,-2 0-1840,-8 0-2514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3:48.3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107 1 7571,'-107'168'5491,"107"-163"-3538,0-2-817,0 4-335,3 2-177,18-1-80,11-4-288,11-4-176,11 0-80,13 0-960,13-7-2225,0-5-3667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9:29.5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155 35 1185,'0'0'6613,"-16"0"-5583,-58 0 197,10 0 2476,242 10-3358,-49-2 311,-79-6 355,-54-2-189,-66-4-227,-128-21-1,194 24-563,3 1 8,-1 0 0,1 0 0,0 0 1,-1 0-1,1 0 0,0 0 0,0-1 0,0 1 0,-1 0 0,1-1 0,0 1 0,0-1 0,0 1 0,0-1 0,0 0 0,0 0 0,0 1 0,0-1 0,0 0 0,-2-2 1,3 3-35,0 0 0,0 0 0,0 0 0,0-1 0,0 1 0,0 0 0,0 0 0,0 0 0,1 0 0,-1 0 0,0-1 0,0 1 0,0 0 0,0 0 0,0 0 0,0 0 0,0 0 0,0 0 0,0 0 0,0-1 0,1 1 0,-1 0 0,0 0 0,0 0 0,0 0 0,0 0 0,0 0 0,1 0 0,-1 0 0,0 0 0,0 0 0,0 0 0,0 0 0,0 0 0,1 0 0,-1 0 0,0 0 0,0 0 1,0 0-1,0 0 0,0 0 0,1 0 0,-1 0 0,0 0 0,0 0 0,0 0 0,0 0 0,1 0 0,3 0-1,88-2-8,42-3 211,-123 3-17,3 1-637,-14 1 339,1 0 0,-1 1 1,0-1-1,0 0 0,1 0 0,-1 0 0,0 1 0,0-1 0,1 0 0,-1 1 0,0-1 0,0 0 0,0 1 0,0-1 0,1 0 0,-1 1 0,0-1 0,0 0 0,0 1 0,0-1 0,0 0 0,0 1 0,0-1 0,0 0 0,0 1 0,0-1 0,0 0 0,0 1 0,0-1 0,0 0 0,-1 1 1,1-1-1,0 0 0,0 1 0,0-1 0,0 0 0,-1 1 0,-8 18-5690,-4-3-2059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9:31.8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0 2385,'0'0'5619,"-6"0"-5619,1 12-192,2-2-2914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9:41.0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0 400,'0'0'208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4:14.3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46 3714,'0'0'11277,"1"-10"-9722,-1 0-1315,1-15 841,-1 25-1072,0 0 0,0 0 1,0 0-1,0 0 0,0 0 0,0 0 0,0 0 0,0 0 0,0 1 1,0-1-1,0 0 0,0 0 0,0 0 0,0 0 0,0 0 1,0 0-1,0 0 0,0 0 0,0 0 0,0 0 0,0 0 0,0 0 1,0 0-1,0 0 0,0 0 0,1 0 0,-1 0 0,0 0 0,0 0 1,0 0-1,0 0 0,0 0 0,0 0 0,0 0 0,0 0 0,0 0 1,0 0-1,0 0 0,0 0 0,0 0 0,0 0 0,0 0 0,1 0 1,-1 0-1,0 0 0,0 0 0,0 0 0,0 0 0,0 0 0,5 19 139,4 55 771,-2-1-1,-5 116 0,-2-26-532,6-97-490,-6-66-1,0 1 0,0-1 1,0 0-1,0 1 1,0-1-1,0 0 1,0 1-1,0-1 1,0 0-1,1 0 0,-1 1 1,0-1-1,0 0 1,0 1-1,0-1 1,1 0-1,-1 0 1,0 0-1,0 1 1,1-1-1,-1 0 0,0 0 1,0 0-1,1 1 1,-1-1-1,0 0 1,1 0-1,-1 0 1,0 0-1,1 0 0,-1 0 1,0 0-1,1 0 1,-1 0-1,0 0 1,1 0-1,-1 0 1,0 0-1,1 0 1,-1 0-1,0 0 0,1 0 1,-1 0-1,0 0 1,0 0-1,1-1 1,-1 1-1,0 0 1,1 0-1,-1 0 0,0-1 1,0 1-1,1 0 1,-1 0-1,0 0 1,0-1-1,0 1 1,1 0-1,-1-1 1,0 1-1,0 0 0,0-1 1,15-16-4157,1-13-1518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4:14.6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289 0 6739,'0'0'9522,"-2"2"-8927,-4 3-406,1 0 0,0 0 0,0 1 0,1 0 0,-1 0 0,1 0 0,-5 12 0,-11 14 417,4-10-320,-2-2 1,0 0-1,0-1 0,-2-1 1,-1-1-1,0-1 0,-1 0 1,-28 14-1,31-22 2265,41-8-2554,63 0-161,98 12 0,-130-5-826,49 8-2738,-38 1-3597,-37-6-609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4:15.0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 7347,'0'0'11302,"67"0"-10662,-27-8-464,6 1-80,2 2-96,-3 3-16,-2 2-640,-6 0-1585,-13 0-1953,-13 17-2401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4:15.3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24 7603,'0'0'10757,"139"-16"-10613,-69 11-144,8 2-224,4 3-2161,-7 0-1953,-11 0-3505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4:15.7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 3858,'0'0'11354,"1"-3"-10124,9 175 2636,-7-114-3383,12 69-1,-9-98-466,1-1-1,1 0 1,1 0 0,17 35-1,-24-58-221,1-1-1,-1 1 1,1-1 0,-1 1-1,1-1 1,1 0 0,-1 0-1,0 0 1,1-1 0,0 1-1,0-1 1,0 0 0,0 0-1,6 3 1,-5-4-724,1 0 0,-1 0 0,1-1 0,-1 0 1,1 0-1,0 0 0,-1-1 0,7 0 0,25 0-6508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4:16.1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77 196 6147,'0'0'9393,"-13"9"-8411,0 1-687,1 1 1,-13 12-1,24-21-261,-1 0 0,1 0 1,-1 1-1,1-1 0,0 0 0,0 1 1,0-1-1,0 1 0,0-1 0,1 1 1,-1-1-1,1 1 0,-1 0 0,1-1 1,0 1-1,0 0 0,0-1 0,1 1 1,-1-1-1,1 1 0,-1 0 0,1-1 1,0 1-1,0-1 0,0 1 0,0-1 1,0 0-1,1 0 0,-1 1 0,1-1 1,-1 0-1,1 0 0,0 0 0,0 0 1,0-1-1,4 4 0,3 1-2,1-1-1,-1 0 1,1 0 0,0-1-1,0 0 1,1-1-1,-1 0 1,1 0-1,15 0 1,15 1 44,46-2 1,-67-2-60,-6 0-3,-1 0 1,1-1 0,-1-1-1,18-3 1,-27 4 4,-1 0 0,1-1-1,-1 1 1,1 0 0,-1-1 0,0 0 0,0 0 0,0 0 0,0 0 0,0 0 0,0-1-1,0 1 1,-1-1 0,1 0 0,-1 0 0,0 0 0,0 0 0,0 0 0,0 0-1,2-7 1,-1 0 107,-1-1-1,0 0 1,0 0 0,-1 1-1,0-1 1,-1 0-1,-1 0 1,0 0 0,0 0-1,-1 1 1,0-1-1,-1 0 1,-7-18-1,4 20-95,0-1 0,-1 1 0,0 0 0,-1 1-1,1-1 1,-2 1 0,1 1 0,-1 0 0,0 0-1,-1 1 1,0 0 0,-20-9 0,10 7-33,0 0-1,0 1 1,-1 1 0,1 1 0,-1 1 0,-24-1 0,36 4-137,0 0 0,-1 1 0,1 0 1,0 1-1,-1 0 0,1 0 0,-10 4 0,16-4-88,0 0 1,0 0-1,1 1 0,-1-1 1,0 1-1,1 0 0,-1 0 1,1 0-1,0 0 0,-1 1 1,1-1-1,0 0 0,0 1 0,1 0 1,-1-1-1,1 1 0,-1 0 1,1 0-1,0 0 0,0 0 1,0 0-1,0 0 0,0 0 1,0 3-1,-1 41-5311,2 1-2056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4:16.6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210 93 7443,'0'0'9394,"-23"-18"-8223,-3-3-783,-43-26 1,68 46-374,-1 0 1,1 1-1,0-1 1,-1 0 0,1 1-1,-1-1 1,0 1-1,1-1 1,-1 1-1,1 0 1,-1 0 0,0-1-1,1 1 1,-1 0-1,1 1 1,-1-1-1,0 0 1,1 0 0,-1 1-1,1-1 1,-1 1-1,1-1 1,-1 1 0,1 0-1,-1-1 1,1 1-1,-2 1 1,0 1 3,1-1 0,0 1 0,-1 0 0,1 0 0,0 0 0,1 0 0,-1 1 0,-1 3 0,0-1 9,0 0-8,0 1 0,1-1 1,0 0-1,0 1 1,0-1-1,1 1 0,0-1 1,0 1-1,1 0 1,0 13-1,0-17-17,1 0 0,-1 0 0,1 0 0,0 0 0,-1 0 0,1 0 1,1 0-1,-1 0 0,0 0 0,1-1 0,-1 1 0,1 0 0,0-1 0,0 1 0,0-1 0,0 0 0,0 0 0,1 0 1,-1 0-1,1 0 0,-1 0 0,1-1 0,0 1 0,4 1 0,6 1 8,0-1 0,0-1 0,0 0 0,0-1 0,0 0 0,21-2 1,-7 0 3,-19 1-13,0 0 0,1-1 0,-1 0 0,0-1-1,0 1 1,-1-1 0,1-1 0,0 0 0,9-5-1,-13 7 16,-1-1-1,0 0 1,0-1 0,0 1-1,0-1 1,0 1-1,0-1 1,-1 0-1,1 0 1,-1 0-1,0 0 1,0 0-1,0-1 1,0 1-1,-1-1 1,1 1-1,-1-1 1,0 0-1,0 1 1,0-1-1,0-6 1,0-33 2115,-1 42-1610,0 21-220,15 574 306,-6-183-238,-9-403-361,0 20 23,-2-1 1,0 0-1,-1 0 0,-10 34 1,11-53-25,0 1 1,-1 0 0,-1-1 0,0 1-1,0-1 1,0 0 0,-1 0-1,0-1 1,0 0 0,-1 1-1,0-2 1,-1 1 0,1-1-1,-1 0 1,0 0 0,-9 5 0,9-8 4,0 0 0,0 0 0,-1 0 0,1-1 0,-1 0 0,1 0 0,-1-1 1,0 0-1,1 0 0,-1-1 0,-8-1 0,10 1-4,1 0 1,-1-1-1,1 0 0,-1 0 1,1-1-1,0 0 0,-1 0 1,1 0-1,0 0 0,0-1 1,1 0-1,-1 0 0,0 0 1,1 0-1,-7-7 0,5 2-3,0 0 0,1 0 0,0-1-1,0 0 1,1 0 0,0 0 0,0 0-1,1-1 1,0 1 0,1-1 0,-2-14-1,1-3-49,2 1 0,1-1 1,3-29-1,-1 39-127,1 0 0,1 1 0,0-1 0,1 1 0,1 0 0,1 0 0,0 1 0,1 0 0,0 0 0,15-18 0,1 2-978,2 0-1,1 2 1,40-34 0,30-13-4451,2 11-3321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4:17.0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68 9060,'0'0'9100,"9"16"-8211,1 0-650,-4-8-132,-1 0 1,-1 0 0,1 1-1,-1-1 1,-1 1 0,0 0-1,0 0 1,-1 0-1,3 18 1,-2 67 1605,-3-93-1356,0-5 278,0-6-536,0-1 0,1 1 0,1-1 0,-1 1 0,2 0 0,-1-1 0,1 1-1,1 0 1,0 1 0,0-1 0,1 1 0,0 0 0,9-11 0,-6 8-100,1 0 0,1 1 0,0 1 0,1-1 0,0 2 0,0-1 0,1 2 0,0-1 0,1 2-1,-1-1 1,2 2 0,-1 0 0,1 0 0,0 1 0,0 1 0,0 1 0,26-4 0,-36 7-8,-1-1-1,1 1 1,-1 0-1,1 1 0,-1-1 1,0 0-1,1 1 1,-1 0-1,1 0 1,-1 0-1,0 0 1,0 1-1,1-1 1,-1 1-1,4 3 1,-4-2-27,0 0 1,0 1 0,0-1-1,0 1 1,-1 0 0,1 0-1,-1 0 1,0 0 0,0 0 0,-1 0-1,2 6 1,3 12-418,-1-1 0,-1 1 0,-1 1 1,1 22-1,-5 92-2862,-1-102 2184,1-9-978,-6 37 0,-16 25-3855,23-88 5944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4:17.4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51 131 9268,'0'0'2786,"11"-20"-300,33-63-552,-43 81-1850,1 0-1,-1 0 0,1 0 1,-1 0-1,1 0 0,0 0 1,0 0-1,0 1 1,0-1-1,0 1 0,0-1 1,0 1-1,4-1 1,-5 1-49,1 1 0,-1-1 0,0 1 0,1 0 0,-1 0 0,1 0 0,-1 0 0,1 0 0,-1 0 0,1 0 0,-1 1 0,1-1 0,-1 0 0,0 1 0,1-1 0,1 2 1,0 0 3,0 0 0,0 0 0,0 1 0,0-1 0,0 0 0,-1 1 1,0 0-1,1 0 0,-1 0 0,0 0 0,3 6 0,-1 1 26,0 1-1,-1 0 1,0 0-1,-1 1 1,0-1-1,0 15 1,-1 2 100,-4 39 0,3-62-142,-1 1 0,0 0-1,0 0 1,-1-1 0,1 1 0,-1-1 0,-1 1 0,1-1-1,-1 0 1,0 0 0,0 0 0,0 0 0,0 0 0,-1-1 0,0 1-1,-5 4 1,3-5 91,1 0 0,-1 0 0,0-1 0,0 0-1,-1 0 1,1 0 0,0-1 0,-1 0 0,0 0 0,1 0 0,-1-1-1,0 0 1,-9 0 0,-53-1 3189,94-7-2660,58-5-826,162-20 1061,-83 26-6026,-127 8-465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4:18.3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167 287 3217,'0'0'7703,"-13"0"-6815,-103-2 2375,80 2-86,35 0-2670,25 3-128,196 17-96,-4-11 96,76-8-24,67-1 106,59 0 115,2455-92 1623,-2497 62-2157,-72-1 12,-80 3 15,-165 21-34,-35 5 7,0-1 1,0-1 0,0-1 0,32-11-1,-54 15 9,0 1 1,-1-1-1,1 0 0,-1 1 0,0-1 0,1 0 1,-1 0-1,0 0 0,1 0 0,-1 0 0,0 0 1,0 0-1,0 0 0,0-1 0,0 1 0,0 0 1,1-3-1,-2 3-7,1-1-1,-1 1 1,0 0 0,0 0 0,0 0-1,0 0 1,0 0 0,0-1 0,-1 1-1,1 0 1,0 0 0,-1 0 0,1 0-1,0 0 1,-1 0 0,1 0-1,-1 0 1,-1-2 0,-3-2 78,1-1 0,-2 1 0,1 0 0,-1 0 0,-9-6 1,10 8-197,0 0 95,-4-5 49,3 3-4146,-4 4 2603,2 2 67,-36-1-4272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4:22.3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129 5 416,'0'0'10365,"-8"0"-9165,-9-1-606,-3-1 623,-1 1 0,-37 3 0,54 0 631,9-1-1516,15 1-463,352 0 982,-700 8-1280,475-10 349,-146 0 320,-2 0-617,0 0 170,1 0 1,-1 0 0,0 0-1,1 0 1,-1 0 0,0 0-1,1 0 1,-1 1 0,1-1-1,-1 0 1,1 0 0,-1 1-1,0-1 1,1 1 0,-1-1 0,1 0-1,0 1 1,-1-1 0,1 1-1,-1-1 1,1 1 0,-1 0-1,-4 15 6181,3 14-5931,-9 47 0,0-5 274,4 207 1150,8-182-1403,-1-85-311,2 21-1228,5-16-3622,3-10-2379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4:22.7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236 52 6547,'0'0'9618,"-17"-11"-8599,7 3-867,4 4-90,1-1 0,-1 1 0,0 1 0,-1-1-1,1 1 1,-11-4 0,15 6-44,0 1 0,-1-1-1,1 1 1,0 0 0,-1 0 0,1 0-1,0 0 1,-1 0 0,1 0-1,0 1 1,-1-1 0,1 1 0,0-1-1,0 1 1,-1 0 0,1 0-1,0 0 1,0 0 0,0 0 0,0 1-1,0-1 1,1 1 0,-1-1-1,0 1 1,1-1 0,-1 1 0,1 0-1,-2 2 1,-9 13 111,2 1-1,0-1 1,1 2 0,1-1-1,1 1 1,0 0 0,1 1-1,-5 33 1,4 2 323,0 108 0,7-138-411,1 0 0,1-1-1,2 1 1,0-1 0,13 43-1,-11-51-30,1-1-1,0 1 0,1-2 0,1 1 0,0-1 1,1 0-1,0-1 0,1 0 0,18 16 0,-7-11-523,0 0 0,1-2 0,1-1 0,0-1 0,1-1 0,0-1 0,50 16 0,-33-16-995,2-2-1,-1-1 1,1-2 0,53 0 0,-6-5-6329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4:23.7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11 151 5170,'0'0'9151,"-1"-22"-8358,0-2-491,3-39 1,-2 62-280,1-1 0,-1 0-1,0 1 1,1-1 0,-1 0-1,1 1 1,0-1 0,-1 1-1,1-1 1,0 1 0,0-1-1,0 1 1,0-1 0,0 1 0,0 0-1,0 0 1,1-1 0,-1 1-1,0 0 1,1 0 0,1-1-1,1 1 9,-1 0-1,1 0 0,0 0 0,-1 0 0,1 0 0,7 1 0,-4-1-6,8-1 15,1 1 0,-1 1-1,0 0 1,0 1 0,0 1 0,0 0 0,0 1 0,25 9 0,-33-10-32,0 1 0,0 1 0,0-1 0,0 1 0,-1 1 0,0-1 0,0 1 0,0 0 0,0 0 0,-1 1 0,1 0 0,-1 0 0,-1 0 0,1 0 0,-1 1 0,0 0 0,-1 0 0,6 14 0,-7-13 2,1 0 1,-1 0-1,0 0 1,-1 0-1,0 0 1,0 1-1,-1-1 1,0 0-1,0 0 1,-1 1-1,0-1 0,-1 0 1,0 0-1,0 0 1,0 0-1,-1 0 1,0-1-1,-1 1 1,0-1-1,0 0 1,0 0-1,-1 0 1,0 0-1,-1-1 1,1 0-1,-1 0 1,0-1-1,-11 8 1,5-4 210,0-2 1,0 0 0,-1 0-1,1-1 1,-1 0 0,-1-2-1,1 1 1,-1-1 0,0-1-1,0-1 1,0 0 0,0-1-1,-15 0 1,22-2-67,0 0 0,1 0 0,-1-1 0,0 0 0,1-1 0,-1 1 0,1-1-1,0-1 1,-7-4 0,24 6-212,129 1-56,208 5 166,-295 1-71,-34-2 51,-18-2 49,-8-1 63,-470 0 53,559-1-1679,3 0-6021,-44 1-175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4:24.0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44 142 7411,'0'0'5707,"-6"-21"-3383,-16-64-363,22 82-1767,-1 0 0,1 0-1,-1 0 1,0 0 0,0 0 0,0 0 0,0 0 0,-1 1 0,1-1 0,-3-3 0,2 25 1291,2-17-1472,5 365 864,-5-284-3616,0-52-5022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4:24.4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0 286 4802,'0'0'11683,"15"-19"-10651,-1 1-788,-8 8-149,0 1-1,1 0 0,0 1 0,1-1 0,0 1 0,0 1 0,1-1 0,0 2 0,0-1 0,1 1 1,0 1-1,10-6 0,45-15 406,-30 13-389,0-1 0,-1-2 1,-1-2-1,48-33 0,-74 44-1505,-19 10-3577,-23 16-557,-12 11-651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4:24.8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3 486 5619,'0'0'12629,"-3"-26"-12228,28 38-225,9 12 368,9 2-144,3-2-192,7 0-96,6 0-112,0-4 0,-1-4-1056,-9-1-1762,-9-10-2368,-6-5-4146</inkml:trace>
  <inkml:trace contextRef="#ctx0" brushRef="#br0" timeOffset="1">677 0 8852,'0'0'9407,"9"2"-9012,3 1-238,0 1 1,0 0-1,-1 1 1,1 1-1,-1 0 1,0 0-1,-1 1 1,1 1-1,15 14 1,5 7 344,49 59 1,-61-63-328,0 1 0,-1 2 1,-2-1-1,-1 2 0,-1 0 1,14 45-1,-16-33-28,-1 0-1,-3 0 1,-1 1 0,2 63 0,-9-92-120,-1 146 201,-1-141-217,0 0-1,-1 0 1,-2 0 0,1-1 0,-2 1 0,-13 27-1,3-15-203,-1-1 0,-1-1 1,-2-1-1,0 0 0,-40 38 0,40-46-1232,0-2 0,-2 0 1,0-1-1,-28 16 0,23-19-4404,-27 9 0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4:25.4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17 2545,'0'0'10069,"-10"0"-8202,1 0-2040,-22 2 3178,27-3-1413,22-1-1045,43-4-261,66-4-1154,-59 10-5730,-50 0-552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4:25.8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17 4226,'0'0'13222,"-3"0"-12310,27 0-287,14 0 95,7 0-272,6 0-144,8 0-144,8-2-160,2-3-32,6 0-960,-3 5-1713,-5-2-2866,-3-1-5602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5:54.3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38 112,'0'0'5381,"-10"-5"-3585,-5 5 932,21-1-1248,27 0-972,373-9 826,-366 10-1283,-40 0 10,-19-3 174,-37-5-178,-75-1-1,-60 9-99,95 1-131,484-1 548,-387 0-345,-5 0-42,-81 0-521,84 0 358,0 1 0,1-1 0,-1 0-1,0 0 1,1 0 0,-1 1 0,1-1 0,-1 0 0,0 1-1,1-1 1,-1 0 0,1 1 0,-1-1 0,1 1 0,-1-1-1,1 1 1,-1-1 0,1 1 0,0-1 0,-1 1-1,1 0 1,0-1 0,-1 1 0,1 0 0,0-1 0,0 1-1,-1 0 1,1-1 0,0 1 0,0 0 0,0-1 0,0 1-1,0 0 1,0-1 0,0 1 0,0 0 0,0-1-1,1 1 1,-1 1 0,0 2-1642,0 6-2339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5:54.7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44 2001,'0'0'5546,"0"-5"-5041,-3-15 52,3 19-386,-1 0 1,0 0-1,1 0 0,-1 0 0,0 0 0,0 0 1,0 0-1,0 0 0,0 0 0,0 0 0,0 0 0,0 0 1,0 1-1,0-1 0,0 0 0,0 1 0,-3-2 0,-3 0 4744,7 15-4814,-2 73 156,2 69 558,2-122-745,1 0-1,13 54 1,-14-80-472,0 0 1,0 0-1,7 12 0,-7-16-139,0 0-1,0 1 1,0-1-1,0-1 1,1 1-1,-1 0 1,1-1-1,0 1 1,4 2-1,19 8-5381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5:55.1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348 1 4722,'0'0'8807,"-30"7"-8223,12-2-481,1-2-10,1 2-1,0 0 1,-25 11-1,33-12-30,0 1 1,0 0-1,0 0 1,1 0-1,0 1 0,0 0 1,1 1-1,0 0 1,0 0-1,0 0 1,-6 11-1,-5 13 187,1 0-1,1 2 1,2-1-1,2 2 1,-13 59 0,14-34 90,2 0 1,1 97-1,7-132-293,1-1-1,1 0 0,2-1 0,10 42 0,-9-48-37,1 0 0,0-1 0,2 0-1,0 0 1,0-1 0,1 0 0,16 19 0,-8-15-134,1-1 1,0-1 0,1-1 0,0-1-1,1 0 1,1-1 0,0-1 0,1-2-1,45 17 1,-19-12-1886,0-2 0,1-2-1,90 8 1,-12-14-6153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5:55.8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1 136 4882,'0'0'9362,"10"-20"-8612,-4 6-650,-2 4-51,0 1 0,1 0 0,0 0 0,11-14 0,-13 19-35,0 1 0,0 0 1,0 0-1,0 0 0,1 0 0,0 1 0,-1-1 1,1 1-1,0 0 0,0 0 0,0 0 0,0 1 1,1-1-1,-1 1 0,0 0 0,10-1 0,2 1 4,1 0-1,-1 1 0,1 0 1,-1 1-1,1 1 0,20 6 1,-30-6-27,0 0 1,-1 1 0,1 0 0,-1 0 0,0 0-1,0 1 1,0 0 0,0 1 0,-1-1 0,1 1-1,-1 0 1,0 0 0,-1 0 0,1 1-1,-1 0 1,0 0 0,3 7 0,-3-2 8,0 0 0,-1 0 1,0 1-1,-1-1 0,0 1 0,-1-1 0,0 1 1,-1 0-1,0 0 0,-3 19 0,2-25 5,0 0-1,0 0 0,0-1 0,-1 1 1,0 0-1,0-1 0,-1 1 0,1-1 0,-1 1 1,0-1-1,-8 9 0,4-6 5,-1 0-1,0 0 1,0-1-1,0 0 1,-20 11-1,3-4 289,-2-2 0,1 0-1,-2-2 1,-29 7-1,46-14 93,0-1 0,0 0 0,0 0 0,-16-1 0,7 6 1423,189-5-1683,56 0-801,-77-7-5399,-87-1-914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5:56.2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1 116 2865,'0'0'6006,"0"-23"-3931,0 9-1282,0-43-714,0 35 6045,10 182-4812,1 84-770,-11-224-1184,1-10-1061,-1 1 0,-1 0 0,-3 19 0,-3-8-3996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5:56.6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1 174 6627,'0'0'8500,"123"-80"-8084,-91 61-208,0-3-160,-3 1-48,-4 4-160,-12 5-784,-5 10-1249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5:57.0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3298,'0'0'11349,"29"0"-10933,11 0 160,6 12-240,2 0-192,0 0-32,-8 0-112,-2 0-192,-6 2-1424,-6-2-1682,-7-2-1568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5:57.3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46 5507,'0'0'8507,"-3"-8"-7653,-12-22-374,12 22 201,4 10-417,12 11 289,0 0 0,25 18 0,-19-16-166,20 21 0,-17-12-269,-2 2 0,0 0-1,-1 1 1,-2 1 0,-1 0 0,-1 2 0,-2 0 0,-1 0 0,12 47-1,-11-26-92,-4 2-1,-1-1 0,-3 1 0,-2 0 0,-4 58 0,-2-82-3,0 0 1,-2 0-1,-1 0 0,-2-1 0,0 0 1,-2 0-1,-1-1 0,-1 0 0,-24 37 0,10-24-431,-1-2 0,-3-1 0,0-1 0,-3-1-1,-42 34 1,49-46-4269,13-11-3528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5:57.7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 35 3666,'0'0'11813,"-15"-1"-10255,-48-1-323,54 1 124,12-1-1048,14-2-233,339-20-1839,-350 24 1000,9 2-1862,-12 8-2242,-3 9-679</inkml:trace>
  <inkml:trace contextRef="#ctx0" brushRef="#br0" timeOffset="1">32 266 6979,'0'0'10565,"86"0"-10085,-22 0-336,5 0-144,3 0-240,6 0-2145,5 0-1921,5 0-3329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5:58.3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107 95 1713,'0'0'7606,"-13"-9"-6355,-44-27 115,55 35-1225,0 0-1,0-1 1,0 1-1,0 0 0,0 0 1,0 1-1,0-1 1,0 0-1,-1 1 1,1-1-1,0 1 1,0 0-1,-3-1 1,2 1 376,1 0 614,9 0-419,539-31 1553,-529 28-2292,-25 1-65,-26 0 49,-116 2 147,150 1-108,-1-1 1,1 1-1,-1 0 1,1-1-1,-1 1 1,1 0-1,0 0 1,-1-1-1,1 1 1,0 0-1,0 0 1,0 0-1,-1 0 1,1-1-1,0 1 1,0 0-1,0 0 1,0 0-1,1 0 1,-1-1-1,0 3 1,0 0-3,-18 223 1232,-1 2-179,19-101-1085,0-74-3739,0-35-1639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5:58.8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332 5 4978,'0'0'9031,"-18"-2"-8399,15 2-609,-5-1 30,0 0 0,0 1 0,0 0 0,0 0 0,-1 0 0,-7 3 0,11-2-9,0 1 0,0 0 1,1 0-1,-1 0 1,0 0-1,1 1 0,0 0 1,-1 0-1,1 0 1,0 0-1,1 1 0,-1-1 1,1 1-1,-6 8 1,-12 19 261,1 1 1,2 1-1,2 0 1,0 1 0,3 1-1,1 1 1,-15 70-1,13-22 261,4 1-1,1 119 0,9-131-224,10 81 0,-6-123-293,2 0 1,1 0 0,1-1-1,2 0 1,16 35 0,-8-31-57,1-1 1,1-1-1,2 0 1,1-2 0,2-1-1,0-1 1,2-1 0,52 40-1,-27-29-792,1-3-1,2-2 1,1-2-1,82 31 0,11-12-3973,-11-22-3502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5:59.5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0 126 5507,'0'0'9062,"6"-21"-8267,-3 8-704,-1 6-48,0-1-1,0 1 1,0 0-1,1 0 0,0 0 1,6-9-1,-7 13-27,0 0 0,1 1-1,-1-1 1,0 1-1,1 0 1,-1 0 0,1 0-1,0 0 1,0 0 0,0 1-1,0-1 1,0 1-1,0 0 1,0 0 0,0 0-1,1 0 1,-1 0 0,0 1-1,0 0 1,1-1-1,4 1 1,8 0 19,1 1 0,-1 0 0,1 1 0,-1 1-1,0 0 1,0 1 0,19 8 0,-28-9-32,0 0 0,0 1 1,-1 0-1,1 0 0,-1 1 0,0 0 0,0 0 0,0 0 0,-1 1 0,0-1 1,0 1-1,0 1 0,-1-1 0,0 1 0,0 0 0,-1-1 0,6 15 1,-5-9-2,-1 1 0,0-1 0,-1 1 1,0 0-1,-1 0 0,0 0 0,-1 0 1,0 0-1,-2 0 0,1 0 0,-1 0 1,-1 0-1,0-1 0,-1 1 0,-1-1 1,0 0-1,0 0 0,-8 12 1,-5 0 153,-1-1 0,-1-1 1,-1-1-1,-2 0 1,1-2-1,-2 0 0,-46 27 1,66-44-234,-19 14 1171,22-15-963,1 0 1,-1 0-1,0 0 1,0 0-1,1 1 1,-1-1-1,1 0 1,-1 1-1,1-1 1,-1 0-1,1 1 1,0-1-1,0 1 1,0-1-1,0 3 0,0-3-95,-17-1 472,-3 0 190,28 0 199,38 0-517,330 17-1374,-322-13-363,26 1-6387,-54-5 18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6:00.0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72 3650,'0'0'10639,"0"-15"-9078,0-1-1240,-1-22 680,3 36-720,0 6-1,6 26 246,2 34-109,-2 0 0,-3 1-1,-4 71 1,-1-118-702,0-16-275,0-2 459,0 0 1,0 0 0,0 0-1,0 1 1,0-1 0,0 0 0,0 0-1,0 0 1,0 0 0,0 0-1,0 1 1,0-1 0,0 0 0,0 0-1,0 0 1,0 0 0,0 0-1,0 1 1,0-1 0,0 0 0,2 1-1405,-2-1 1405,1 0 0,-1 0-1,0 0 1,0 0 0,0 0-1,0 0 1,0 0 0,1 0 0,-1 0-1,0 0 1,0 0 0,0 0-1,0 0 1,0 0 0,0 0 0,1 0-1,-1-1 1,14 1-5465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6:00.3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0 186 5651,'0'0'11109,"126"-77"-10181,-81 58-208,1-5-351,-4 4-305,-4 3-16,-9 3-48,-5 4-192,-10 6-881,-4 4-1024,-4 0-1216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6:00.7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0 140 5170,'0'0'10789,"27"8"-9844,5 8-129,3 6-288,-3-5-384,5 2-48,1-2-96,2 0-16,0-3-1424,0-4-1922,-5-3-2689</inkml:trace>
  <inkml:trace contextRef="#ctx0" brushRef="#br0" timeOffset="1">741 15 3282,'0'0'13032,"-1"-5"-12341,1 5-683,0-1-1,0 1 1,0 0-1,0-1 1,0 1-1,0-1 1,0 1 0,0 0-1,0-1 1,0 1-1,0 0 1,0-1-1,-1 1 1,1 0 0,0-1-1,0 1 1,0 0-1,-1-1 1,1 1-1,0 0 1,0 0-1,-1-1 1,1 1 0,0 0-1,0 0 1,-1-1-1,1 1 1,0 0-1,-1 0 1,1 0 0,0 0-1,-1-1 1,1 1-1,0 0 1,-1 0-1,1 0 1,-1 0-1,1 0 1,0 0 0,-1 0-1,0 0 1,-1 1 18,1 0 0,-1 0 0,0 0 0,1 0 0,-1 0 0,0 1 0,1-1 0,-1 0 0,-1 3 0,-41 55 617,30-39-287,-98 141 1164,-105 137-668,213-293-1002,-10 13 187,-22 32 1,20-13-2175,15-32 800,-1 1 0,1 0 0,0 0-1,0 11 1,1 1-7165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6:01.2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56 8004,'0'0'7110,"26"-11"-6326,10-4-543,41-11 1,-75 25-231,1 0 1,0 1 0,-1-1-1,1 1 1,-1-1-1,1 1 1,0 0 0,-1 0-1,1 0 1,0 1-1,-1-1 1,1 1 0,-1-1-1,1 1 1,-1 0-1,1 0 1,-1 0 0,1 0-1,-1 0 1,0 1-1,1-1 1,-1 1-1,0-1 1,0 1 0,0 0-1,-1 0 1,1 0-1,0 0 1,-1 0 0,1 0-1,-1 0 1,1 1-1,-1-1 1,1 4 0,1-2 9,1 5-8,0 0 0,0 1 0,-1-1 0,0 1-1,-1-1 1,0 1 0,1 17 0,-2-20-7,-1-1 1,0 0-1,0 0 0,0 0 0,-1 1 0,0-1 0,0 0 0,-1 0 0,0 0 1,0-1-1,0 1 0,0 0 0,-6 9 0,2-9 30,0 1 0,0-1 0,-1 0 0,1-1 0,-1 0 0,-1 0 0,1 0 0,-1-1-1,1 0 1,-1 0 0,0-1 0,-16 5 0,-6-1 596,0-1 0,-39 2 0,63-8-482,90 1 2537,-14 0-2741,167-8-1120,-157-2-3072,-1-5-4844,-39 3 1457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6:03.1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137 97 2289,'0'0'7150,"0"-3"-5605,0 0-1176,0 3-272,1 0 1,-1-1-1,-9-9 8923,26 5-7443,-2 1-1164,-10 3-146,0 0 1,0 0 0,0-1-1,-1 1 1,1-1-1,-1 0 1,9-5-1,-12 6-110,-1 0-1,1 0 0,-1 0 1,0 0-1,1 0 0,-1-1 1,0 1-1,1 0 0,-1 0 1,0 0-1,0 0 0,0 0 1,0 0-1,0 0 0,0-1 1,-1 1-1,1 0 0,0 0 1,0 0-1,-1-1 0,0 1-122,1-1-1,-1 1 1,1 0-1,0 0 1,0-1-1,-1 1 1,1 0-1,0-1 1,0 1 0,0 0-1,0-1 1,1 1-1,-1 0 1,0 0-1,0-1 1,1 1-1,-1 0 1,1 0-1,-1-1 1,1 1-1,1-1 1,-2 1 62,-3 5-3527,3-3 3343,0-1 0,0 0 0,0 0 0,0 0 0,0 1 0,0-1 0,0 0 0,0 0 0,0 0 0,0 1 0,1-1 0,-1 0-1,0 0 1,0 0 0,0 1 0,0-1 0,0 0 0,0 0 0,1 0 0,20 23 72,-8-10 9,0 1 0,-1 0-1,13 21 1,-8-5 4,-1 1 1,-2 0 0,-2 0-1,0 2 1,12 59-1,-13-34 1,-3 0 0,0 91-1,-7-123 1,-2 0 0,-1 0 0,-1 0 0,-1 0 0,-2 0 0,0-1 0,-2 1 0,0-2 0,-2 1 0,-1-1 0,-24 39 0,8-22-5,-3-1 0,-35 37 0,-75 64-1943,130-132 995,1 1 0,-15 18 0,22-25 190,-1 1-1,1 0 0,0-1 0,1 1 1,-1 0-1,1 0 0,-1 0 0,1 0 1,1 0-1,-1 0 0,0 1 0,1 4 1,0 12-6825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6:03.5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95 118 3426,'0'0'10615,"-19"-7"-8745,-51-20-533,64 23-1080,7 2-22,17 1 188,713-37 1941,-716 33-3765,-16 4 1286,1 1 0,0-1 1,0 1-1,-1 0 0,1-1 0,0 1 0,-1-1 1,1 1-1,-1 0 0,1-1 0,-1 1 0,1 0 1,0-1-1,-1 1 0,1 0 0,-1-1 0,1 1 1,-1 0-1,1 0 0,-1 0 0,0 0 0,1 0 1,-1 0-1,1 0 0,-1-1 0,1 1 0,-1 1 0,1-1 1,-2 0-1,-94-15-9153,37 3 3558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6:03.9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36 153 4514,'0'0'3394,"-2"-23"-951,-8-70 31,10 91-2265,0-1 1,-1 1-1,1 0 1,0-1-1,-1 1 1,1 0-1,-1 0 1,0 0-1,0-1 1,0 1 0,0 0-1,0 0 1,0 0-1,-1 1 1,-1-3-1,3 4-145,-1 0-1,1 0 0,0 0 0,-1 0 1,1 0-1,-1 0 0,1 0 0,0 0 1,-1 1-1,1-1 0,0 0 0,-1 0 1,1 0-1,0 0 0,-1 1 0,1-1 1,0 0-1,-1 0 0,1 1 0,0-1 1,0 0-1,-1 1 0,1-1 0,0 0 1,0 1-1,0-1 0,-1 0 0,1 1 1,0-1-1,0 0 0,0 1 0,0-1 1,0 1-1,0-1 0,0 0 0,0 1 1,0-1-1,0 1 0,0-1 0,0 0 1,0 1-1,0-1 0,0 0 0,0 1 1,0-1-1,1 1 0,-1 38 198,10 278 1604,4 99-3070,-14-408 1007,0 3-282,-1 0-581,1-1-1,1 1 1,0-1-1,0 0 1,4 15 0,12 6-5289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6:04.3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406 97 8644,'0'0'1859,"-27"-17"185,-10-6-1162,-48-21 0,80 42-814,0 0 0,-1 0 0,1 0 1,-1 1-1,0-1 0,0 2 1,1-1-1,-1 0 0,0 1 0,0 0 1,0 1-1,0-1 0,1 1 1,-7 2-1,3 0 47,0 0 1,1 1-1,0 1 1,0-1-1,0 1 1,-7 7-1,7-7-25,0 1-1,0 1 0,1-1 1,0 1-1,0 1 0,1-1 1,0 1-1,0 0 0,1 0 1,0 1-1,0 0 0,1 0 0,0 0 1,1 0-1,0 1 0,1-1 1,-1 1-1,2 0 0,-1-1 1,1 1-1,1 0 0,1 14 1,0-18-67,0 0 1,0 0-1,1-1 0,0 1 1,0-1-1,0 1 1,1-1-1,0 0 1,0 0-1,0 0 0,1 0 1,-1-1-1,1 0 1,0 1-1,1-1 1,-1 0-1,1-1 0,0 1 1,-1-1-1,1 0 1,7 3-1,11 5 44,1-1 1,0-1-1,38 10 0,13-3 154,147 15 0,-122-27-2472,-149-4-2810,-17 0-4106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6:09.3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383 143 2545,'0'0'8065,"-20"-2"-6715,-8 2-883,5 0 311,-40-6-1,45 4 69,12 2-411,1-1-1,-1 1 1,1-1-1,-1 0 0,-7-3 817,17 4-1075,287-12 196,5 0-216,-391 10 567,-6-1-711,-118 13 0,152-2 13,-1-1 34,1 3 1,-71 20-1,112-23 1849,32-7-1820,375-26 71,-292 17-148,359-31-9,153-15-49,-565 52 36,-12 1-100,1-1 0,31-8 0,-55 11 18,0-1 0,0 1 0,0 0 0,-1-1 0,1 1 0,0 0 0,0-1 0,0 1 1,-1-1-1,1 0 0,0 1 0,-1-1 0,1 0 0,-1 1 0,1-1 0,0 0 0,-1 0 0,-1-5-2347,-12 3-773,-27 3-1597,-18 0-1166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6:09.7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253 36 3185,'0'0'6732,"-19"-2"-5647,5 0-806,-114-6 2294,117 8-2025,0 0 0,0 1-1,0 1 1,0 0 0,0 1-1,-15 5 1,47-3 631,142-2-592,465-8 406,369 3-270,-896 4-307,-104-3-400,1 1 0,-1-1 0,0 0 0,1 0-1,-1 0 1,1 0 0,0 0 0,-1-1 0,-2-2 0,-10-4-183,0 3-1129,0 0-1,0 2 1,0 0-1,-1 0 1,1 2 0,-1 0-1,-28 2 1,19-1-912,-52 0-4582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6:10.1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 15 4418,'0'0'8732,"-20"0"-7563,-35 0-721,38 0-190,39 0 279,1580 0 5644,-1620-11-5866,15 10-526,-2-1-2579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6:13.4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 5106,'0'0'8335,"11"-1"-7892,0 0-380,0 2 0,1-1 0,-1 1 0,0 1 1,0 0-1,0 1 0,-1 0 0,1 0 0,-1 1 1,1 0-1,-1 1 0,-1 1 0,1-1 0,-1 1 0,1 1 1,-2 0-1,1 0 0,11 14 0,-16-16-53,-1 0 1,0 0-1,0 0 0,-1 0 0,1 0 0,-1 1 1,0-1-1,-1 1 0,1-1 0,-1 1 0,0 0 1,-1 0-1,1 0 0,-1-1 0,0 1 0,-1 0 1,1 0-1,-1 0 0,0-1 0,-1 1 0,1 0 1,-1-1-1,0 0 0,-1 1 0,1-1 0,-1 0 1,-5 7-1,-3 0 135,-1 0 0,0-1 1,-1-1-1,0 0 0,-1-1 0,0 0 1,0-1-1,-1 0 0,0-1 0,-26 8 1,40-15 486,59-2 334,111-17 0,51-27-2544,-158 31-387,-49 10-2309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6:13.9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755 110 5539,'0'0'997,"-24"0"228,-1-1-790,8-1-102,0 2 0,0 0-1,-1 1 1,1 1 0,0 0 0,0 1 0,-18 6-1,-2 4 124,0 1 0,1 1 0,1 2 0,1 2 0,0 1 0,1 2 0,2 1 0,-39 36-1,50-40-324,1 0-1,2 2 0,0 0 1,0 0-1,2 2 0,1 0 1,1 1-1,1 0 0,1 1 1,1 0-1,1 1 0,-10 49 1,15-45 47,0 0 0,2 0 0,3 61 0,0-78-107,1 1 1,1 0 0,0-1 0,0 0 0,2 0 0,-1 0-1,2 0 1,0-1 0,0 0 0,1 0 0,10 13 0,0-6 37,1 0 1,0-1 0,2-1-1,0-1 1,0 0 0,41 22-1,-10-12 35,0-2-1,57 18 1,-31-17-35,0-4 1,2-3-1,105 10 1,-78-20 147,0-4 1,108-10 0,-178 3-193,1-1 0,-1-2 1,-1-1-1,1-2 0,-1-2 0,33-15 1,-51 18-25,-1 0 1,0-2-1,0 1 1,-1-2-1,25-23 1,-30 25 9,-2-1-1,1 0 1,-1 0 0,-1-1 0,0 0 0,0-1-1,-1 1 1,-1-1 0,5-14 0,-3 5 62,-2-1 1,-1 0 0,3-34-1,-4-70 223,-3 121-326,-1-36 62,-1 0 0,-2 1 0,-13-60-1,10 72-40,-1 1 0,-2 1-1,-1 0 1,0 0-1,-2 1 1,-16-24 0,8 21-5,0 1 1,-2 0 0,-1 2 0,-1 0-1,-1 2 1,-1 1 0,-1 1 0,-52-29-1,32 24-6,-1 3 0,-1 2-1,-1 2 1,-98-23-1,110 33-19,1 3 0,-41-3-1,63 9-202,1 0 0,-1 0 0,1 2 1,-1 0-1,1 1 0,-1 0 0,1 1 0,-17 8 0,6 0-1108,2 2 0,-27 18 0,-66 49-6658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6:22.6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142 21 6147,'0'0'5781,"-23"-2"-3745,-72-6-670,72 6-422,28 2-432,175 2 1443,278-10-519,-432 5-1333,-40 4 39,-23 0-101,-138 9-41,146-7 18,0-2 174,29 15 62,2 36 67,12 69 0,-3-37 11,21 267 225,-31-327-766,2 0-1,0-1 0,10 33 0,-11-49-211,0 0 0,1-1-1,0 1 1,0-1-1,0 1 1,1-1-1,0 0 1,0 0-1,1 0 1,0-1-1,0 0 1,0 0 0,1 0-1,-1 0 1,9 4-1,37 13-6642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6:23.0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265 1 8500,'0'0'5682,"-21"23"-4772,2-2-729,2 0 0,0 0 1,1 2-1,2 0 0,0 1 0,1 0 0,2 1 0,-10 30 0,-8 48 388,6 1 0,4 2 0,4-1-1,-1 179 1,16-252-542,1 0 0,2 0 0,1 0 0,16 58 0,-15-73-27,2-1-1,-1 0 0,2 0 1,0 0-1,1-1 1,0-1-1,1 1 0,1-2 1,0 1-1,21 17 0,-16-17-224,0-1-1,2-1 0,0 0 0,0-2 1,1 0-1,0-1 0,0 0 1,25 6-1,-19-9-1654,0 0 0,0-1 0,41 1 0,7-5-7094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6:23.4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127 1 10741,'0'0'6827,"24"11"-6371,2 1-338,46 30-1,-68-38-97,0-1 1,0 1-1,-1-1 1,1 1-1,-1 0 1,0 1-1,0-1 1,-1 0-1,1 1 1,-1-1-1,0 1 0,0 0 1,0 0-1,-1 0 1,0 0-1,0 0 1,0 0-1,0 0 1,-1 1-1,0-1 0,-1 8 1,2 0 33,0-1-8,-1-1 1,0 1-1,0 0 0,-1 0 0,-1 0 1,0 0-1,-1-1 0,0 1 0,0-1 1,-2 0-1,1 0 0,-1 0 0,-1 0 1,-13 19-1,6-15 99,0 0 0,-1-1 0,0-1 0,-1 0 0,-21 14 1,-88 45 1756,111-65-1548,13-7-333,0 0 1,0 0-1,0 0 0,1 0 1,-1 0-1,0 0 1,0 0-1,0 0 0,0 0 1,0 1-1,0-1 1,0 0-1,0 0 0,0 0 1,0 0-1,0 0 1,0 0-1,0 0 1,0 0-1,0 0 0,0 0 1,0 1-1,1-1 1,-1 0-1,0 0 0,0 0 1,0 0-1,0 0 1,0 0-1,0 0 1,0 0-1,-1 0 0,1 1 1,0-1-1,0 0 1,0 0-1,0 0 0,0 0 1,0 0-1,0 0 1,0 0-1,0 0 1,0 0-1,0 0 0,0 1 1,0-1-1,0 0 1,0 0-1,0 0 0,0 0 1,-1 0-1,1 0 1,0 0-1,0 0 1,0 0-1,0 0 0,0 0 1,0 0-1,0 0 1,-1 0-1,13 1 233,19-1-112,172-8 378,-13-12-430,-62 10-3101,-123 9 2696,-1 1-256,0 0 0,1 0 0,-1-1 0,0 0 0,0 0 0,0 0 0,4-2 0,-6 2-48,-1 0-1,1 0 0,-1 0 0,1 0 1,-1 0-1,1 0 0,-1-1 0,0 1 1,0 0-1,0-1 0,0 0 0,1-1 0,9-19-8037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6:23.7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 10 8900,'0'0'10632,"-8"-3"-10224,6 2-391,1 0 0,-1 0 0,0 0 0,0 1 0,0-1 0,0 1 0,0-1 1,1 1-1,-1 0 0,0 0 0,0-1 0,0 2 0,-3-1 0,4 0-7,0 1-1,1-1 0,-1 0 1,1 1-1,-1-1 1,0 1-1,1-1 0,-1 1 1,1-1-1,-1 1 1,1 0-1,0-1 1,-1 1-1,1-1 0,-1 1 1,1 0-1,0 1 1,-4 23 234,2 179 1160,-5 124-2223,6-308-120,-2 17-2092,5-14-4066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6:24.1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504 0 8468,'0'0'11061,"-12"12"-10706,-79 72 411,-70 63 60,113-107-652,-79 51-1,108-80-134,9-5 22,0 0 0,-16 13 0,27-18-42,0-1 1,-1 1-1,1-1 1,0 1-1,-1-1 1,1 1-1,0-1 1,0 1-1,-1-1 1,1 0-1,0 0 1,0 1-1,0-1 1,0 0-1,-1 0 1,3 0-1,0 1 42,201 49 938,61 15-1370,-90-19-5481,-118-31-484,-4-2-4077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6:24.4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107 1 1745,'0'0'16146,"6"0"-15679,-3 1-425,-1-1 0,1 1 0,0-1 0,0 1 0,-1 0 0,1 0 0,0 0 0,-1 1 0,1-1 0,-1 0 0,0 1 0,1 0 0,-1-1 0,3 5 0,29 37 424,-13-10-225,-2 1-1,-1 0 1,-2 2 0,-1 0-1,-2 0 1,-1 1 0,8 51-1,-7-8 107,-3 1-1,-2 122 0,-8-177-327,0-1 0,-2 0 0,-1 1 0,-1-1 0,-1 0 0,-1-1 0,-2 1 0,-9 23 0,0-14 25,-1 0 0,-2-1 0,-1-1 1,-26 31-1,4-14-2324,-75 68 1,95-98-2939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6:24.7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65 3458,'0'0'10682,"-5"0"-9332,-11 1 1911,49-3-2046,187-30-701,-50 4-1345,-137 25-1050,-13 2-2158,-12 1-1718</inkml:trace>
  <inkml:trace contextRef="#ctx0" brushRef="#br0" timeOffset="1">120 287 7347,'0'0'12774,"96"0"-12406,-26-5-368,5-7 0,2 2-1168,3 1-1938,3-3-2608,5-3-4307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6:25.2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371 57 6755,'0'0'7366,"-25"-10"-6048,-90-30-384,107 38-866,1 1 0,-1-1 1,0 1-1,1 1 0,-1-1 0,0 2 0,1-1 1,-1 1-1,1 0 0,-1 0 0,0 1 1,1 0-1,0 0 0,0 1 0,0 0 1,0 0-1,0 1 0,0 0 0,1 0 1,-1 0-1,1 1 0,1 0 0,-1 0 1,1 1-1,-10 11 0,11-12-30,0 1 0,0 0 0,0 0 0,1 0 0,0 1 0,0-1 1,0 1-1,1 0 0,0-1 0,-1 8 0,1 4 39,0 0 1,1 32-1,2-42-59,-1-1 0,1 0 0,0 0 0,1 0 0,-1 0 0,2 0 0,-1 0 0,1 0 0,0 0 0,0-1 0,6 8 0,-1-2-1,1-2 0,0 1 0,1-1 0,0-1 0,13 10-1,13 7 33,0-2 0,52 24-1,-56-32-31,-1 1 0,-1 1-1,0 2 1,38 33 0,-61-46-18,-1 0 0,0 0 1,-1 1-1,1-1 0,-2 1 1,1 0-1,-1 1 0,0-1 1,3 11-1,-6-16 0,0 1 0,0-1 0,0 1 0,0 0 0,-1-1 0,1 1 0,-1 0 0,0 0 0,0 0 0,-1-1 0,1 1 0,-1 0 0,1-1 0,-1 1 0,-1 0 0,1-1 0,0 1 0,-1-1 0,0 1 0,1-1 0,-1 0 0,0 0 0,-1 0 0,-4 5 0,-4 1 64,0-1 1,0-1-1,-1 0 1,0-1-1,0 0 1,-1-1-1,0 0 1,-23 5-1,4-3 8,-1-1 0,-49 2 0,7-7-748,73-1 553,2 0 18,-1 0 0,0 0 0,1 0 0,-1 0 0,1 0 0,-1 0 0,1 1 0,-1-1 0,0 0 0,1-1 0,-1 1 0,1 0 0,-1 0 0,1 0 0,-1 0 0,0 0 0,1 0 0,-1-1 1,1 1-1,-1 0 0,1-1 0,-1 1 0,1 0 0,-1-1 0,1 1 0,0 0 0,-1-1 0,1 1 0,-1-1 0,1 1 0,0-1 0,-1 1 0,1-1 0,0 1 0,0-1 0,0 1 0,-1-1 0,1 1 1,0-1-1,0 1 0,0-1 0,0 0 0,0 1 0,0-1 0,0 1 0,0-2 0,-1-22-5582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6:25.6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239 1 8244,'0'0'4719,"-28"4"-2334,-1 0-1894,-1 1 0,-28 10 0,54-13-414,0-1-1,-1 1 1,1 0-1,0 1 0,0-1 1,0 1-1,1 0 1,-1 0-1,1 0 1,-1 0-1,1 0 1,0 1-1,0 0 1,-4 7-1,3-2 99,0 0 1,1 0-1,0 0 0,-4 18 0,7-25-152,-5 29 371,1-1 0,0 49 0,8 64 409,-4-142-800,3 43 170,2 0 0,2-1 0,24 82 0,-23-98-170,2-2 0,1 1 0,1-1 0,1-1-1,1 0 1,1-1 0,25 30 0,-31-44-306,-1 0 0,2 0 1,-1-1-1,1-1 0,0 1 1,0-2-1,22 11 0,-23-13-610,-1-1 0,1 0-1,0-1 1,0 0 0,0 0-1,16 0 1,16-1-4591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6:26.0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185 1 7411,'0'0'11077,"-46"77"-10404,33 12 79,0 2-96,-1-9-335,3-12-65,-2-10-144,0-12-112,-1-5-881,-2-7-1120,-2-7-1984,4-12-2578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6:26.3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264 395 8308,'0'0'10162,"-2"19"-9538,0-7-501,1 4 2,-1-1 1,0 0-1,-2 0 0,1 0 1,-2 0-1,-12 28 1,10-30-26,-1-1 1,0 0 0,0 0 0,-1 0-1,-1-1 1,1-1 0,-24 20 0,26-25-53,-1 0 0,-1 0 0,1 0 0,0-1 1,-1 0-1,0 0 0,0-1 0,0-1 0,0 1 0,-1-1 1,1-1-1,-1 0 0,-9 0 0,94 24 1342,57 17-1338,79 22-2201,-183-57-74,0-1 0,0-2 0,34 2 0,-21-6-3926</inkml:trace>
  <inkml:trace contextRef="#ctx0" brushRef="#br0" timeOffset="1">376 0 10229,'0'0'9316,"24"106"-8660,11-19 113,0 11-1,-6 10-192,-7 13-320,-9 1-144,-13-4-96,0-9-16,-29-3-1072,-30 4-1633,-27-2-2146,-29-9-8515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6:27.3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193 27 2945,'0'0'6497,"-27"-4"-4360,-83-12-395,64 12 541,36 4 1330,16 0-3237,445-2 566,-699 2 90,249 21-874,34 123 274,-26-64 97,-3 119-1,-2-9-252,0-150-544,1 1-1,16 64 1,-17-91-795,1 0 0,0-1 0,9 17 0,-10-23-162,0-1 0,0 0 1,0 0-1,9 9 1,19 9-7724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6:27.8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198 1 5699,'0'0'12136,"-12"0"-11483,8 1-630,0-1 0,0 0-1,0 1 1,0 0 0,0 0 0,0 0-1,0 0 1,0 1 0,1 0-1,-1-1 1,-5 5 0,3 0 30,1 0 1,-1 0 0,1 0-1,1 1 1,-1 0 0,1 0-1,1 0 1,-5 10 0,-24 70 524,29-78-516,-9 33 244,1 1 0,2 1 0,-3 49 1,3 132 650,10-174-792,2 0 0,3-1-1,18 84 1,-14-98-149,1-1-1,2 0 1,1 0-1,2-2 1,34 55-1,-41-74-269,2-1-1,0 1 1,0-2-1,1 0 1,1 0-1,0-1 1,0-1-1,1 0 1,0-1-1,1-1 1,0 0-1,1 0 1,21 6-1,-23-10-796,1 0-1,-1-1 1,1-1-1,0 0 1,0-1-1,0 0 1,0-1-1,0-1 1,23-4-1,-23 1-1340,-1 0 1,21-10-1,-34 14 2236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6:28.3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59 8132,'0'0'10415,"7"-10"-10039,-5 7-362,0-1-8,0 1-1,0 0 0,0 0 1,0 0-1,1 1 0,-1-1 1,1 1-1,-1-1 0,1 1 1,0 0-1,0 0 0,0 0 0,0 0 1,0 0-1,1 1 0,-1-1 1,0 1-1,1 0 0,-1 0 1,1 1-1,-1-1 0,1 1 0,0-1 1,5 1-1,-3 1-7,0 0 1,0 0-1,0 0 1,0 1-1,0 0 1,-1 0-1,1 0 0,0 1 1,-1 0-1,0 0 1,0 0-1,0 1 1,0-1-1,0 1 0,-1 0 1,0 1-1,0-1 1,0 1-1,0 0 1,-1 0-1,6 10 0,-4-4-2,-1 0-1,0 0 1,-1 0-1,0 0 0,-1 0 1,-1 1-1,1-1 1,-2 1-1,0-1 0,-2 21 1,1-24 13,0 0 0,-1-1 0,0 1 0,0-1 1,-1 1-1,0-1 0,0 0 0,-1 0 0,1 0 1,-6 7-1,1-4 32,-1 0-1,0 0 1,0-1 0,-1 0 0,-15 10 0,-3-1 102,0-1 1,-1-2 0,-58 23-1,77-34 61,-5 0 1622,26-4-1231,333 0 619,-113 0-4164,-223 0 2288,15-2-1849,-11-4-2000,-7-3-2372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6:28.7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0 8388,'0'0'9644,"-5"1"-9228,4 0-399,0-1 0,-1 1 0,1-1-1,0 1 1,0 0 0,0 0 0,-1-1-1,1 1 1,0 0 0,0 0-1,0 0 1,0 0 0,0 0 0,1 1-1,-1-1 1,0 0 0,0 0-1,1 0 1,-1 1 0,1-1 0,-1 0-1,1 1 1,-1-1 0,1 0 0,0 1-1,0-1 1,0 1 0,0 1-1,-1 9 142,0 1-1,3 18 1,-1-14-27,5 46 308,14 63 0,-4-33-1752,-16-90 736,0-1-1,1 0 1,-1 1 0,1-1-1,0 0 1,-1 1 0,1-1-1,0 0 1,2 3 0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6:29.1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326 1 6723,'0'0'10165,"-28"23"-9349,-93 77-72,-40 35 1545,156-132-2080,-6 8 1423,37-9-1575,0 2-1,-1 1 0,0 0 1,0 2-1,30 12 1,28 8-54,109 15-2088,-62-26-5797,-81-13 1572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6:29.4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420 1 7700,'0'0'10412,"-17"22"-9830,14-19-541,-39 50 750,-45 79-1,-125 178 482,174-259-1762,35-47 94,0 0 0,1 0 1,-1 0-1,1 0 1,-2 7-1,0 11-6493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6:29.8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1 8452,'0'0'9538,"17"8"-9021,-4-3-401,-5-1-65,1-1 0,0 1 0,-1 1 0,0-1-1,0 1 1,0 1 0,-1-1 0,0 1-1,0 1 1,0-1 0,11 16 0,-13-12-8,0-1 0,0 2 0,-1-1 0,-1 0 0,0 1 1,0-1-1,-1 1 0,0 0 0,-1 0 0,0 0 0,-1 12 0,0-17-4,-1 0-1,0 1 1,-1-1-1,1 0 0,-1 0 1,0 0-1,-1-1 1,1 1-1,-1 0 1,-1-1-1,1 0 0,0 1 1,-1-1-1,0-1 1,-1 1-1,1 0 0,-1-1 1,0 0-1,1 0 1,-2-1-1,-6 5 0,-3 0 272,0 0-1,0-1 0,0 0 0,-1-1 0,0-1 1,-33 6-1,156-11 2319,-42 1-2450,211-13-714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6:30.2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148 0 8980,'0'0'10458,"5"3"-9972,7 7-325,0-1 1,-1 2-1,0 0 1,-1 0 0,0 1-1,0 0 1,9 16-1,5 12 298,22 51-1,-21-35-225,-3 2 0,-3 1-1,-2 0 1,11 72 0,-17-52 10,-3 0-1,-5 142 0,-4-200-237,-1 1 0,-1 0-1,-1-1 1,-1 0-1,-1 0 1,-1 0 0,0 0-1,-2-1 1,0-1 0,-1 1-1,-1-2 1,-1 1-1,-1-1 1,-19 20 0,1-2-683,-3-2-1,-43 35 1,44-44-1829,-39 24 0,0-10-5334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6:30.5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84 8036,'0'0'12181,"91"-50"-11989,-19 38-192,3 2-32,-8 1-1072,-11 6-2018,-21 3-1936,-22 0-2209</inkml:trace>
  <inkml:trace contextRef="#ctx0" brushRef="#br0" timeOffset="1">158 258 5955,'0'0'12742,"155"0"-12630,-101 0-112,-1-10-1537,-5-14-3906,-8-12-5922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6:30.9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304 1 9156,'0'0'1844,"-25"9"487,10-3-1962,-2 0-40,-1 0-1,1 2 1,0 0 0,0 1-1,1 0 1,0 1 0,1 1 0,-24 23-1,28-23-61,1 1 1,0 0-1,1 1 0,0 0 0,-11 24 0,15-27-145,1 1 0,1-1 0,0 1 0,0 0 0,1 0 0,1 0-1,0 0 1,0 20 0,2-26-96,-1 1 0,1-1 0,1 1 0,-1-1 0,1 0 0,0 0 0,0 1 0,0-1 0,1 0 0,0-1 0,0 1 0,0 0 0,1-1 0,-1 0 0,8 7 0,6 4 36,1 0-1,30 18 1,-22-15-39,37 26 63,86 77-1,-142-115-81,-1 1-1,0 0 0,10 14 1,-14-18-7,0 0 0,-1-1 0,0 1 0,1 0 0,-1 0 1,0 0-1,-1 0 0,1 0 0,0 0 0,-1 0 0,0 1 0,0-1 1,0 0-1,-1 6 0,1-8 4,0 0 0,0-1 0,0 1 0,-1 0 0,1 0 0,0 0 0,-1-1 0,1 1 0,-1 0 0,1 0 0,-1-1 0,1 1 0,-1 0 0,0-1 0,1 1 0,-1 0 0,0-1 0,1 1 0,-1-1 0,0 1 0,0-1 0,-1 1 0,-21 4 53,15-4-30,-44 5 242,-77 0 0,51-6-2395,23 0-2028,32 0-2086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6:31.2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242 0 8644,'0'0'7019,"-26"4"-5183,9-1-1594,7-2-126,-1 0 0,0 1 0,1 1 1,-1 0-1,-13 6 0,20-7-66,-1 0 1,1 1-1,-1 0 1,1 0-1,0 0 1,0 0 0,1 1-1,-1 0 1,1 0-1,-1-1 1,1 2-1,0-1 1,1 0-1,-1 1 1,1-1-1,0 1 1,-3 7 0,-10 43 489,3-1 1,1 2-1,-4 87 1,10 174 661,6-204-927,0-26-2,16 124 0,-11-173-253,1-1 1,2 0-1,2-1 1,1 0 0,32 64-1,-36-86-126,0-1 0,1 0 0,0 0 0,1 0 0,19 17 1,-24-26-236,0 0 0,0 0 0,1 0 0,-1 0 0,1-1 1,0 0-1,7 2 0,-10-4-154,1 0 1,0 0 0,-1 0-1,1-1 1,0 1-1,0-1 1,-1 0-1,1 0 1,0 0-1,0-1 1,0 1-1,-1-1 1,5-1-1,15-12-5529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6:31.6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42 7331,'0'0'9709,"-3"6"-9202,1 3-321,0-1 0,1 1-1,0 0 1,0-1 0,0 1 0,1 0 0,1 0 0,-1-1 0,1 1 0,1 0 0,0-1 0,3 9 0,8 37 285,-2 1 0,-3-1-1,3 105 1,-11-160-469,0 1-1,0 0 0,0 0 1,0 0-1,0 0 1,0-1-1,0 1 0,0 0 1,0 0-1,0 0 0,0-1 1,0 1-1,0 0 1,0 0-1,0 0 0,1 0 1,-1-1-1,0 1 0,0 0 1,0 0-1,0 0 1,0 0-1,0 0 0,1-1 1,-1 1-1,0 0 0,0 0 1,0 0-1,0 0 1,0 0-1,1 0 0,-1 0 1,0 0-1,0 0 0,0 0 1,1 0-1,-1 0 1,0 0-1,0 0 0,0 0 1,1 0-1,-1 0 0,0 0 1,0 0-1,0 0 1,0 0-1,1 0 0,-1 0 1,0 0-1,0 0 0,0 0 1,0 0-1,1 0 1,-1 0-1,0 1 0,0-1 1,0 0-1,0 0 0,0 0 1,1 0-1,-1 0 1,0 1-1,0-1 0,-1-11-1578,2-16-3258,6 10-1801,7 1-330</inkml:trace>
  <inkml:trace contextRef="#ctx0" brushRef="#br0" timeOffset="1">107 258 6355,'0'0'7763,"57"-147"-6530,-17 111-497,5 7-431,-5 5-257,-5 12-48,-14 5-145,-13 5-1743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6:32.0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0 7123,'0'0'10069,"166"0"-9237,-113 0-239,-4 0-513,-1 0-80,-16 0-112,-8 0-1505,-8 0-1553,-13 17-8419</inkml:trace>
  <inkml:trace contextRef="#ctx0" brushRef="#br0" timeOffset="1">1 251 4818,'0'0'9284,"48"0"-8867,-27 2-417,9 0-16,-1 3-2241,3-5-1857,0 0-2369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6:32.7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 6435,'0'0'8503,"24"0"-7500,316-2 1987,74-10-1720,-388 12-1307,-25 0-80,-8 0-767,-96 0-3104,-138 0-5593,82 4 9880,49-3 2554,73-1 6721,122 0-10054,128 0 1838,-142 0-4701,1 0-4087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6:33.0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42 5090,'0'0'13847,"17"-9"-13559,-7 3-257,-3 2-15,0-1 0,0 2 0,1-1 0,14-4 0,-19 8-14,-1-1 0,1 0 0,0 1 1,0 0-1,0 0 0,0 0 0,0 0 0,0 0 1,0 0-1,-1 1 0,1-1 0,0 1 0,0 0 1,0 0-1,-1 0 0,1 0 0,0 0 1,-1 1-1,1-1 0,3 4 0,-2-1-4,0-1 0,0 1 0,-1 0 1,1 1-1,-1-1 0,0 1 0,0-1 0,-1 1 0,1 0 0,-1 0 0,0 0 0,3 11 0,-3-6-6,-1 1 0,0 0-1,0 0 1,-1-1 0,-1 18 0,-1-21 10,1-1 0,-1 1 0,0 0 1,0-1-1,-1 1 0,0-1 0,0 0 1,-1 0-1,0 0 0,0-1 1,0 1-1,0-1 0,-7 6 0,-1 1 103,-2 0 0,1-1 0,-30 18-1,39-27-6,2 0 71,0 0 0,-1-1 0,1 0 0,-1 0 0,1 1 0,-1-1 1,1-1-1,-6 2 1219,11-2-1017,162-7 185,-134 4-1697,0-2-1,-1-1 1,42-14-1,-40 5-3634,-8-6-2651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6:33.4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 0 8180,'0'0'9375,"21"3"-8908,-6-1-374,0 1 1,0 0 0,0 1 0,20 8 0,-25-7-27,0 1-1,-1 0 1,0 0 0,0 1-1,0 0 1,-1 1-1,10 12 1,46 64 445,-55-69-423,25 36 222,-3 2 0,-2 1 0,-2 2 0,-3 0 0,-2 2 0,17 71 0,-24-59-114,-2 0 0,-4 1 0,-2-1 0,-4 2 0,-6 76 0,1-119-232,-2-1 1,-1 0 0,-1 0-1,-1 0 1,-2 0-1,-1-1 1,0-1-1,-2 0 1,-2 0-1,0-1 1,-1-1 0,-2 0-1,0-2 1,-1 1-1,-2-2 1,0-1-1,-1 0 1,-1-2-1,-1 0 1,0-2 0,-37 20-1,29-19-1506,-55 18 1,-50 6-4495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6:35.1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479 174 1921,'0'0'8065,"12"-23"-5234,-12 23-2831,46-96 1982,-45 94-1933,0 1 0,-1-1 0,1 0 0,-1 0 1,1 1-1,-1-1 0,0 0 0,0 0 0,0 1 0,0-1 1,0 0-1,0 0 0,-1-2 0,1 3-17,-1 0 0,1 0 0,-1 1 0,1-1 0,-1 0 0,0 0 0,1 1 0,-1-1 0,0 1 0,0-1 0,1 0 0,-1 1 0,0-1 0,0 1 0,0 0 0,-1-1 0,-9-3 94,0 1-1,0 0 0,0 1 0,0 0 1,-1 1-1,1 0 0,-15 1 1,6 1-69,-1 1-1,1 1 1,-27 6 0,26-3-28,2 1 1,-1 1-1,1 1 0,0 0 0,0 2 0,1 0 0,1 1 1,0 0-1,1 2 0,0 0 0,1 0 0,0 2 1,1 0-1,1 0 0,-14 25 0,22-32-20,1 0 0,0 0-1,1 1 1,-1 0 0,2-1 0,0 1 0,0 0-1,0 0 1,1 18 0,1-23-7,0 0 0,1 0 0,-1 0 1,1 0-1,0 1 0,1-1 0,-1 0 0,1 0 0,0-1 0,0 1 1,1 0-1,-1-1 0,1 1 0,0-1 0,0 0 0,1 0 0,-1 0 1,1 0-1,8 6 0,3 0 16,1-1-1,0 0 1,1-1 0,0-1-1,1-1 1,19 5 0,113 17 159,7 3 23,-140-27-176,0 2-1,0 0 1,-1 1 0,0 1-1,0 1 1,27 18 0,-39-23-18,0-1 0,0 0 0,0 1 0,0 0 1,-1 0-1,1 0 0,-1 0 0,0 0 0,0 1 0,-1-1 0,1 1 1,-1 0-1,0 0 0,0 0 0,-1 0 0,0 0 0,0 0 0,0 0 1,0 0-1,-1 1 0,1-1 0,-2 7 0,1-10 15,0 0 1,0 0-1,-1 0 0,1 0 0,-1 0 0,1 0 1,-1 0-1,0-1 0,0 1 0,1 0 0,-2 0 0,1 0 1,0-1-1,0 1 0,0-1 0,-2 3 0,-1-1 50,0 1 0,0-1-1,-1 0 1,1 0-1,-1-1 1,-5 3-1,-9 3 216,-1-1-1,-28 6 0,39-11-229,-33 7 183,0-2 1,-53 2-1,-86-7 184,132-2-344,38 0-77,1 1 41,0-1-1,1-1 1,-16-2-1,24 3-51,-1 0-1,1 0 1,0-1-1,-1 1 1,1 0 0,0-1-1,-1 1 1,1-1-1,0 0 1,0 1 0,0-1-1,-1 0 1,1 0 0,0 0-1,0 0 1,0 0-1,0 0 1,0 0 0,1 0-1,-1 0 1,0 0-1,0 0 1,1 0 0,-1-1-1,1 1 1,-1 0-1,1-1 1,-1 1 0,1 0-1,0-1 1,0-1 0,0 2-109,0 0 1,1 0-1,-1 0 1,1 1 0,-1-1-1,1 0 1,-1 0-1,1 0 1,0 1 0,0-1-1,-1 0 1,1 1 0,0-1-1,0 1 1,0-1-1,-1 1 1,1-1 0,0 1-1,0 0 1,0-1 0,0 1-1,0 0 1,0 0-1,0-1 1,0 1 0,2 0-1,35-4-3189,-28 3 1791,37-4-4845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6:35.5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172 54 7940,'0'0'11007,"-4"-8"-10233,-15-28-163,19 36-598,0-1 0,0 1 0,-1-1 0,1 1 0,0-1 0,0 1 0,-1-1 0,1 1 0,0-1 0,-1 1 0,1-1 0,0 1 0,-1 0 0,1-1 0,-1 1 0,1 0 0,-1-1 0,1 1 0,-1 0 1,1-1-1,-1 1 0,1 0 0,-1 0 0,1 0 0,-1 0 0,1-1 0,-1 1 0,1 0 0,-1 0 0,0 0 0,1 0 0,-1 0 0,1 0 0,-1 0 0,1 1 0,-1-1 0,1 0 0,-1 0 0,1 0 0,-1 1 0,0-1 0,1 0 0,0 0 0,-1 1 0,1-1 0,-1 0 0,1 1 0,-1 0 0,0 0 27,-4 2-18,1 1 0,0 0 0,0 0 1,1 0-1,-1 1 0,1-1 0,0 1 1,0 0-1,-3 8 0,-20 55 76,20-49-50,-9 30 129,3 0 1,2 1-1,3 0 0,1 0 1,2 87-1,4-120-159,0 0 0,2-1-1,-1 1 1,2-1 0,0 1 0,1-1-1,1 0 1,1-1 0,0 1-1,0-1 1,2 0 0,0 0 0,14 18-1,-5-10-145,2-1-1,0-1 1,1 0-1,2-2 1,0 0-1,0-1 1,29 15-1,-31-21-1111,1 0 0,1-2-1,0-1 1,0-1-1,31 7 1,18-3-5104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6:35.8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70 8676,'0'0'11435,"-10"-15"-10859,-29-38-307,39 53-267,0 0 0,0 0-1,0 0 1,0 0 0,-1 0 0,1-1-1,0 1 1,0 0 0,0 0-1,0 0 1,0 0 0,0 0-1,-1 0 1,1 0 0,0 0 0,0 0-1,0 0 1,0-1 0,0 1-1,-1 0 1,1 0 0,0 0 0,0 0-1,0 0 1,0 0 0,-1 0-1,1 0 1,0 0 0,0 0 0,0 0-1,0 0 1,-1 1 0,1-1-1,0 0 1,0 0 0,0 0-1,0 0 1,0 0 0,-1 0 0,1 0-1,0 0 1,0 0 0,0 0-1,0 1 1,0-1 0,0 0 0,-1 0-1,-2 12 90,3 26 164,0-27-122,0 332 2727,0-112-6937,0-229 3747,0-2-32,0 1 0,0 0 0,0-1 0,0 1 0,0 0 1,0 0-1,0-1 0,0 1 0,0 0 0,0-1 0,0 1 0,1 0 0,-1 0 0,0-1 0,0 1 0,1 0 1,-1-1-1,1 1 0,-1-1 0,0 1 0,1-1 0,-1 1 0,1-1 0,0 2 0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6:36.2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1 249 7347,'0'0'11915,"21"-11"-11291,162-75 67,-147 72-625,111-45 187,-115 45-241,-2-2 0,45-30 0,-72 44-543,-5 2 340,1-1-1,0 1 0,-1 0 1,1 0-1,0 0 0,0 0 0,-1 0 1,1 1-1,0-1 0,0 0 1,-1 1-1,1-1 0,0 0 1,-1 2-1,0-2-86,-16 8-1739,1 1 0,1 0 0,-27 20-1,23-15-521,-16 10-3189</inkml:trace>
  <inkml:trace contextRef="#ctx0" brushRef="#br0" timeOffset="1">183 169 5010,'0'0'13046,"32"58"-11813,2-29-545,7 2-352,-1 1-192,-3-6-96,1 3-96,-6-3-512,-6-2-1553,6 3-1424,-2-8-1890,5-4-1840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6:36.6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8468,'0'0'6088,"23"5"-4410,-10-3-1482,-1 0-41,1 1 0,-1 0 0,0 1 1,13 6-1,-19-7-91,0 0 0,-1 0 0,1 1 0,-1-1 1,0 2-1,0-1 0,0 0 0,-1 1 0,0 0 1,1 0-1,-2 0 0,1 1 0,3 6 0,13 30 219,-3 0 0,-1 1 0,-2 1 1,-2 1-1,-2-1 0,-2 2 0,-2-1 0,-2 1 0,-3 86 0,-3-116-250,0 0 1,-1 0-1,0 0 1,-1 0-1,-1 0 0,-1-1 1,0 0-1,-1 0 1,-1 0-1,0-1 1,-12 16-1,0-5-929,0-1 1,-1-1-1,-2 0 1,-46 35-1,43-38-4834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6:36.9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 10405,'0'0'10885,"37"17"-10325,33-17 160,10 0-464,0-10-256,-8-2 0,-8 3-560,-13 9-1505,-21 0-1648</inkml:trace>
  <inkml:trace contextRef="#ctx0" brushRef="#br0" timeOffset="1">17 306 7684,'0'0'12197,"163"5"-11413,-80-5-367,0 0-289,-3 0-128,-11 0-1473,-7 0-2577,-9-2-4146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6:37.5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345 45 7043,'0'0'2988,"-28"-8"-1123,-93-22-326,113 28-1420,1 1-1,-1-1 0,1 2 0,-1-1 0,1 1 0,-1 0 0,1 1 0,-1-1 1,0 2-1,1-1 0,0 1 0,-1 0 0,1 0 0,0 1 0,0 0 0,0 1 1,-9 5-1,11-5-35,1 0 1,-1 1 0,1-1-1,0 1 1,0 0 0,1 0 0,-1 1-1,1-1 1,0 0 0,1 1-1,-1 0 1,1 0 0,0 0-1,1 0 1,-1 0 0,1 0-1,0 0 1,1 12 0,-1-10 2,1 0 0,0 0 0,1 1 0,0-1 1,0 0-1,4 12 0,-3-15-47,0 0 0,1-1 0,-1 1 0,1-1 1,0 0-1,0 0 0,0 0 0,0 0 0,1-1 0,0 1 0,7 5 0,6 3 20,1-1 0,-1-1 0,38 16 0,62 14 240,2 1-36,-100-33-240,-1 0-1,0 2 0,0 0 1,18 15-1,-33-23-25,1 1 0,-1-1 0,1 1-1,-1 0 1,0 0 0,0 1 0,-1-1 0,1 0-1,-1 1 1,0 0 0,1 0 0,-2-1 0,1 1 0,0 0-1,-1 1 1,0-1 0,0 0 0,0 0 0,0 0-1,-1 1 1,1-1 0,-1 0 0,0 1 0,-1-1 0,0 6-1,0-8 24,0 0 0,1 0 0,-1 0 0,0 0 0,-1-1 0,1 1 0,0 0 0,0-1 0,-1 1-1,1-1 1,-1 1 0,1-1 0,-1 0 0,0 1 0,1-1 0,-1 0 0,0 0 0,0 0 0,0-1 0,0 1-1,0 0 1,0-1 0,0 1 0,0-1 0,-3 1 0,-2 1 57,-20 5 53,0-1 0,-1-2 0,-39 2-1,-87-4 320,84-3-382,48 1-168,-25 0-658,44 0 630,0 0-1,-1-1 1,1 1 0,0-1-1,0 0 1,-1 0-1,1 0 1,0-1 0,0 1-1,-4-3 1,7 4-54,0 0 1,0 0-1,-1-1 1,0 0-914,1 1 914,0 0-1,0-1 1,0 1-1,0 0 1,0 0-1,-1-1 1,1 1-1,0 0 0,0 0 1,0-1-1,0 1 1,0 0-1,0-1 1,0 1-1,0 0 1,0 0-1,0-1 1,0 1-1,1 0 0,-1 0 1,0-1-1,0 1 1,0 0-1,0 0 1,0-1-1,0 1 1,1 0-1,-1 0 1,0-1-1,1 0-730,13-8-7893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6:37.8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425 1 9108,'0'0'8639,"-23"24"-7967,19-20-638,-18 17 141,2 1 1,1 1-1,0 0 1,2 2 0,1 0-1,1 1 1,-18 40-1,-22 79 446,7 1 1,-36 181-1,65-224-402,4 1 1,5 1-1,5 0 1,9 123-1,1-181-182,2-1-1,2 1 1,2-2-1,2 1 0,2-2 1,2 0-1,1 0 0,3-2 1,39 60-1,-35-65-227,1-2 1,2 0-1,1-2 0,2-1 1,1-1-1,2-2 0,0-1 0,2-2 1,1-2-1,49 25 0,-59-36-809,0-1-1,30 8 0,-47-17 26,1-1 0,0 1 0,0-2-1,0 0 1,0 0 0,0-1 0,1 0 0,15-3 0,-20 2-1056,0-1 1,0 0 0,12-7 0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6:38.2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8132,'0'0'9964,"0"11"-9286,4 60 1194,26 134 0,5 52-502,-34-126-2890,-1-81-8181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6:38.6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1 354 8100,'0'0'10997,"106"-139"-9877,-47 107-303,5-1-257,1-1-336,-1 0-112,-11 3-112,-13 2-16,-13 12-640,-16 12-737,-51 37-10212,-8 1 6066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6:38.9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27 8196,'0'0'12405,"158"-27"-11892,-107 27-65,2 0-112,4 0-336,-1 0-32,-5 0-96,-6 0-1553,-8 3-2113,-10 2-3921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6:39.3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3586,'0'0'12894,"23"5"-11574,38 5-535,0-2-1,71-2 0,898-8 1809,-1009 3-2569,-17-1-29,-1 1 0,1-1 0,-1 0 0,1 0 0,-1-1 0,1 1 0,-1-1 0,1 1 0,5-3 0,-10 3-22,1 0 1,0 0 0,0 0 0,0 0-1,0 0 1,-1 0 0,1 0-1,0 0 1,0 0 0,0 0-1,0 0 1,0 0 0,-1 0 0,1 0-1,0 0 1,0-1 0,0 1-1,0 0 1,0 0 0,0 0-1,-1 0 1,1 0 0,0 0 0,0 0-1,0-1 1,0 1 0,0 0-1,0 0 1,0 0 0,0 0-1,0 0 1,0-1 0,0 1 0,-1 0-1,1 0 1,0 0 0,0 0-1,0-1 1,0 1 0,0 0 0,0 0-1,0 0 1,0 0 0,1 0-1,-1-1 1,0 1 0,0 0-1,0 0 1,0 0 0,0 0 0,0 0-1,0-1 1,0 1 0,0 0-1,0 0 1,0 0 0,1 0-1,-1 0 1,0 0 0,0-1 0,0 1-1,0 0 1,-71-2-6830,16 2-276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6:39.7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42 12278,'0'0'9337,"32"-7"-8953,105-24-143,-132 30-235,1 0 0,-1 0 1,1 1-1,0-1 1,-1 1-1,1 1 1,0-1-1,-1 1 0,1 0 1,-1 0-1,1 0 1,-1 1-1,1 0 1,7 4-1,-10-4-10,0 0 1,0 0-1,0 1 1,0-1-1,-1 1 1,1 0-1,-1 0 0,0 0 1,0 0-1,0 0 1,0 1-1,0-1 0,-1 0 1,1 1-1,-1-1 1,1 7-1,0 0-11,-1 0 0,-1-1-1,0 1 1,0 0 0,-1 0-1,0-1 1,0 1 0,-1 0-1,-1-1 1,1 0 0,-2 1-1,1-1 1,-7 11 0,-3 2-15,-2-2-1,0 0 1,-1 0 0,0-2 0,-27 23-1,13-15 67,-1-1-1,-56 33 1,18-25 1170,68-33-595,6 0-78,518-14 2912,-287 6-2825,183-17-2881,-415 24 2184,-2 1-300,1 0 1,-1-1 0,1 1-1,0-1 1,-1 0 0,0 1-1,1-1 1,3-2 0,-5 2 55,-1 0 0,1 1 0,0-1 0,-1 0 0,1 0 0,-1 0 0,1 0 0,-1 1 0,0-1 0,1 0 0,-1 0 0,0 0 0,0 0 0,0 0-1,1 0 1,-1 0 0,0 0 0,0 0 0,0 0 0,-1 0 0,1 0 0,0 1 0,0-1 0,0 0 0,-1 0 0,1 0 0,0 0 0,-1-1 0,-13-29-10628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6:40.0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10709,'0'0'9028,"27"2"-8665,-7-1-276,0 1 1,0 1-1,-1 1 1,24 8-1,-33-8-19,0 2 0,0-1-1,-1 1 1,0 1-1,0 0 1,0 0 0,-1 1-1,14 15 1,70 78 700,-4 4 1,-5 4-1,133 228 1,-175-257-437,-4 2 0,41 128 0,-58-141-178,-4 1 1,-2 0-1,7 118 0,-18-133-121,-3-1-1,-2 1 1,-17 99-1,14-128-28,-2 0-1,-1 0 1,-1 0-1,-1-1 1,-1-1-1,-2 0 1,0-1 0,-1 0-1,-30 35 1,23-34 30,-1-1 1,-2-1 0,0-1 0,-29 19 0,34-27-429,0-2-1,-29 13 1,34-18-510,-1-1 0,0 0 1,0-2-1,-17 4 0,13-8-3373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6:40.4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73 9156,'0'0'11643,"2"-2"-10512,-1 2-1044,1-1 0,-1 0 0,1 0 0,0 1 0,-1-1 0,1 1 1,0-1-1,-1 1 0,1-1 0,3 1 0,50-4 905,58 5 0,5-1-426,50-6-199,187-32 0,-344 36-394,-7 2-68,-1 0-1,1-1 0,0 0 0,-1 0 0,1 0 1,0 0-1,-1-1 0,1 1 0,2-3 1,-31 1-3779,-110 3-5405,46 0 942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6:40.7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44 8996,'0'0'11728,"-2"-10"-10975,1 2-635,-4-17 140,5 25-254,0 0 0,0 0 0,0 0 0,0 0 0,0 0 1,0 0-1,0 0 0,0 0 0,0 0 0,0 0 0,0 0 0,0 0 0,0 0 0,0 0 0,-1 0 0,1 0 0,0 0 1,0 0-1,0 0 0,0 0 0,0 0 0,0 0 0,0 0 0,0 0 0,0 0 0,0 0 0,0 0 0,0 0 0,0 0 0,0 0 1,0 0-1,0 0 0,0 0 0,-1 0 0,1 0 0,0 0 0,0 0 0,0 0 0,0 0 0,0 0 0,0 0 0,-1 20 260,3 14 424,7 43 1,1 9 143,-7 325 1081,-5-212-3776,2-191 1249,0 0 0,1 1 0,0-1 0,0 0 0,1 0 0,4 12 0,-4-15-123,0 0 1,1 0 0,-1-1 0,1 0-1,0 1 1,0-1 0,4 4 0,24 16-7172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6:41.1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732 103 8676,'-23'-14'1830,"12"8"-1523,-6-5 191,0 0-1,-1 2 1,0 0 0,0 1-1,-1 1 1,0 1 0,0 0 0,-36-5-1,19 8 339,0 2 0,-47 4 0,68-2-658,0 2 0,0-1 0,0 2-1,1 0 1,-1 1 0,1 0 0,0 1 0,-14 9 0,13-6-47,0 1 1,1 1-1,1 0 1,0 1-1,0 0 1,1 1-1,1 0 1,0 1-1,1 0 1,0 1-1,2 0 1,-1 1-1,2-1 1,0 2-1,1-1 1,0 1-1,2 0 1,0 0-1,1 0 1,-2 26-1,4-35-99,1 1 0,0-1 0,0 1 0,1-1 0,0 0 0,0 1 0,1-1 0,0 0 0,1 0 0,-1 0 0,2 0 0,-1 0 0,1 0 0,0-1 0,1 0 0,-1 0 0,2 0 0,-1 0 0,13 11 0,3 2 66,2-1-1,0 0 0,1-2 0,1-1 1,0 0-1,1-2 0,1-1 0,0-2 1,45 14-1,-22-11-22,1-3 1,-1-2-1,1-3 1,88 1-1,-83-6 33,-33 1 65,0-2 0,1-1 1,34-5-1,-56 6-108,0-1 1,1 1 0,-1-1 0,0 0-1,0 0 1,0 1 0,0-2-1,0 1 1,0 0 0,0 0 0,0-1-1,2-1 1,-3 2-45,-1 0-1,1 0 1,0 0 0,-1 0-1,1 0 1,0 0-1,-1 0 1,1 0 0,-1 0-1,0-1 1,0 1 0,1 0-1,-1 0 1,0 0-1,0-1 1,0 1 0,0 0-1,0 0 1,0 0 0,0-1-1,-1 1 1,1-2-1,-1 3-44,1-1 0,0 1 0,0-1 0,0 1 0,-1 0 0,1-1 0,0 1 0,0-1 0,-1 1 0,1 0 0,0-1 0,-1 1 0,1 0 0,0-1 0,-1 1 0,1 0 0,-1 0 0,1-1 0,0 1 0,-1 0 0,1 0 0,-1 0 0,1 0 0,-1-1 0,1 1 0,-1 0 0,0 0 0,-13-2-786,0 1-1,0 1 1,-18 1-1,-5 0-941,-62-1-4339,-22 4-5248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6:42.2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 63 2017,'0'0'11461,"-16"-1"-9465,4 1-2340,-33-1 3853,40 0-2399,8 0-156,27-2-18,229-21 757,144-7-1283,-376 31-2841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6:42.7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141 1 10181,'0'0'9780,"32"0"-9300,4 0-334,61 7-1,-93-6-140,0 0-1,0 0 1,-1 0-1,1 0 1,0 1-1,-1-1 1,1 1-1,-1 0 1,1 0-1,-1 0 0,0 0 1,0 1-1,0-1 1,0 1-1,-1 0 1,1 0-1,3 5 1,-3-2-6,0 0 1,-1 0 0,1 0-1,-1 0 1,-1 0-1,1 1 1,0 7 0,-1-5 1,1-1 0,-2 1 0,1-1 0,-1 1 0,0 0 0,-1-1 0,0 1 0,0-1 0,-1 1 0,0-1 1,-1 1-1,0-1 0,0 0 0,-1 0 0,0-1 0,0 1 0,0-1 0,-1 0 0,0 0 0,-1 0 0,-6 6 1,-7 3 31,0 0 1,-1-1 0,0-1 0,-1-2 0,-1 0-1,0-1 1,0 0 0,-1-2 0,-1-1-1,1-1 1,-44 7 0,39-13 492,47-16 503,-3 9-997,0 0 0,0 2-1,0-1 1,1 2 0,31-3-1,93 3 48,-111 3-65,-6 0-7,1 2 0,0 0-1,-1 2 1,46 12 0,-60-13-11,0 0 1,0 1-1,0 0 1,0 1-1,0 0 1,-1 1-1,0 0 0,0 0 1,-1 1-1,0 0 1,0 1-1,-1 0 1,12 14-1,-17-18 7,1 0 0,-1 1 0,0-1 0,0 1 0,-1-1 0,1 1 0,-1-1 0,0 1 0,0 0 0,-1 0 0,1-1-1,-1 1 1,0 0 0,0 0 0,-1 0 0,1-1 0,-1 1 0,0 0 0,-1 0 0,1-1 0,-1 1 0,0-1 0,0 1 0,0-1 0,0 0 0,-1 0-1,0 0 1,0 0 0,-4 4 0,-4 0 59,-1 0 0,0 0 0,0-1 0,-1-1 0,1 0 0,-1 0 0,-1-2 0,1 0 1,-1 0-1,-25 3 0,-13-2-540,-82-1 0,117-4 140,4 0-612,-1 0-1,-19-4 1,28 3 141,-1 0 0,0-1 0,1 0 0,0 0 0,-7-3 0,-31-26-10166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6:43.1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508 4 10325,'0'0'1419,"-26"3"651,13-1-1745,-3-1 92,0 1 0,0 1 0,-22 7 0,30-7-238,0 1-1,0 0 0,0 0 0,1 0 1,-1 1-1,1 0 0,0 0 0,0 1 1,1 0-1,-11 13 0,-15 23 296,2 1 0,3 2 0,1 0-1,-30 77 1,30-55-72,3 2 0,-25 126 0,37-117-127,3 1 0,4 112-1,4-158-197,1 0-1,2 0 0,1-1 0,2 1 0,1-1 0,1 0 0,21 51 0,-15-55-53,0 0 1,2 0-1,1-2 0,1 0 1,1-1-1,2-1 0,0 0 1,1-2-1,2-1 1,0 0-1,1-2 0,1-1 1,0-1-1,2-1 0,0-2 1,0 0-1,1-2 1,1-1-1,0-2 0,41 8 1,-2-7 18,0-3 1,107-3 0,-136-5-31,1-1 0,-1-1 1,0-3-1,0-1 0,0-2 0,-1-2 1,-1-2-1,0-1 0,56-29 0,-71 30 12,0-1-1,-2-1 1,1-1-1,-2-1 1,27-28-1,-34 30-11,0 0 0,-2 0 0,0-2 0,0 1 0,-2-1 0,0-1 0,-1 0 0,6-21 0,-4 1 20,-3-1 1,-1 0 0,-2 0 0,-1-1 0,-5-65 0,-1 56-2,-1 0 1,-3 0-1,-2 0 1,-2 0-1,-3 2 1,-1 0-1,-2 0 1,-3 1-1,-45-77 1,36 76-24,-2 2 1,-2 1 0,-2 1-1,-2 2 1,-2 1 0,-1 3-1,-2 1 1,-73-48-1,82 63-47,0 2 0,-2 1-1,0 2 1,-1 1-1,0 2 1,-1 2-1,0 1 1,-1 1 0,0 3-1,-1 1 1,1 1-1,-77 5 1,100 0-178,-1 1 1,1 1-1,0 0 1,-1 1-1,2 1 0,-1 1 1,1 0-1,-1 0 1,2 1-1,-21 15 0,11-4-922,1 1 0,1 1 0,1 1 0,-30 38 0,-33 52-6718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6:47.6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14 427 688,'-6'-6'9367,"5"1"-9110,-1 1-1,1-1 0,0 1 1,0-1-1,0 0 1,1 0-1,0 1 0,0-1 1,0 0-1,0 0 0,1 1 1,-1-1-1,1 0 1,0 1-1,1-1 0,-1 1 1,1-1-1,0 1 1,5-8-1,-1 6-229,0 1 0,0 0 0,0 1 0,1-1 0,0 1 0,0 0 0,0 1 0,0 0 0,1 0 0,-1 0 0,1 1 0,0 0 0,11-1 0,13-1 23,64 2 0,-69 2-26,-9 0-23,13-1 7,0 2 0,-1 0 1,1 2-1,54 13 0,-28 4 24,-1 2 0,-1 3 0,0 1 0,96 67 0,-144-89 23,0 0 0,0-1 0,0 0-1,1 0 1,-1 0 0,1-1 0,-1 0 0,1-1-1,0 0 1,0 0 0,-1 0 0,1-1-1,0 0 1,0-1 0,0 0 0,15-3 0,5-4 85,0-2 1,-1 0 0,33-18-1,-6 3-166,-11 6 41,1 2 1,1 2-1,1 2 1,0 2 0,1 2-1,71-5 1,-98 13-15,118 1 21,-117 2-14,1 0-1,-1 1 1,0 1 0,28 9-1,-21-3 30,1 1-1,-2 1 0,1 1 1,-2 2-1,0 0 0,0 2 1,25 22-1,-50-38 3,1 0 0,-1 0 0,1 0 0,0 0 0,-1-1 0,1 1 0,0 0 0,0-1 0,-1 0 0,1 1 0,0-1 0,0 0 0,0 0 0,0 0-1,0 0 1,-1 0 0,1 0 0,0 0 0,0-1 0,3 0 0,38-17 561,-38 15-540,38-15-34,0 1-1,1 1 1,1 3-1,0 2 0,1 2 1,0 2-1,0 1 1,1 3-1,-1 2 1,71 7-1,-75 1-17,0 2 0,0 2 0,-1 1 0,-1 3 0,47 22 0,-55-21-56,0 2-1,-1 0 0,48 40 1,-77-57 54,1 1 0,-1-1 1,0 0-1,1 0 1,-1 0-1,1 0 1,-1 0-1,1-1 1,0 1-1,-1-1 0,1 0 1,0 1-1,-1-1 1,1 0-1,-1-1 1,1 1-1,0 0 0,-1-1 1,1 0-1,2 0 1,7-4 44,0 1 1,22-13-1,-21 10-36,37-17-10,1 2 1,2 2 0,0 3-1,81-16 1,-53 19-22,1 4-1,116 1 0,-30 13 42,-130-1-25,0 1 0,49 13-1,75 34-10,-133-40-10,-1 2-1,-1 1 1,39 25 0,-38-12-45,-27-27 83,-1 0 1,1 0-1,0 0 0,-1 1 1,1-1-1,-1 0 1,1 0-1,0 0 1,-1 0-1,1 0 1,0 0-1,-1 0 0,1 0 1,0-1-1,-1 1 1,1 0-1,0 0 1,-1 0-1,1-1 1,-1 1-1,1 0 0,-1-1 1,1 1-1,-1 0 1,2-1-1,58-49 551,-36 34-572,1 2 0,0 0 0,1 2-1,1 1 1,55-16 0,-16 12-38,97-12 0,-69 18-4,1 3 0,141 11-1,-159 5 40,-1 3 0,0 4-1,138 50 1,-186-55 3,10 3-53,-36-15 88,0 0 1,-1 0-1,1 0 1,0 0-1,-1 0 1,1 0-1,0-1 1,-1 1 0,1 0-1,-1-1 1,1 0-1,0 1 1,-1-1-1,1 0 1,-1 0-1,0 0 1,1 0-1,-1 0 1,0 0-1,1 0 1,1-3 0,2 0 42,21-17-64,2 1 0,0 1 0,1 1 0,1 2 0,0 1-1,2 1 1,-1 2 0,2 1 0,-1 1 0,1 2 0,1 2 0,-1 1 0,39-2 0,-25 6-21,0 1 0,-1 2 1,1 2-1,-1 2 0,77 21 1,67 33 12,-137-41-26,76 40 0,-114-48 10,-13-10 0,0 1 0,0 0 0,1-1 0,-1 1 0,0-1 0,1 0 0,-1 0 0,1 0 0,2 1 0,-3-2 29,0 0 1,0 1-1,0-1 1,-1 0-1,1-1 1,0 1 0,0 0-1,0 0 1,0-1-1,-1 1 1,1-1-1,0 0 1,0 1-1,-1-1 1,1 0 0,0 0-1,-1 0 1,1 0-1,2-3 1,2 0 22,51-35-47,2 3 1,2 3-1,97-39 0,-81 48-39,0 2 0,1 5-1,1 2 1,1 4-1,0 4 1,152 5 0,-202 3 50,0 2 0,0 2 0,36 9 0,-54-11-12,-1 1-1,1 0 1,-1 0-1,1 1 1,-1 1-1,-1 0 1,1 1-1,-1 0 1,0 0-1,15 16 1,-20-15-34,0-2 155,4-13 131,7-11-238,1 2 1,0 0-1,1 1 0,1 0 0,0 2 0,1 0 0,1 1 0,0 2 0,0 0 0,1 1 0,0 1 1,38-9-1,-13 7-7,0 1 0,68-2 0,97 7-10,-167 4 3,57 3-67,195 31 0,95 51-31,-391-85 145,0 0-1,1 0 1,-1 0 0,0 0-1,0 0 1,1 0 0,-1 0-1,0 0 1,0-1-1,1 1 1,-1 0 0,0-1-1,0 1 1,0-1 0,0 0-1,1 1 1,-1-1-1,0 0 1,0 1 0,0-1-1,1-2 1,20-25 523,-6 6-442,2 6-118,-1 1 1,2 1-1,0 0 1,1 2-1,0 0 1,0 1 0,2 1-1,-1 1 1,1 1-1,0 1 1,34-7-1,7 4-29,1 1-1,124 2 0,-173 7 22,85-1-20,171 22 0,139 59 44,-394-77-46,-13-2 20,1-1-1,-1 1 1,1-1-1,-1 1 1,0 0-1,1 1 1,-1-1 0,0 0-1,0 1 1,0 0-1,0 0 1,4 3-1,-6-4-19,-1-1 0,0 0 0,1 1 0,-1-1 1,0 0-1,1 1 0,-1-1 0,0 1 0,0-1 0,0 0 0,0 1 0,1-1 0,-1 1 0,0-1 0,0 1 0,0-1 0,0 1 0,0-1 0,0 1 0,0-1 0,0 1 0,0-1 0,0 0 0,0 1 0,-1-1 0,1 1 0,-52 2-12956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6:48.6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7 144,'0'0'15770,"0"-6"-15183,0 5-615,0 6 96,22 417 3008,-21-405-3004,1 1 1,1-1-1,1 1 1,0-1-1,12 30 1,-12-40-55,-1-1-1,1 1 1,0-1 0,0 0 0,1 0 0,0-1 0,0 1 0,0-1 0,1 0 0,-1 0 0,1-1-1,0 0 1,1 0 0,-1 0 0,1-1 0,11 4 0,1 0 50,1-2 1,0 0-1,0-2 0,27 2 0,86-2 38,-90-4-54,134-1 17,281-41 1,-456 43-60,0 0 1,0-1 0,0 1 0,0 0-1,0-1 1,0 1 0,0-1 0,-1 0-1,1 0 1,0 0 0,0 0 0,-1 0-1,1 0 1,2-2 0,-3 1-2,-1 1 1,0 0 0,1 0-1,-1-1 1,0 1 0,0 0-1,0 0 1,0-1 0,0 1-1,0 0 1,0-1 0,0 1-1,0 0 1,-1 0 0,1-1-1,0 1 1,-1 0 0,1 0-1,-1 0 1,0-1 0,1 1-1,-1 0 1,0 0 0,-1-1-1,-9-14-17,0 1 0,-27-27 0,13 15 91,49 121 491,-20-69-572,-1 0 1,0 49-1,-4-62-50,0 1 0,0-1-1,-1 1 1,-1-1 0,0 0 0,-1 0-1,-9 22 1,2-16-603,0-1 0,-1 0 0,-1-1 0,-1-1 0,-27 26 0,-27 14-4623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6:49.4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0 224 3330,'0'0'11530,"8"-13"-10284,-2 4-1054,-4 5-119,1-1 1,-1 1-1,1 0 0,0 0 1,6-5-1,-9 8-69,0 1 0,1 0 0,-1 0-1,0 0 1,0 0 0,0 0 0,1 0 0,-1-1 0,0 1 0,0 0 0,0 0 0,1 0 0,-1 0 0,0 0-1,0 0 1,0 0 0,1 0 0,-1 0 0,0 0 0,0 0 0,1 0 0,-1 0 0,0 0 0,0 0-1,1 0 1,-1 0 0,0 1 0,0-1 0,0 0 0,1 0 0,-1 0 0,0 0 0,0 0 0,0 0-1,0 1 1,1-1 0,-1 0 0,0 0 0,0 0 0,0 0 0,0 1 0,0-1 0,0 0 0,1 0-1,-1 1 1,3 26 185,-6 470 3048,32-830-2828,-24 291-394,19-109 9,-18 121-18,2 1 0,22-55 1,-29 81 22,0 0 0,0 0 1,1 1-1,0-1 0,-1 1 1,1 0-1,0-1 1,3-2-1,-5 5-22,1 0 0,-1-1 1,1 1-1,0 0 0,-1-1 0,1 1 0,0 0 0,-1 0 1,1 0-1,0 0 0,-1-1 0,1 1 0,0 0 0,0 0 1,-1 0-1,1 0 0,0 1 0,-1-1 0,1 0 0,0 0 1,-1 0-1,1 1 0,0-1 0,-1 0 0,1 0 0,0 1 1,-1-1-1,1 1 0,-1-1 0,1 0 0,-1 1 0,1-1 1,-1 1-1,1 0 0,-1-1 0,1 1 0,-1-1 0,0 1 1,1 0-1,-1-1 0,1 2 0,11 19-6,-1 0-1,-1 1 0,13 42 1,0-3 109,19 40-255,91 158-1,-120-240-709,-1 0 1,18 19-1,-24-31-198,0-1 1,0 0-1,0 0 0,1-1 1,0 0-1,0 0 1,1-1-1,10 6 1,9-3-5130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6:49.8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342 0 7139,'0'0'9701,"-147"51"-8917,110 16-80,2 5-319,0-2-273,9-3-32,-1-11-80,11-8-785,3-5-1088,7-9-1600,6-10-1313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6:50.1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6451,'0'0'9748,"35"32"-8611,-24 35-385,0 20 97,-6 4-577,-2 1-16,-3-6-240,0-2-16,0-14 0,0-7-1377,16-8-1296,10-7-1025,9-21-1888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6:50.5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460 78 7187,'0'0'926,"-25"-13"1011,-88-40 363,106 50-2169,0 1 1,0 0 0,-1 1-1,1-1 1,0 1-1,-1 1 1,1-1 0,0 1-1,-1 0 1,1 1-1,-1 0 1,1 0 0,0 1-1,0 0 1,0 0 0,0 0-1,0 1 1,0 0-1,1 1 1,-8 4 0,2-1-47,0 1 0,0 1 0,1-1 0,0 2 0,1 0 1,0 0-1,1 0 0,0 2 0,0-1 0,1 1 0,1 0 0,0 0 1,1 1-1,0 0 0,1 0 0,0 1 0,1-1 0,0 1 1,2 0-1,-1 0 0,2 0 0,0 0 0,0 1 0,3 22 1,-1-30-78,1 1 0,-1-1 0,1 1 0,1-1 1,-1 0-1,1 0 0,0 0 0,1-1 1,0 1-1,0-1 0,0 1 0,1-1 0,0-1 1,0 1-1,0-1 0,1 0 0,0 0 1,0 0-1,0-1 0,10 6 0,-3-4-61,0 1 0,1-1 0,-1-1 0,1-1 0,0 0 0,0-1 0,1 0 0,-1-1 0,25 1 0,-23-3-166,-8 0 87,0 0 1,0 0 0,1-1-1,7-2 1,-13 3 112,0-1 1,0 0-1,-1 0 1,1-1 0,0 1-1,-1-1 1,1 1-1,-1-1 1,0 0 0,1 0-1,-1 0 1,0 0-1,0 0 1,3-4 0,3-8 12,0 0 0,0 0 0,-1 0 0,-1-1 0,5-18 0,18-80 597,-29 112-565,5-10 355,-1 16 216,5 29 644,-3-9-864,0-4-981,2 1 1,0-1-1,2-1 0,0 1 0,18 24 1,-22-35 155,1-2 0,0 1 1,0-1-1,1 0 0,0-1 1,1 0-1,-1 0 0,1-1 1,1 0-1,-1 0 0,1-1 0,0 0 1,11 3-1,20 3-5114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6:50.9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337 251 7347,'0'0'11235,"-22"-10"-10712,8 3-484,8 3-33,-1 1 0,0 0 0,0 0 0,0 0 0,-1 1 0,-12-3 0,19 5-6,0 0 1,-1 0-1,1 0 1,0 0-1,-1 0 1,1 1-1,0-1 1,0 0-1,-1 0 0,1 1 1,0-1-1,0 1 1,-1 0-1,1-1 1,0 1-1,0 0 1,0-1-1,0 1 1,-1 1-1,1 0 2,-1 0 0,1 0 0,0 0 0,0 1 0,0-1 0,0 0 0,1 1 0,-1-1 0,0 0 0,1 1 0,0-1 0,0 0 0,-1 1 0,2 3 0,0 26 83,2-1-1,1 1 1,2-1 0,1 0 0,1-1-1,2 0 1,0 0 0,3-1 0,0 0-1,2-1 1,1 0 0,23 30 0,-36-55-74,-2-2-6,-1 0 0,1 0 1,0 0-1,0 0 0,0 0 1,0 1-1,-1-1 0,1 0 0,-1 0 1,1 1-1,-1-1 0,1 0 1,-1 3-1,-17-2 118,-176-2-550,63 0-7297,109 0 1455</inkml:trace>
  <inkml:trace contextRef="#ctx0" brushRef="#br0" timeOffset="1">578 1 8772,'0'0'12531,"-2"3"-12101,-2 4-326,1 0 1,0 0 0,1 0-1,-1 0 1,1 0-1,1 0 1,-2 15 0,0 58 503,3-52-399,4 136 354,-2-143-532,2 0-1,0 0 1,1 0 0,1 0-1,14 32 1,-13-38-70,1 0 0,0-1 0,1 0 0,0 0 0,1-1 0,17 17 0,-21-24-339,1 0-1,0-1 1,0 1-1,0-2 1,1 1 0,0-1-1,0 0 1,0 0-1,0-1 1,1 0-1,-1-1 1,1 0 0,11 2-1,21-3-3732,-2-1-2449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6:51.2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39 5651,'0'0'0,"174"-39"-1777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6:51.6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0 243 5010,'0'0'8065,"32"-5"-7264,101-18-508,-119 21-279,0-2-1,0 0 1,0-1-1,21-10 1,-29 12-52,0-1 0,0 0 0,0-1 1,-1 1-1,1-1 0,-1 0 0,7-10 0,-9 10-6,0 1 0,0-1 0,-1 0-1,0 0 1,0 0 0,0 0-1,-1 0 1,0 0 0,0 0 0,0 0-1,0-1 1,-1 1 0,0 0-1,-1-9 1,1 12 75,0 0 1,-1 0-1,1-1 0,-1 1 0,1 0 0,-1 0 1,0 0-1,0 0 0,0 0 0,0 0 1,0 0-1,-1 0 0,1 0 0,0 0 1,-1 1-1,0-1 0,1 1 0,-1-1 1,0 1-1,0 0 0,0-1 0,0 1 1,0 0-1,0 0 0,0 0 0,0 1 0,0-1 1,0 0-1,-4 0 0,-6-1 233,0-1-1,0 2 1,0 0-1,-15 0 0,23 1-192,-1 0-1,1 0 1,0 1-1,0 0 1,-1-1-1,1 1 1,0 1-1,0-1 1,0 1-1,0-1 1,0 1-1,0 0 1,1 1-1,-1-1 1,1 0-1,-1 1 1,1 0-1,0 0 1,0 0-1,0 0 1,0 1-1,1-1 1,-1 1-1,1-1 1,-3 9-1,-4 3 86,2 1-1,0 0 1,1 0-1,1 1 1,-6 33-1,6-18 99,2 0 0,2 44-1,1-68-234,0 0-1,1-1 0,0 1 1,0-1-1,1 0 1,-1 1-1,2-1 0,-1 0 1,1 0-1,0 0 0,1 0 1,0-1-1,0 1 0,0-1 1,1 0-1,-1 0 0,2-1 1,-1 1-1,0-1 0,1 0 1,0-1-1,0 1 1,1-1-1,7 4 0,2 0-36,0 0-1,1 0 0,0-2 0,0 0 1,0-1-1,1-1 0,19 2 0,43 1-2393,2-6-4529,-42-1-2266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6:52.0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0 409 7828,'0'0'5781,"23"5"-4578,-8-3-1013,-2 0-61,0 0 0,0 1 0,18 7 0,-25-7-70,0-1 0,0 1 0,-1 0 1,0 1-1,1-1 0,-1 1 0,0 0 0,-1 1 1,1-1-1,-1 1 0,0 0 0,5 7 0,1 5 93,-1 0 0,-1 0 0,0 1 0,-1 0 0,-1 1 0,-1 0 0,-1 0-1,0 0 1,-1 0 0,-1 0 0,-1 1 0,-1-1 0,-3 26 0,3-41-123,0-1 1,-1 1 0,1-1-1,-1 0 1,0 1-1,0-1 1,0 0-1,0 0 1,-1 0 0,1 0-1,-1 0 1,0 0-1,0 0 1,0 0 0,0-1-1,0 1 1,-1-1-1,1 1 1,-1-1 0,0 0-1,1 0 1,-1 0-1,0 0 1,0-1-1,0 1 1,-4 0 0,-5 1 144,1 0 0,-1-1 0,-1 0 0,1-1 0,-23-1 0,32 0-131,0 0 0,0 0 0,0 0 0,0-1 0,0 1 0,0-1 0,0 0 0,0 0 0,0 0-1,0 0 1,0 0 0,1-1 0,-1 1 0,0-1 0,1 0 0,0 0 0,-1 0 0,1 0 0,0 0 0,-3-4 0,2 1 8,0 0 1,1 1 0,0-1 0,0 0 0,0 0 0,0-1-1,1 1 1,0 0 0,0 0 0,0-1 0,1-7 0,-1 2-38,1 0 1,1 0 0,-1 0 0,5-16 0,-4 22-28,1 0 1,-1 0 0,2 1-1,-1-1 1,0 1-1,1-1 1,0 1 0,0 0-1,0 0 1,0 0-1,8-7 1,3-1-258,1 1 0,1 0-1,-1 1 1,22-10 0,70-25-3172,-18 8-3472,-42 12 645</inkml:trace>
  <inkml:trace contextRef="#ctx0" brushRef="#br0" timeOffset="1">529 0 7155,'0'0'11654,"-18"17"-11510,18 34 64,0 11-160,0 8-48,-3 0-96,-8 7-1601,6-5-1537,5-10-2912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6:52.3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155 0 9060,'0'0'10341,"0"14"-10021,0 30 48,13 83 0,-8-91-251,-1 0-1,-2 38 1,-2-74-131,-1 1-1,1 0 1,0 0 0,-1 0 0,1-1 0,-1 1 0,1 0-1,-1 0 1,1-1 0,-1 1 0,0-1 0,1 1-1,-1 0 1,0-1 0,0 1 0,1-1 0,-1 0 0,0 1-1,0-1 1,0 0 0,1 1 0,-1-1 0,0 0-1,0 0 1,0 0 0,0 0 0,0 0 0,-1 0-1,-33 2-1133,28-2 648,-45 1-3910,-12-1-4388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6:52.7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56 7972,'0'0'5162,"25"-5"-4122,-7 1-877,40-8 305,65-5 1,77 0-1715,-315 17 902,114 0 364,0 0 0,1 0 0,-1 0 0,0 0 1,0 0-1,0 1 0,0-1 0,1 0 0,-1 1 1,0-1-1,0 1 0,1-1 0,-1 0 0,0 1 1,0 0-1,1-1 0,-1 1 0,1-1 0,-1 1 1,1 0-1,-1-1 0,1 1 0,-1 0 0,1 0 1,-1-1-1,1 1 0,0 0 0,-1 0 0,1 1 1,-3 29 415,2-26-321,1 102 1319,-6 77-128,-2-120-1140,1-14-156,1 0 0,4 0 0,3 67 0,0-112-174,0-1 0,0 0 0,0 0 0,0 1 0,1-1 0,-1 0-1,1 0 1,0 0 0,0 0 0,1-1 0,-1 1 0,1-1 0,0 1 0,4 3 0,0-1-760,-1-1 1,1 0-1,0 0 0,1-1 0,-1 0 1,11 5-1,28 5-6591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6:53.2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0 8580,'0'0'10146,"-2"30"-9295,2-14-707,-6 201 1137,5-154-869,-1-26-102,2-1 0,8 61 0,-7-91-285,0 0 0,1 0 1,0 1-1,0-1 1,0 0-1,1-1 0,-1 1 1,1 0-1,1-1 1,6 9-1,-7-11-18,0 0 1,0 0-1,0-1 0,1 1 1,-1-1-1,1 0 0,0 0 0,-1 0 1,1-1-1,0 1 0,0-1 1,0 0-1,0 0 0,0 0 1,0-1-1,0 1 0,6-1 0,-2 1 5,1-1 0,0 0 0,-1 0 0,1-1-1,0 0 1,-1 0 0,1-1 0,-1 0-1,1-1 1,-1 0 0,0 0 0,0-1-1,0 0 1,-1 0 0,1-1 0,10-9 0,-5 2-17,0-1 1,-1-1 0,-1 0 0,14-23 0,30-66-123,-20 38 34,-32 58 83,-3 6 8,1 0 0,-1 0 0,1 0 0,-1 0-1,1 0 1,-1 0 0,1 0 0,-1 1 0,1-1 0,0 0 0,0 0 0,-1 1 0,1-1 0,0 0 0,0 1 0,0-1-1,1 0 1,-1 2-20,0 1 0,0-1 0,0 1-1,-1-1 1,1 1 0,-1-1 0,1 1 0,-1-1-1,0 1 1,0 0 0,1-1 0,-1 4-1,0 0-34,4 25 11,2 0-1,0 0 1,2-1 0,19 47 0,-23-67 53,1 1-1,0-1 0,0 0 0,1 0 1,0-1-1,1 0 0,0 0 0,0 0 1,1-1-1,0 0 0,0 0 1,0-1-1,1 0 0,0-1 0,0 0 1,1 0-1,14 5 0,2-4-25,-1-1 1,1-1-1,0-1 0,52-1 1,-72-1 1,-1-1 1,1 0-1,-1 0 1,1-1-1,0 1 0,-1-1 1,1-1-1,-1 1 1,0-1-1,1 0 1,-1 0-1,0 0 0,0-1 1,0 0-1,-1 0 1,1 0-1,-1 0 1,1-1-1,-1 0 1,0 0-1,-1 0 0,1 0 1,3-6-1,0-1 8,-1 0 1,0-1-1,-1 0 0,0 0 0,0-1 0,-2 1 0,1-1 0,2-23 1,-3-8-26,-1-56 0,-2 67 16,-3 27-35,-2 17-164,-2 23 138,2 1-1,2 0 1,2 60-1,1-80 70,0-7-8,0-1-1,0 1 1,1-1-1,0 1 1,1-1-1,-1 1 1,1-1-1,1 0 0,0 0 1,0 0-1,0 0 1,0 0-1,1-1 1,0 1-1,1-1 1,0 0-1,0-1 1,6 7-1,2-1-582,1 1 1,1-2-1,0 0 1,0-1-1,1 0 0,28 11 1,-19-11-1433,0-1 0,1 0 0,48 5 0,-19-9-3138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6:53.6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108 65 6723,'0'0'5661,"-14"27"-3580,-44 88-757,54-106-1179,1 1 1,0 0 0,0 0 0,1 1 0,1-1 0,0 0 0,0 1 0,1-1 0,0 1-1,2 12 1,-1-7 72,0-8-149,0-1 0,0 0 0,1 0 0,0 0 0,0 0 0,0 0 1,1 0-1,0 0 0,1-1 0,-1 1 0,1-1 0,1 0 0,-1 0 0,1-1 0,0 1 1,0-1-1,1 0 0,-1 0 0,11 6 0,-5-4-37,1-1 0,0 0 0,0-1 0,0 0 0,1-1 0,-1 0 0,1-1 0,0-1 0,0 0 0,17 1 0,-13-2-7,0-1 0,1 0 1,-1-1-1,0-1 0,18-4 1,-30 4-10,0 1 0,1-1 0,-1 0 0,-1 0 0,1-1 0,0 1 0,0-1 0,-1 0 0,0-1 0,1 1 0,-1-1 0,-1 0 0,1 1 0,0-2 0,-1 1 0,0 0 0,0-1 0,0 1 0,-1-1 0,3-7 0,0-2 39,-2-1 0,0 0 0,0 0 0,-2 0 0,0 0 1,0-1-1,-2 1 0,0 0 0,0 0 0,-2 0 0,0 0 0,0 0 0,-8-17 0,6 18-42,-1-1-1,-1 1 0,-1 1 1,0 0-1,-1 0 0,0 0 1,-1 1-1,0 0 1,-23-19-1,24 23-67,-1 1 1,0 1-1,0-1 0,-1 2 0,0-1 0,0 2 1,0-1-1,0 1 0,-1 1 0,0 0 0,1 1 1,-1 0-1,-17 0 0,15 2-544,1 0 1,-1 1-1,-26 5 0,34-5-17,0 1-1,0 0 1,0 1 0,0-1-1,0 1 1,1 0 0,-1 0-1,1 1 1,0 0 0,-7 6-1,-17 25-7256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6:54.2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1 190 7796,'0'0'5085,"28"0"-3877,92 8-605,-115-8-563,1 2 1,0-1-1,-1 1 1,1-1-1,-1 2 1,1-1-1,-1 1 0,0-1 1,0 1-1,0 1 1,0-1-1,-1 1 1,1 0-1,-1 0 0,0 0 1,0 0-1,6 10 1,-2-4 42,0 0-19,-1 1 0,1 0 0,-2 0 0,0 1 0,0 0 0,-1 0 0,0 0 1,3 17-1,-3-6 32,-1 0 0,-2 1 0,0 38 0,-1-59-41,-1 0 0,0 0 1,-1 0-1,1 0 1,0 0-1,-1 0 1,1 0-1,-1 0 1,0 0-1,0 0 1,-2 4-1,1-6 1,1 1 0,0-1 0,0 0 0,-1 0 0,1 0 1,-1 0-1,1-1 0,-1 1 0,1 0 0,-1-1 0,1 1 0,-1 0 0,0-1 0,1 0 0,-1 1 1,0-1-1,1 0 0,-1 0 0,0 0 0,-2-1 0,3 1-35,0 0-1,0 0 1,0 0-1,0 0 1,0 0 0,0-1-1,0 1 1,0 0-1,0-1 1,0 1-1,0-1 1,0 1 0,1-1-1,-1 1 1,0-1-1,0 0 1,0 0 0,1 1-1,-1-1 1,1 0-1,-1 0 1,0 0-1,1 1 1,-1-1 0,1 0-1,0 0 1,-1 0-1,1 0 1,0 0 0,-1-1-1,-3-34 150,4 30-148,0-14 11,0 0 1,4-30-1,-2 40-37,0 1-1,1 0 1,0 0-1,0 0 1,1 1-1,0-1 0,8-11 1,-3 6-181,2 0 1,-1 1-1,2 1 0,0-1 1,0 2-1,1 0 0,1 0 1,0 1-1,0 1 1,0 1-1,2 0 0,-1 0 1,1 2-1,-1 0 1,2 1-1,-1 0 0,1 1 1,-1 1-1,26-1 0,23 1-1226,0 4 0,95 13-1,-151-13 1483,39 3 489,-19-7 2763,-28 3-3228,-1-1 0,1 1 0,-1 0 0,0-1 0,1 1 0,-1-1 0,1 1 0,-1 0 0,0-1 0,1 1 0,-1-1 0,0 1-1,1-1 1,-1 1 0,0-1 0,0 0 0,0 1 0,1-1 0,-1 1 0,0-1 0,0 0 0,0 1 0,0-1 0,0 0 0,0-19 655,-1 12-435,2-18 136,-1 12-350,1-1-1,-2 0 1,0 1-1,-1-1 1,-4-15-1,6 29-86,-1 1-1,1-1 1,0 1 0,-1-1-1,1 1 1,-1-1 0,1 1-1,-1 0 1,1-1 0,-1 1-1,0 0 1,1 0 0,-1-1-1,1 1 1,-1 0 0,0 0-1,1 0 1,-1 0 0,1 0-1,-1 0 1,0 0 0,1 0 0,-1 0-1,0 0 1,1 0 0,-1 0-1,-1 0 1,-17 6-39,12 0 6,0 0 0,0 0 0,1 0 0,-1 1 0,2 0 0,-9 12 0,3-1 41,-18 35 0,24-41-3,0 0 0,1 0 0,0 1 0,1-1 0,0 1 0,1 0 0,1 0 0,0 0 0,0 0 0,2 0 0,-1 0 0,2 0 0,0 0 0,0-1 0,1 1 0,0-1 0,2 1 0,-1-1 0,1 0 0,1 0 0,0-1 0,1 0 0,0 0 0,1 0 0,13 14 0,-3-9-169,0 0 1,1-2-1,1 0 0,37 19 1,-28-19-3003,40 14 1,-33-18-2342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6:54.7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6339,'0'0'12053,"2"1"-11562,-2-1-472,1 0 0,-1 0 0,1 0 1,-1 1-1,1-1 0,-1 0 0,1 1 0,-1-1 0,0 0 0,1 1 0,-1-1 0,0 1 0,1-1 0,-1 0 0,0 1 0,0-1 0,1 1 0,-1-1 0,0 1 0,0-1 0,0 1 1,1-1-1,-1 1 0,0-1 0,0 1 0,0-1 0,0 2 0,4 27 495,0 1 1,-2-1 0,-4 58-1,1-45 88,5 68 1,-4-109-595,0 0 1,1 0 0,-1 0-1,0 0 1,0 0 0,0 1-1,1-1 1,-1 0-1,1 0 1,-1 0 0,1 0-1,-1 0 1,1 0 0,0 0-1,0-1 2,-1 0-1,1 0 1,0 0-1,-1-1 1,1 1-1,-1 0 1,1-1-1,-1 1 1,1 0-1,-1-1 1,1 1-1,-1-1 0,1 1 1,-1-1-1,1 1 1,-1-1-1,0 1 1,1-1-1,-1 0 1,0 1-1,0-1 1,1 1-1,-1-1 1,0 0-1,0 1 1,0-1-1,0-1 1,15-32 163,-6 8-158,2 0 1,1 1-1,2 0 1,0 1 0,19-24-1,-22 34-38,2 1-1,-1 0 1,2 1 0,-1 0-1,21-12 1,-28 20 8,0 0 1,1 1 0,0 0 0,-1 0 0,1 0-1,0 1 1,1 0 0,-1 0 0,0 1-1,0 0 1,1 0 0,-1 1 0,1 0 0,-1 0-1,13 2 1,-16-1 4,0 1-1,-1-1 1,1 1-1,-1-1 1,1 1-1,-1 0 1,0 0-1,0 0 0,0 1 1,0-1-1,0 1 1,0 0-1,-1 0 1,1 0-1,3 5 1,2 6-12,0-1 1,8 24-1,-11-26 26,39 103-8,-26-62 178,30 57 0,-47-108-165,0 1 0,-1-1 1,1 1-1,0-1 0,0 1 1,0-1-1,0 0 0,1 1 0,-1-1 1,0 0-1,0 0 0,1 0 1,-1 0-1,3 1 0,-3-2 3,0 1-1,0-1 1,0 0 0,0 0-1,0 0 1,0 0 0,0 0-1,0 0 1,0 0 0,-1 0-1,1 0 1,0-1 0,0 1-1,0 0 1,0 0 0,0-1-1,0 1 1,0-1 0,1 0-1,3-3 59,-1 0 0,1-1 0,0 0-1,-1 0 1,0 0 0,4-7 0,-1 3 3,128-158 340,-116 146-393,1 2 0,1 0 0,0 1 0,2 1 0,41-23 0,-57 35-19,1 1-1,0 1 0,-1 0 1,1 0-1,0 0 0,1 1 1,-1 0-1,0 1 0,1 0 1,-1 0-1,0 1 0,1 0 1,-1 0-1,15 3 1,-21-2-7,0-1 0,-1 1 0,1 0 0,0 0 0,-1 0 0,1 0 0,-1 0 0,1 0 0,-1 0 0,1 0 0,-1 1 0,0-1 0,0 0 0,1 1 0,-1-1 0,0 1 0,0-1 0,-1 1 0,2 2 0,0 2-51,0-1 0,-1 1-1,1 0 1,0 11 0,1 26-1663,-3 64 0,-7-6-4015,-5-4-3546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6:55.4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171 167 1521,'0'0'6139,"-25"-1"-4027,-8 0-1332,-20-1 125,-7 1 3549,65 1-3936,128 5-121,41-1 369,87-3-94,93-2-119,75-2 178,1001-18 763,-1000 16-1342,-45-1-80,-57-2 5,-68-1-40,-239 8-34,234-17 98,-252 18-45,0 0-1,0-1 1,0 1-1,0-1 1,0 1-1,0-1 1,-1 0-1,1 0 0,0 0 1,0 0-1,-1-1 1,4-2-1,-5 3 104,0-1 0,0 1 0,-1-1 0,1 0 0,0 1 0,-1-1 0,1 0 0,-1 0 0,0 1 0,0-1 0,0 0 0,0 0 0,0 1 0,0-5 0,-1-3-84,4 3-607,10 2-748,122-18-8052,-21 6-11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6:55.8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85 115 4946,'0'0'8636,"-19"7"-7147,2-2-1186,9-2-98,0-1 0,0 1 1,-15 8-1,21-7 14,9-1 18,39 0 312,1717-3 3045,-1043-9-2956,-11-31 300,-539 19-578,-158 20-290,0-2-1,0 1 1,0-2-1,20-8 0,-31 12-55,-1 0 0,1-1 1,0 1-1,0-1 0,0 1 0,-1-1 0,1 1 0,0-1 0,-1 0 1,1 1-1,0-1 0,-1 0 0,1 1 0,-1-1 0,1 0 0,-1 0 0,0 1 1,1-1-1,-1 0 0,0 0 0,1 0 0,-1 0 0,0 0 0,0 0 0,0 0 1,0 1-1,0-1 0,0 0 0,0 0 0,0-1 0,-1 0 11,1 1 0,-1 0-1,0-1 1,0 1 0,1 0 0,-1-1-1,0 1 1,0 0 0,0 0-1,-1 0 1,1 0 0,0 0 0,0 0-1,-1 0 1,1 0 0,0 0 0,-3 0-1,-5-3-15,0 1-1,-1 1 0,1-1 0,-1 2 0,-12-2 1,-60-1-432,51 5-299,0 1 0,0 1 1,-48 11-1,-90 40-6350,37-3-3242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7:00.3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523 168 5619,'0'0'2972,"-19"-23"-758,19 23-2214,-86-95 1755,81 90-1648,0 1-1,-1-1 0,1 1 1,-1 0-1,0 0 0,0 0 1,0 1-1,0 0 0,-1 0 1,1 1-1,-1 0 0,0 0 1,1 0-1,-1 1 0,0 0 1,0 0-1,0 1 0,0 0 1,0 0-1,-10 2 1,5-1-14,1 0-37,0 1-1,1 0 1,-1 1 0,1 0-1,0 1 1,0 0 0,0 1-1,0 0 1,1 0 0,0 1-1,0 0 1,0 1 0,1 0 0,0 0-1,0 1 1,1 0 0,-8 11-1,4-6-17,1 1 0,1 0-1,1 1 1,0 0 0,1 0-1,0 1 1,1-1 0,1 1-1,0 1 1,-3 25-1,6-22-16,1-1 0,1 22-1,0-35-17,0-1 0,1 0 0,0 0 0,0 0 1,0 0-1,1-1 0,-1 1 0,1 0 0,0 0 0,1-1 0,-1 1 0,1-1 0,4 5 0,-2-4-3,0 0 0,1-1 1,-1 0-1,1 0 1,0 0-1,0 0 1,1-1-1,-1 0 1,1-1-1,-1 1 1,1-1-1,14 2 1,3-1 6,1 0 1,32-3 0,-41 0-3,-4 0 10,0 0-1,0-1 0,0 0 1,0-1-1,0-1 0,20-7 1,-25 7-3,1 0 0,-1-1 1,-1 0-1,1 0 0,-1-1 0,1 0 1,-1 0-1,0 0 0,-1-1 1,0 0-1,7-9 0,-6 6 11,0 0-1,-1-1 0,0 1 0,-1-1 1,0 0-1,0-1 0,-1 1 0,2-12 1,-2-2 850,0-1 0,-1-35 603,-2 65-1270,0 187-332,0-187 128,0 0-1,1 0 0,-1 0 1,1 0-1,0 0 1,1 0-1,-1 0 1,1 0-1,0 0 0,0-1 1,1 1-1,-1-1 1,4 5-1,-1-3-47,1 0-1,-1-1 1,1 1-1,0-1 1,0 0-1,0-1 1,13 7-1,1-1-590,1-1-1,0-1 0,1-2 1,0 0-1,23 4 0,-7-4-3337,46 2 0,-22-8-2777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7:00.6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5699,'0'0'9172,"94"0"-9140,-44 0-32,1 0-688,-5 0-1810,-6 0-1359,-11 0-2306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7:01.0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0 729 5635,'0'0'7491,"158"0"-7219,-97 0-160,4 0-112,1-4-1873,-1-4-2385,-4-1-2977</inkml:trace>
  <inkml:trace contextRef="#ctx0" brushRef="#br0" timeOffset="1">829 17 7475,'0'0'10613,"-24"-17"-10325,24 87 577,0 0-257,0 2-304,5 0-160,3-7-112,-2 0-32,-4 10-1889,-2-8-3057,0 0-5955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7:01.6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 7491,'0'0'7700,"0"25"-6673,0 6-714,-2 18 330,7 58-1,-5-105-627,0 1 6,0 0 1,1 0-1,-1 0 1,1-1-1,-1 1 1,1 0-1,0 0 1,2 4 0,-2-6-18,0-1 0,0 1 0,0 0 0,0 0 0,0-1 0,0 1 0,0 0 0,0-1 0,1 1 0,-1-1 0,0 1 0,0-1 0,1 0 0,-1 0 0,0 1 0,1-1 0,-1 0 0,0 0 1,0 0-1,3-1 0,280 1 390,-279 0-407,1 0-1,-1 1 0,0-1 1,1 1-1,-1 0 0,0 1 1,1-1-1,-1 1 0,0 0 1,0 0-1,0 1 0,-1-1 1,1 1-1,-1 0 0,1 1 1,-1-1-1,0 1 0,0 0 1,0-1-1,-1 2 0,1-1 0,-1 0 1,0 1-1,-1-1 0,1 1 1,-1 0-1,1 0 0,-1 0 1,-1 0-1,1 1 0,-1-1 1,0 0-1,0 1 0,-1-1 1,1 0-1,-1 1 0,0-1 1,-2 9-1,1-11 6,0 1 0,-1 0 1,1-1-1,-1 1 0,0-1 0,0 0 1,0 1-1,0-1 0,0 0 0,-1 0 1,0-1-1,1 1 0,-1 0 0,0-1 1,-5 4-1,-7 3 54,0 0-1,-16 8 1,19-13 51,0 0 1,0-1-1,0 0 0,0-1 1,0 0-1,-1-1 0,1 0 0,-1-1 1,1-1-1,-14-1 0,22 1-97,-1 0 0,1 0 0,-1-1 0,1 1 0,0-1 0,-1 0 0,1 0 0,0 0 0,0-1 0,0 1 0,1-1 0,-1 0 0,1 0 0,-1 0 0,1-1 0,-3-4 0,2 4-260,1-1 1,-1 0 0,1 0-1,1 0 1,-1 0 0,1 0-1,0-1 1,0 1-1,0-1 1,1 1 0,0-1-1,-1-10 1,2 14-46,0 0-1,0-1 1,1 1 0,-1 0 0,0 0 0,1 0-1,-1 0 1,1 0 0,0 0 0,0 0 0,0 1-1,0-1 1,0 0 0,0 0 0,0 1 0,1-1-1,-1 0 1,0 1 0,1-1 0,-1 1 0,1 0-1,0 0 1,0-1 0,2 0 0,36-24-7747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7:02.0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10709,'0'0'6515,"123"0"-6515,-70 0 0,-7 0-1329,-6 0-1440,-3 0-1889,-10 0-625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7:02.3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35 6275,'0'0'10613,"96"0"-10453,-21 0-160,2 0-1665,-4-15-2641,-7-4-2769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7:02.7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 2305,'0'0'12131,"27"-2"-11267,85 0-258,-108 2-574,-1 0 1,0 0-1,1 0 0,-1 1 1,0 0-1,1 0 0,-1 0 1,0 0-1,0 0 0,0 1 1,0-1-1,0 1 0,0 0 1,0 0-1,-1 0 0,1 0 1,-1 0-1,1 1 0,-1-1 1,0 1-1,0-1 0,0 1 1,0 0-1,0 0 1,1 4-1,0 1 62,-1 0-1,0 1 1,-1-1 0,0 0 0,0 1 0,-1 16-1,0-20-61,0 3 28,0 1 1,-1-1-1,0 1 1,0-1 0,-1 1-1,0-1 1,-1 0-1,0 0 1,0 0 0,-1 0-1,1 0 1,-2-1-1,1 1 1,-1-1 0,0-1-1,-1 1 1,0-1-1,0 1 1,0-2 0,-8 7-1,-2 0 329,-26 15 0,0 0 1154,42-27-1512,0 0-1,-1 0 0,1 0 0,0 0 1,0 0-1,0 0 0,0 0 0,0 0 1,0 0-1,0 0 0,0 0 0,-1 0 1,1 0-1,0 0 0,0 0 0,0 0 1,0 0-1,0 1 0,0-1 0,0 0 1,0 0-1,-1 0 0,1 0 0,0 0 1,0 0-1,0 0 0,0 0 0,0 0 1,0 0-1,0 0 0,0 1 0,0-1 1,0 0-1,0 0 0,0 0 0,0 0 1,0 0-1,0 0 0,0 0 0,0 1 1,0-1-1,0 0 0,0 0 1,0 0-1,0 0 0,0 0 0,0 0 1,0 0-1,0 0 0,0 1 0,0-1 1,0 0-1,0 0 0,0 0 0,0 0 1,0 0-1,0 0 0,0 0 0,1 0 1,11 1 772,-12-1-813,415-34 661,-387 31-648,43-3-648,-25 6-2658,-73 13-6766,-31 5 291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9:55.9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29 5507,'0'0'8219,"-4"0"-7808,2 0-44,8 0 6,115-2 1422,149-24-541,-302 28-1074,-44-3 0,9 0-58,67 1-121,-1 1-1,1 0 0,-1 0 0,1 0 0,0 0 0,0 0 0,-1 0 0,1 0 0,0 0 0,0 0 0,0 0 0,0 0 0,0 0 1,0 0-1,0 0 0,1 1 0,-1 2 1,0 8 7,0 74 250,-2 0 0,-20 115 0,16-166-338,2 0 0,0 47 0,4-78-314,1 0 0,-1 1 0,1-1 0,0 0 0,0 1 0,1-1 0,-1 0 0,1 0 0,0 0 0,0 0 1,0-1-1,0 1 0,1 0 0,-1-1 0,1 0 0,0 1 0,0-1 0,0 0 0,1-1 0,-1 1 0,1-1 0,6 4 1,29 11-5482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9:56.3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287 0 6995,'0'0'5693,"-28"11"-4607,8-3-922,1 0-1,0 1 0,0 2 0,-18 12 1,31-18-93,1 0 1,0 1 0,0 0-1,0 0 1,1 0-1,0 0 1,0 1 0,0-1-1,1 1 1,0 0 0,0 0-1,-2 11 1,-19 64 403,4 0 0,3 2 1,5 0-1,2 1 0,5 0 0,6 117 1,0-186-498,1-1 1,0 0 0,0 0 0,2 0 0,0 0-1,1-1 1,0 0 0,1 1 0,1-2-1,0 1 1,1-1 0,0 0 0,1-1 0,0 0-1,1 0 1,0-1 0,1 0 0,1-1 0,-1 0-1,25 14 1,-7-6-978,2-2 0,33 13-1,-34-17-1113,1-2 0,40 8-1,13-8-3942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9:56.7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202 1 8084,'0'0'6464,"21"4"-6021,-5-1-385,0 1 0,0 1 0,21 9 0,-35-13-46,0 0-1,1 1 1,-1 0 0,0-1-1,0 1 1,0 0 0,0 0 0,0 0-1,0 1 1,0-1 0,-1 0-1,1 1 1,-1-1 0,0 1-1,0-1 1,2 5 0,-2 1 42,1-1 0,-1 1 1,0 0-1,-1 9 0,1-7 23,0 5 11,-1-1 1,-1 1-1,0-1 1,-4 18-1,3-24-32,0 1 0,-1-2 0,0 1-1,0 0 1,-1 0 0,0-1 0,0 0 0,-10 11-1,-4 3 165,-1-2 0,-1 0 0,-1-1 0,0-1 0,-2-1 0,0-1 0,0-1 0,-1-1 0,-1-1 0,-33 11 0,36-15 259,22-8-467,0 0 0,-1 0 1,1 0-1,0 0 0,0 0 1,0 0-1,0 0 0,0-1 0,0 1 1,0 0-1,0 0 0,0 0 0,-1 0 1,1 0-1,0 0 0,0 0 0,0 0 1,0 0-1,0 0 0,0 0 0,0 0 1,0 1-1,-1-1 0,1 0 0,0 0 1,0 0-1,0 0 0,0 0 0,0 0 1,0 0-1,0 0 0,0 0 0,0 0 1,0 0-1,0 0 0,0 0 0,-1 0 1,1 0-1,0 1 0,0-1 0,0 0 1,0 0-1,0 0 0,0 0 0,0 0 1,0 0-1,0 0 0,0 0 0,0 0 1,0 1-1,0-1 0,0 0 0,0 0 1,0 0-1,0 0 0,0 0 0,0 0 1,0 0-1,0 0 0,0 1 0,0-1 1,0 0-1,0 0 0,1 0 0,-1 0 1,0 0-1,0 0 0,0 0 0,0 0 1,31-1 1500,-6-1-1612,467-7 3,-467 9-243,-15 1-797,0 0 0,0 1 0,0 0 0,0 0 0,18 7 1,-11-3-1390,11 2-3454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9:57.0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102 169 4402,'0'0'3690,"-6"-24"-1468,-18-75-101,24 96-1856,-1-1-1,0 0 1,0 0 0,0 1-1,0-1 1,-1 0 0,1 1-1,-4-6 1,0 2 3001,-1 20-2636,-9 50-412,3 0 1,3 0 0,-2 81 0,10-7-1321,1-133 741,0 0-1,0 1 1,1-1 0,-1 1 0,1-1 0,0 0 0,0 1-1,0-1 1,1 0 0,-1 0 0,1 0 0,0 0 0,0 0-1,1 0 1,2 4 0,19 15-4951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9:57.4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35 154 1905,'0'0'13958,"-8"-108"-13670,51 91-160,2 5-112,1 3-16,-9 1 0,-2 8-496,-6 0-1265,-7 0-1232,-12 20-865,-10 4-1408</inkml:trace>
  <inkml:trace contextRef="#ctx0" brushRef="#br0" timeOffset="1">0 147 6035,'0'0'9844,"59"-38"-9444,-30 55 65,3 4-49,9 3-64,-1 3-208,5-3-48,1-3-96,2-1-112,0-1-1297,-11-2-2272,-5-5-2658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9:57.8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512 0 6275,'0'0'8881,"-19"22"-8000,-139 152 858,-120 168 14,274-336-1906,-7 8 283,1 2 0,-9 18 0,17-30-435,0 0 0,0 0 0,1 0 1,0 0-1,-1 0 0,2 0 0,-1 1 0,0-1 1,1 0-1,0 0 0,0 1 0,0-1 0,0 0 0,2 8 1,-1-12 59,-1 1 1,0 0 0,0 0 0,1-1 0,-1 1 0,0 0-1,1-1 1,-1 1 0,1 0 0,-1-1 0,1 1 0,-1-1-1,1 1 1,0-1 0,-1 1 0,1-1 0,0 1 0,-1-1-1,1 1 1,0-1 0,0 0 0,1 1 0,31 1-7013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9:58.1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51 7251,'0'0'9012,"28"-10"-8497,88-28-192,-113 37-309,1 1 1,0-1-1,-1 0 0,1 1 1,0 0-1,-1 0 0,1 0 0,0 1 1,-1-1-1,1 1 0,6 1 0,-8-1-8,0 0 0,0 1 0,0-1 0,1 0 0,-1 1 0,-1-1-1,1 1 1,0-1 0,0 1 0,0 0 0,-1 0 0,1 0-1,1 2 1,-1 2-1,1 0 0,-1-1 0,0 1 0,0 0-1,-1 0 1,1 0 0,-1 0 0,-1 0 0,1 8 0,-1-10 2,0 1 0,0-1 0,0 0 1,0 1-1,-1-1 0,1 1 0,-1-1 1,0 0-1,-1 1 0,1-1 0,-1 0 1,0 0-1,0 0 0,0 0 0,0-1 1,-1 1-1,1 0 0,-1-1 1,0 0-1,0 1 0,0-1 0,-1-1 1,1 1-1,-7 4 0,-10 4 108,-2 0-1,1-1 1,-1-1 0,-1-1 0,0 0-1,0-2 1,0-1 0,-44 4 0,51-7 1290,38-3 467,3 0-1913,333 1-174,-206 0-8198,-113 0 999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9:58.5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196 56 4514,'0'0'10570,"5"-11"-9577,-3 7-896,-1 0-39,0 1 0,1-1 0,0 1 0,0 0 0,0-1 0,0 1 0,5-5 0,-6 7-42,0 0 0,0 0 1,0 0-1,0 1 0,1-1 1,-1 0-1,0 1 0,1-1 1,-1 1-1,1 0 0,-1-1 1,0 1-1,1 0 0,-1 0 1,1 0-1,-1 0 0,1 0 1,-1 0-1,1 0 1,-1 0-1,0 1 0,1-1 1,-1 0-1,1 1 0,-1-1 1,0 1-1,1 0 0,-1-1 1,2 3-1,9 5 80,0 0 1,-1 1 0,0 0-1,0 1 1,-1 0 0,-1 1-1,0 0 1,0 0 0,7 14-1,0 1 13,-2 1-1,0 1 1,12 38-1,-15-28 39,-1 0 0,-2 0 0,6 68 0,-8 118 370,-6-211-496,0 15 46,-1 0 0,-2 0-1,-1-1 1,-1 1 0,-10 32-1,9-43-34,-1 0-1,0 0 0,-1-1 0,-1 0 1,0-1-1,-1 0 0,-1 0 0,0-1 0,-17 15 1,9-12 4,0-1 0,-2-1 0,0-1 0,0-1 1,-2-1-1,1-1 0,-1-1 0,-1-1 1,0-1-1,0-1 0,-1-1 0,1-1 0,-33 2 1,46-6-838,21-1-1695,8-1 876,35 0-2900,16-7-2003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4:27.1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434 208 1921,'0'0'7811,"5"-14"-6778,15-43-75,-18 53-579,-1-1 1,1 0 0,-1-1 0,0 1-1,0 0 1,0 0 0,-1 0-1,0-1 1,0 1 0,0 0 0,-1 0-1,-1-9 1,2 13-317,-1-2-11,0 1 1,0 0-1,-1-1 0,1 1 0,-1 0 0,1 0 0,-1-1 0,0 1 0,0 1 0,0-1 1,0 0-1,0 0 0,0 1 0,0-1 0,-1 1 0,1 0 0,-1-1 0,1 1 1,-1 0-1,-2 0 0,-10-4 20,1 1-1,-18-3 1,4 3 8,1 2 0,-41 1 0,37 2 59,20-1-74,1 0 0,-1 1-1,0 0 1,1 1 0,-1 0 0,1 1 0,-19 7-1,23-7-35,0 0 0,0 0 0,1 1 0,0 0 0,-1 0 0,1 0 0,1 1 0,-1 0 0,1-1 0,0 2-1,0-1 1,0 0 0,-6 13 0,5-7-9,1 1-1,-1 0 1,2 0 0,0 1-1,0-1 1,0 16 0,-1 78 186,5-80-120,-2-21-61,2 1 1,-1-1 0,0 0 0,1 1-1,0-1 1,0 0 0,1 0-1,0 0 1,0 0 0,3 6-1,-3-7 17,0-1 0,1 0 0,0 1 0,0-1 0,0 0 0,0-1 0,0 1 0,0 0 0,1-1 0,-1 0 0,1 0 0,0 0 0,6 2-1,13 4 242,0-1 0,1-2 0,27 4 0,-23-5-66,50 15 0,-60-15-74,1 1 0,0-2 0,0-1 0,29 1 0,33 4 247,-55-1-359,0 2-1,0 1 1,-1 0 0,0 2-1,-1 2 1,24 14 0,-47-26-30,8 6 11,0 0-1,-1 1 1,0 0-1,0 0 1,-1 1-1,0 0 1,-1 0 0,8 14-1,-10-16-5,-1-1 0,0 1-1,-1 0 1,1 0 0,-1 0-1,-1 0 1,2 8 0,-2-11 1,-1-1 0,0 0 0,1 1 0,-1-1 0,-1 0 0,1 1 0,0-1 1,-1 0-1,0 1 0,1-1 0,-1 0 0,-1 0 0,1 0 0,0 0 0,-1 0 0,1 0 0,-5 5 1,-3 1 17,-1-1 0,1-1 0,-1 0 1,-1 0-1,0-1 0,0 0 0,0-1 1,-15 5-1,-1-1 59,0-2 0,-44 7 1,14-9 13,-105-4 0,132-1-62,12-1 49,-1-1 0,0-1-1,1 0 1,0-1 0,-32-12 0,43 14-57,0-1 0,0 0 1,0-1-1,0 0 0,0 0 1,1 0-1,-1-1 0,1 0 0,0 0 1,1 0-1,-1-1 0,1 0 1,0 0-1,1 0 0,0-1 0,-5-9 1,2-10-2158,15 26-3210,21 6 817,15 9-1529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4:27.6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307 30 5026,'0'0'11037,"-13"-7"-10026,6 3-883,3 1-68,1 1 0,-1 0 0,0 0 0,-1 0-1,1 0 1,0 0 0,-9-1 0,11 3-41,-1 0 0,1 0 0,0 0 0,-1 0 0,1 1 1,0-1-1,-1 1 0,1 0 0,0-1 0,-1 1 0,1 0 0,0 0 0,0 0 0,0 1 0,0-1 1,0 0-1,0 1 0,0-1 0,0 1 0,1 0 0,-1 0 0,-1 2 0,-19 23 154,2 1 0,1 2 0,1 0-1,1 0 1,2 2 0,1 0 0,2 0-1,-13 54 1,13-30 110,2 0 0,3 0 0,3 1 0,4 89 0,2-126-239,0 0 0,2 0 0,1 0 0,0-1 1,1 1-1,1-1 0,1-1 0,1 1 0,0-1 0,2-1 1,0 0-1,1 0 0,0-1 0,17 16 0,-13-16-100,0 0 0,1-1 0,0-2 0,1 1 0,1-2 0,0 0 0,0-2-1,1 0 1,1-1 0,0-1 0,0-1 0,39 8 0,-19-10-2439,0-2 1,77-4 0,-104 1 1235,0-2 0,-1 0 1,15-4-1,-9 0-2017,29-15 0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4:28.0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21 133 3890,'0'0'11274,"-3"-21"-9558,1-5-1186,0 10 16,0 0 0,0 0-1,-8-22 1,12 60 3298,-2 29-3048,-1 14-783,32 379 1254,-32-436-3469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4:28.4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1 386 2881,'0'0'13076,"8"-10"-11324,4-4-1288,1 1-1,0 1 0,1 0 0,24-16 0,75-39 1010,-48 31-490,118-88 0,-177 119-904,-2 3-43,-1 0 0,0 0 0,0-1-1,-1 1 1,1-1 0,0 1 0,-1-1 0,0 0-1,1 0 1,-1 0 0,0 0 0,-1-1 0,1 1-1,0 0 1,-1-1 0,0 1 0,0-1 0,0 1-1,1-6 1,-2 9-151,-6 0-1328,-2 0 579,0 1-1,0 0 1,0 1-1,0 0 1,1 0 0,-1 1-1,0 0 1,1 0 0,0 0-1,-8 6 1,-35 17-6518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4:28.7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6707,'0'0'11184,"7"0"-9322,7 1-1567,-1 0 0,0 1 0,0 1 0,0 0-1,0 1 1,15 6 0,79 39 312,-79-35-463,-3-2-274,184 86 648,-65-46-3262,-129-49 231,-6-2-2911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4:29.2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137 110 5843,'0'0'9935,"-10"-16"-8313,-30-51-437,22 41 2033,19 26-2224,42 15-944,-2 2 0,0 2 0,0 2 0,-2 1 1,-1 2-1,-1 2 0,-1 1 0,64 63 0,-78-67-35,-1 0 0,-1 2 0,-1 0-1,-1 2 1,-1 0 0,-2 0 0,-1 2 0,-1 0 0,-1 0 0,-2 1-1,0 1 1,-3 0 0,7 51 0,-11-53 16,-2 1-1,-1 0 1,-6 43-1,4-58-16,-1 0 0,-1 0-1,-1 0 1,0 0 0,-1-1-1,0 0 1,-1 0 0,-12 18 0,-5 0 68,0-2 0,-3 0 1,0-2-1,-53 42 1,29-31 231,-3-2 0,-59 31 1,98-60-125,-55 27 101,63-32 72,-1 0-1,0 0 1,-1-1 0,1 0-1,0-1 1,-17 2 696,14-2-7235,-18 7 163,-11 2-5032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9:58.9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95 5763,'0'0'12517,"-30"-84"-12309,81 76 113,8 6-129,2 2-160,-2 0-32,-3 0-208,-5 10-1633,-13 14-1777,-12 2-1840,-12-4-1762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9:59.3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6851,'0'0'9476,"128"7"-9476,-34 5 0,18-2-2337,30-10-2721,37 0-3010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9:59.6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387 96 8340,'0'0'4119,"-32"-17"-2190,32 17-1929,-139-65 1248,132 62-1148,0 0-1,0 1 0,0 0 0,0 1 0,-1 0 0,1 0 0,0 0 0,-1 1 0,1 0 0,-12 2 1,14-1-55,0 0 0,0 1 1,0-1-1,0 1 1,0 1-1,0-1 0,1 0 1,-1 1-1,1 0 1,0 0-1,-7 7 1,5-4-17,0 1 0,1 0 0,0 0 0,1 0 0,-1 1 0,2 0 0,-1-1 0,1 1 0,0 0 0,0 1 0,1-1 0,0 0 0,1 1 0,-1 11 0,2-15-16,0 0 0,0 0 0,1 0 0,0-1 0,0 1 0,0 0 0,0 0 1,1 0-1,0-1 0,0 1 0,0-1 0,0 0 0,1 1 0,0-1 0,0 0 0,0-1 1,0 1-1,0 0 0,1-1 0,0 0 0,-1 0 0,1 0 0,7 4 0,8 3 38,1 0 0,0-1 0,42 13 0,-56-20-44,138 38 114,59 21-18,-195-58-103,0 1 0,0 0 0,0 0 0,0 0 0,11 9 0,-17-11 0,0 0 0,0 0 0,0 1 0,0-1 0,0 0 0,0 1 0,-1-1 0,1 1 0,-1 0 0,0 0 0,0-1 0,0 1 0,0 0 0,0 0 0,0 0 0,-1 0 0,1 0 0,-1 5 0,0-6 3,-1 0 0,1 1-1,0-1 1,-1 0-1,1 0 1,-1 0-1,0 0 1,0 0 0,0 0-1,0-1 1,0 1-1,0 0 1,0 0-1,-1-1 1,1 1 0,-1 0-1,1-1 1,-1 0-1,1 1 1,-1-1-1,-3 2 1,-4 2 34,0 0-1,0-1 1,-14 4-1,19-7-20,-31 10 116,0-2 0,0-1 0,-1-2 0,-38 1 0,-148-3 127,146-5-228,45 1-370,43 0-6709,-6 0 5468,30 0-4196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0:00.0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381 45 5186,'0'0'12166,"-13"-11"-11294,10 7-845,-1 1-1,0-1 0,0 1 0,0 0 1,-1 1-1,1-1 0,0 1 0,-1-1 0,0 1 1,0 1-1,-7-3 0,10 4-18,1 0 0,-1 1 0,0-1 0,1 1 0,-1-1 0,1 1 0,-1-1-1,1 1 1,-1 0 0,1 0 0,-1-1 0,1 1 0,0 0 0,-1 1 0,1-1 0,0 0 0,-2 2 0,-21 33 188,-16 34 52,4 3 0,2 1 0,4 1-1,4 1 1,2 2 0,4 1 0,4 0 0,3 1 0,3 0 0,2 153 0,9-219-291,0-1 1,0 1 0,1 0 0,1-1 0,0 1 0,1-1 0,1 0 0,0 0 0,1-1 0,0 1 0,0-1 0,2-1 0,-1 1-1,2-1 1,-1 0 0,1-1 0,1 0 0,0-1 0,1 0 0,-1 0 0,20 11 0,-12-9-1121,0-1 0,2 0 0,-1-1 1,1-1-1,0-1 0,39 8 0,-15-13-4253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0:00.4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131 0 8468,'0'0'8980,"-5"13"-8409,0 5-242,0 0 0,1 0 0,1 1 0,0-1 0,1 24 0,3 24 322,-2 71 393,0-116-960,-2 0-1,0 0 1,-1 0 0,-9 26-1,-18 25-186,18-44-621,-12 37-1,15-18-4077,9-40 2890,1 0-1,0 0 1,1 0-1,1 12 1,3-12-4278</inkml:trace>
  <inkml:trace contextRef="#ctx0" brushRef="#br0" timeOffset="1">246 397 5378,'0'0'6932,"-43"-154"-4483,43 125-1073,24-2-687,13 0-433,9 2-256,-1 7 0,-5 13-48,-5 6-945,-11 3-1104,-13 8-1648,-11 8-1170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0:00.8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 6979,'0'0'10805,"155"-7"-9956,-91 5-561,8-1 80,-5 1-368,0-1 16,-6 3-16,-7 0-849,-14 0-1456,-19 5-1152,-16 14-1986,-5 1-1328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0:01.1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74 3762,'0'0'9975,"-9"0"-8385,5-1-1319,-21 0 324,21 1-154,16 0 370,765-41 3350,-565 25-3800,-168 13-343,-11 1-68,46-8 0,-158 11-7482,20 7 3021,-6 4-2017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0:01.5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11 5378,'0'0'12982,"9"-3"-12288,-4 2-621,24-5 159,-27 6-222,0 0 1,0 0-1,-1 0 0,1 0 1,0 1-1,-1-1 0,1 1 1,0-1-1,-1 1 1,1-1-1,-1 1 0,1 0 1,-1 0-1,1 0 0,-1 0 1,0 0-1,1 0 1,-1 0-1,2 2 0,0 1 5,0 1-1,-1-1 1,1 1-1,-1 0 1,0 0-1,0 0 1,-1 0-1,1 0 1,-1 0-1,0 0 1,0 8-1,0 6 53,-3 33-1,1-47-60,0 1 0,0-1 0,-1 0 0,1 0 1,-1 1-1,0-1 0,-1-1 0,1 1 0,-1 0 0,0-1 0,0 1 0,-1-1 0,1 0 0,-1 0 1,0 0-1,-6 4 0,1-1 72,-1 0 0,1-1 0,-1 0 0,0-1 1,-1 0-1,-20 7 0,75-12 2104,174-26-1099,-145 14-1791,121-4 0,-161 16-612,22 0-2658,-46 0 2115,0-1 0,0 0 0,16-5 0,18-13-6367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0:01.8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56 8580,'0'0'8452,"158"-56"-7252,-96 100-511,-4 21-49,-1 33-112,-15 27-144,-12 17-112,-17 10-47,-13-5-81,-21-1-80,-41-6-64,-21-5-1169,-24-10-2737,-24-22-4497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3:29.9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35 3650,'0'0'8206,"22"0"-7635,334-10 934,177-13 576,-512 22-2009,-11 1 136,-13-1 1433,-535 6-1708,191 5 115,336-9-43,14 0-20,20 2 4,189 2-329,-123-8-3971,-63 1-2193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7:13.9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404 170 7091,'0'0'5491,"-7"-24"-4040,-25-73-330,31 93-1041,0 1 1,0 0 0,-1 1 0,1-1 0,-1 0-1,0 0 1,1 1 0,-1-1 0,0 1 0,-1-1-1,1 1 1,0 0 0,-1 0 0,1 0 0,-6-3-1,5 4 13,0 0-1,-1 0 0,1 0 0,-1 1 0,1-1 1,0 1-1,-1 0 0,1 0 0,-5 1 0,-5-1 52,2 1-103,0 0 1,0 1-1,0 0 1,0 1-1,0 0 0,1 1 1,-1 0-1,1 0 1,0 1-1,0 1 1,-11 8-1,5-3-12,0 1 0,2 1 1,-1 0-1,2 1 0,-22 27 0,31-35-28,0 1 0,0-1 0,1 1-1,-1 0 1,1 0 0,1 0 0,-3 9 0,4-13-3,1 0 0,-1 0 1,1 0-1,0 0 1,-1 0-1,1 0 0,1 0 1,-1 0-1,0 0 0,1 0 1,-1 0-1,1 0 1,0 0-1,0-1 0,0 1 1,1 0-1,-1 0 0,0-1 1,1 1-1,0-1 1,2 4-1,7 2 11,0 0 0,0-1-1,1-1 1,-1 1 0,1-2 0,1 0 0,16 5-1,25 11 95,-35-11-100,-1 1 1,0 0-1,0 2 0,-1 0 0,-1 0 0,0 2 0,-1 0 0,-1 1 0,0 0 0,-1 1 0,-1 0 0,19 37 0,-27-45-9,-1 1 0,-1-1 0,1 1 0,-2 0 0,1 0 0,-1 0-1,-1 0 1,0 0 0,-2 15 0,2-25 6,0 3 6,0 0 0,-1 0 1,1 0-1,-1 0 0,0-1 0,0 1 1,0 0-1,0 0 0,0-1 0,0 1 0,-1-1 1,1 1-1,-1-1 0,0 1 0,-4 3 1,2-3 24,0 1 0,0-1 0,-1-1 1,1 1-1,-1 0 0,1-1 0,-1 0 1,-7 2-1,-4 0 141,0-1 1,-1 0-1,1-1 1,-30 0-1,30-2-27,7 1-98,0-1 0,0 0 0,0-1-1,0 0 1,0 0 0,0-1 0,1 0 0,-1 0 0,-9-5 0,3 0-181,0 0 0,1-1 0,-24-19 0,35 21-3403,11 1-1386,18 0-3556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7:14.2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183 0 7700,'0'0'8385,"-16"18"-7668,7-7-582,-6 4 81,1 2 0,0 0 1,2 1-1,0 0 0,1 1 1,-11 24-1,10-11 7,1 1 1,1 0-1,2 1 0,2 0 0,1 0 0,2 0 1,1 1-1,4 53 0,-1-77-201,0 0 1,2 0-1,-1 0 0,1 0 1,1-1-1,0 0 0,0 1 1,1-1-1,0-1 0,9 12 0,-10-15-164,0-1 1,0 0-1,0 0 0,1 0 0,0 0 0,0-1 0,0 0 0,0 0 0,1 0 0,-1-1 0,1 1 0,0-2 0,0 1 0,1-1 0,-1 1 0,0-2 0,1 1 0,7 0 0,-1-1-1431,-1 0-1,1-1 1,18-3 0,-1-7-3691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7:14.6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61 7139,'0'0'11771,"-2"-13"-10787,1 8-890,-7-29 180,5 25-159,1 20 37,4 141 579,-6 197 1662,1-323-10487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7:15.0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0 226 7171,'0'0'10613,"131"-108"-10181,-88 86-400,-6-2 112,-2 3-144,-6-1-480,-5 3-1457,-7 9-1792</inkml:trace>
  <inkml:trace contextRef="#ctx0" brushRef="#br0" timeOffset="1">88 154 2049,'0'0'14246,"40"106"-13445,-2-82-449,7 2-208,6-4-32,3-3-112,2-4-704,-3-6-1985,-5-4-2434,-10-5-2112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7:15.4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8708,'0'0'7972,"78"127"-6612,-52-50-415,-7 7-449,-3 5-176,-11 0-144,-5-9-96,-2-6 0,-28-13-64,-7-13-16,7-17-640,6-12-1617,16-14-2193</inkml:trace>
  <inkml:trace contextRef="#ctx0" brushRef="#br0" timeOffset="1">794 371 9188,'0'0'10453,"72"12"-9973,-34-12-368,-6 0-48,-6 0-64,1 0-896,-5 0-1521,-4 0-1633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7:15.7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5090,'0'0'11862,"45"12"-11254,11-12-320,19 0-288,19 0-1088,18 0-1778,24-3-2528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7:16.2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382 94 7059,'0'0'6630,"-30"-15"-5400,-103-48-499,125 60-666,0 0 0,-1 1 0,0-1 1,1 2-1,-1-1 0,0 1 0,0 1 0,0 0 1,1 0-1,-14 2 0,15-1-2,0 1-1,1 0 1,-1 1 0,0-1 0,1 1-1,-1 0 1,1 1 0,0 0 0,-11 8-1,14-9-55,0 1 0,0-1 0,0 1 0,0-1 0,1 1 0,-1 0 0,1 0 0,0 0 0,0 0-1,0 0 1,1 1 0,-2 6 0,2-7-12,0-1 0,1 1 0,-1-1 0,1 0-1,0 1 1,0-1 0,0 1 0,1-1 0,-1 1 0,1-1 0,0 0 0,0 1-1,0-1 1,0 0 0,1 0 0,-1 1 0,4 3 0,0-1 4,0-1 0,0 0 1,0-1-1,1 1 0,0-1 1,0 0-1,9 5 0,55 22 65,-43-20-8,13 7-14,-1 2 0,64 43 0,-87-52-44,0 2 1,-1 0-1,-1 0 1,0 1-1,-1 1 1,0 0-1,-1 1 1,14 25 0,-22-35-8,-1 1 1,-1-1-1,1 0 1,-1 1 0,3 13-1,-5-18 15,0 0 0,0 0 0,1-1 0,-1 1 0,0 0 0,0 0 0,-1 0 0,1 0 0,0-1 0,-1 1 0,1 0 0,-1 0 0,1-1 0,-1 1 0,0 0 0,0-1 0,0 1 0,0-1 0,0 1 0,0-1 0,0 1 0,0-1 0,-1 0 0,1 1 0,0-1 0,-1 0 0,-1 1 0,-8 3 179,0 0 0,0-1 0,-1-1 0,1 1 0,-1-2 0,0 0 0,-12 1 0,-89 0 785,88-3-883,-18 1 50,30 1-107,0-1-1,0-1 1,0 0-1,0-1 1,0-1 0,0 0-1,-24-7 1,36 9-56,-1-1 1,0 0-1,1 0 1,-1 1 0,1-1-1,-1 0 1,1-1-1,-1 1 1,1 0-1,0 0 1,-1 0 0,1-1-1,-1-1 1,1 2-78,1 1 1,0-1-1,0 0 1,0 1-1,0-1 1,0 1 0,0-1-1,-1 0 1,1 1-1,1-1 1,-1 0-1,0 1 1,0-1-1,0 1 1,0-1-1,0 0 1,0 1-1,1-1 1,-1 1-1,0-1 1,1 0-1,-1 1 1,0-1-1,1 1 1,0-1 0,2-2-564,1 0 0,-1 0 0,1 0 0,0 0 1,0 1-1,0 0 0,1 0 0,4-2 0,40-13-5574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7:16.5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237 1 7924,'0'0'10519,"-15"16"-10025,1-1-381,0 2 0,2 0-1,0 0 1,0 1 0,2 0 0,0 1 0,1 0 0,-6 21 0,-10 51 469,-18 124 0,8 99 15,24-164-252,14 224 1,2-325-311,2 1 0,2-1 0,18 55 1,-15-68-10,1-2 1,1 1 0,2-2 0,38 59 0,-44-78-55,0-1 1,1-1 0,0 1 0,23 18-1,-26-25-158,-1-1 0,1 1 0,0-2 0,0 1-1,1-1 1,0-1 0,-1 0 0,1 0 0,17 3-1,-15-4-537,1 0 0,-1-2-1,1 1 1,-1-1-1,21-3 1,-26 2 170,-1-1 1,1 1-1,-1-1 1,0 0-1,0 0 1,0-1-1,0 0 1,0 0-1,0 0 0,0 0 1,-1-1-1,0 1 1,6-7-1,32-45-6638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7:16.9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8612,'0'0'11013,"0"4"-10538,0 593 3132,0-597-3851,0 1-1,0-1 1,2 2-1466,-1-2 1465,-1 0 1,0 0 0,1 0 0,-1 0-1,0 0 1,1 1 0,-1-1-1,1 0 1,-1 0 0,0 0-1,1 0 1,-1 0 0,0 0-1,1 0 1,-1 0 0,0 0-1,1 0 1,-1-1 0,0 1 0,1 0-1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7:17.3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1 310 7331,'0'0'10893,"16"-21"-10330,54-70-205,-63 84-320,0 0-1,0 0 1,1 1 0,-1 0 0,1 1-1,0 0 1,1 0 0,14-5 0,2-2 14,4-4-69,2 1-82,-1-2 0,-1-1 0,42-34-1,-62 42-330</inkml:trace>
  <inkml:trace contextRef="#ctx0" brushRef="#br0" timeOffset="1">52 289 7716,'0'0'9412,"27"24"-8388,5-12-495,5 0-401,8 2-96,6 1-32,8-3-16,3-3-577,4-1-1920,-7-4-2673,-8 1-3394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7:17.7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4770,'0'0'11053,"9"6"-10228,2 0-639,-1-1 0,1 0 0,0-1 0,0 1 1,0-2-1,1 0 0,0 0 0,-1-1 1,14 0-1,290 3 1725,-197-6-1485,-59 1-299,0-2 0,113-20 0,-169 21-208,-2 1-6,0 1 1,0-1-1,-1 0 1,1 0-1,0-1 1,0 1-1,-1 0 1,1 0-1,0 0 1,-1 0-1,1-1 1,0 1-1,-1 0 1,1-1-1,0 1 1,-1 0-1,1-1 1,0 1-1,-1-1 1,1 1-1,-1-1 1,1 1-1,-1-1 1,1 0-1,-1 1 1,0-1-1,1 0 1,-1 1-1,0-1 1,1 0-1,-1 1 1,0-1-1,0-1 1,-21-3-10388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7:18.1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148 0 4034,'0'0'13257,"18"12"-12769,57 42-221,-71-51-262,0 1 0,0 0 0,-1 0 1,1 0-1,-1 1 0,0-1 0,0 1 1,0 0-1,-1 0 0,0 0 1,0 0-1,3 10 0,-3-3-1,-1-1 0,0 1-1,0 0 1,-2 12 0,1-3 15,0-11 2,-1 0 0,0 0 0,-1 0 0,0 0 0,0-1-1,-1 1 1,0-1 0,0 0 0,-1 0 0,-1 0 0,-5 9-1,3-7 69,-2 1-1,0-2 1,0 1-1,-1-1 1,0-1-1,-1 0 1,-14 11-1,8-10 223,1 0 0,-27 12 0,34-18 34,0-1-1,0 0 1,0 0 0,0-1-1,-1 0 1,1-1-1,-11 1 1780,26-2-1609,174-6-393,210-34-1,-340 32-1851,62-18 0,-84 17-1924,48-22 0,-15-3-4480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7:18.4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9780,'0'0'9381,"28"27"-8653,-10-10-611,4 3 26,-1 1 1,-1 0-1,-1 2 1,0 0-1,-2 1 1,-1 0-1,25 53 1,-21-22 76,-1 0 0,-4 1 0,-1 0 0,6 71 0,-10-28-41,-7 164 1,-5-228-162,-2 0-1,-1-1 1,-1 1 0,-3-1 0,-19 54-1,10-45-12,-2-1 0,-2 0 0,-45 63-1,-33 30-1159,79-99-1310,20-35 2264,1 0 1,0-1-1,-1 1 0,1-1 1,0 1-1,0 0 0,-1 0 1,1-1-1,0 1 0,0 0 1,0-1-1,0 1 0,0 0 1,0 0-1,0-1 0,0 1 1,0 0-1,0 0 0,1-1 1,-1 1-1,0 0 0,1 0 1,12 2-6812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7:18.8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67 8292,'0'0'11301,"8"-2"-11141,51 2 640,13 0-287,0 0-177,-2 0-128,-14 0-208,-13-10 0,-14 1-768,-13-3-1377,-13-3-1905,-3-4-2657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7:19.1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62 7700,'0'0'12165,"-27"-7"-12005,27 50-160,0 22 0,0 15 128,0 1 48,0 1-128,0-5-16,0-5-32,0-9-368,0-8-1665,24-9-1728,24-17-2834</inkml:trace>
  <inkml:trace contextRef="#ctx0" brushRef="#br0" timeOffset="1">1442 72 9877,'0'0'7176,"-26"-16"-5628,10 6-1354,7 3-115,0 1-1,-1 0 1,0 0 0,-1 2 0,1-1 0,-12-3-1,17 7-58,1 0-1,0 1 1,-1-1-1,1 1 1,0 0-1,-1 0 1,1 0-1,0 1 1,-1-1-1,1 1 1,0 0-1,0 0 1,0 1-1,0-1 1,0 1-1,0 0 1,0 0-1,0 0 1,1 1-1,-1-1 1,1 1-1,-1 0 1,-3 4-1,-7 8 24,1 1 0,0 0-1,1 1 1,1 0-1,1 1 1,0 1-1,1-1 1,1 1-1,1 1 1,1-1-1,0 1 1,2 0 0,0 1-1,1-1 1,1 1-1,1-1 1,1 1-1,4 30 1,-3-42-23,0 0 0,1 0 1,0 0-1,0-1 0,1 1 1,1 0-1,-1-1 0,1 0 1,1 0-1,-1 0 0,2-1 0,-1 1 1,1-1-1,0 0 0,0-1 1,0 1-1,1-1 0,0-1 1,13 9-1,-6-6 29,0-1 1,1 0-1,0-1 1,0-1-1,1 0 0,-1-1 1,1-1-1,0 0 1,0-1-1,21-1 1,-4 0-17,-2 1 68,47-5 0,-69 2-123,-1 0 0,0-1 0,0 0 0,0 0 0,0-1 0,0 0 1,0 0-1,-1-1 0,1 0 0,11-8 0,-13 6-932,-8 3-959,-13 2-2273,12 1 3836,-40 0-7283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7:25.4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32 5298,'0'0'12886,"0"-17"-11973,32 12-817,19 3-32,13-3-64,-3 3-16,-2 2-1473,-19 0-2161,-21 2-2865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7:25.7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 1169,'0'0'16215,"203"0"-15879,-128 0-192,3 0-144,-4 0-2385,-1-5-1601,2-4-3921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7:26.2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42 5394,'0'0'11739,"1"-9"-10672,-1-1-883,1-13 284,0 45-226,-14 659 3314,10-471-4420,3-211 459,1 1 0,0 0 0,-1-1-1,1 1 1,-1-1 0,1 1 0,0 0 0,-1-1 0,1 1 0,-1-1-1,1 1 1,-1-1 0,0 0 0,1 1 0,-1-1 0,0 0 0,1 1-1,-1-1 1,0 1 0,1-2 0,-1-20-6950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7:26.5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1 476 9636,'0'0'8716,"28"-25"-7718,97-81-358,-68 63-314,84-50 0,-105 72-293,-1-1-1,0-3 1,56-52-1,-81 68-26,-7 7-6,0-1-1,0 1 1,0-1 0,-1 0 0,1 1 0,-1-1-1,0 0 1,1-1 0,-2 1 0,1 0 0,0-1 0,0 1-1,-1-1 1,0 1 0,1-6 0,-8 10-3250,1 1 2326,0 1-1,1 0 1,-1 0-1,1 1 1,-1-1-1,1 1 1,0 0 0,1 0-1,-7 8 1,8-9 487,-34 39-6206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7:26.9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17 6147,'0'0'11306,"-3"-5"-10679,-2-6-407,11 15-12,25 29 223,-7-7-46,6 3-157,2-1 0,1-1 0,1-2 0,1-1 1,72 35-1,-35-26-579,1-4 1,95 25-1,-62-22-5774,-71-20-508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7:27.4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8 368,'0'0'14954,"0"-6"-14093,0 4-922,0 8 149,0 308 2473,0-289-2458,2 0 0,7 42 0,-6-55-119,0 1-1,1-1 0,0 0 0,1 1 1,0-2-1,14 23 0,-17-32-195,0 1 0,0-1 0,0 0 0,1 1 0,-1-1 0,0 0 0,1-1 0,0 1 0,-1 0 0,1-1 0,0 0 0,0 1 0,0-1 0,0 0 0,0 0 0,0-1 0,4 1 0,2 0-1394,1 0 0,-1-1 1,1 0-1,13-3 0,14-5-5016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7:27.8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120 130 4082,'0'0'8510,"-19"19"-7418,-60 64-204,77-81-841,0 1 0,0-1 0,0 1-1,0-1 1,0 1 0,1 0 0,-1 0 0,1 0 0,0 0 0,0 0-1,0 0 1,0 0 0,1 0 0,-1 0 0,1 1 0,0-1 0,-1 0-1,2 0 1,-1 0 0,0 1 0,2 4 0,-1-5-10,1 1 0,-1-1-1,1 0 1,0 0 0,0 0 0,0 0 0,1 0 0,-1-1 0,1 1 0,0-1 0,-1 0 0,1 1-1,3 1 1,5 2 35,0-1 1,0 0-1,0 0 0,0-1 0,1 0 0,-1-1 0,1 0 0,21 1 0,10-1 45,48-2-1,-44-2 11,-34 1-100,1 0 0,-1-1 0,0-1 0,19-4 0,-29 5 14,1 0 0,-1 0 1,0 0-1,0 0 0,0-1 0,0 0 0,0 1 0,0-1 0,0 0 0,0 0 0,-1-1 0,1 1 0,-1 0 1,0-1-1,0 0 0,1 1 0,-2-1 0,1 0 0,0 0 0,-1 0 0,1 0 0,1-6 0,-1 1 51,0 0 1,-1 0-1,0 0 0,0 0 0,-1 0 0,0 0 0,-1 0 0,1-1 0,-1 1 0,-1 0 1,0 0-1,0 0 0,0 1 0,-1-1 0,0 0 0,-1 1 0,0 0 0,-5-8 0,-5-4-50,-1 1 0,0 1-1,-2 0 1,0 2-1,-28-22 1,38 32-69,0 1 0,0-1 0,0 1 0,0 0 0,-1 1 1,0 0-1,1 0 0,-1 1 0,0 0 0,-1 0 0,1 1 0,0 0 0,0 0 1,0 1-1,-1 0 0,1 0 0,0 1 0,0 0 0,-9 3 0,11-2-170,0 1 0,0 0-1,1 0 1,-1 1 0,1-1-1,0 1 1,0 0 0,0 1-1,0-1 1,1 1 0,-6 7-1,0 2-975,1 0-1,0 0 1,-8 20-1,-4 21-4871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7:28.4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333 163 6915,'0'0'1636,"-9"-24"775,1 0-1728,-1 0 0,-16-27 0,23 48-596,0 0-1,1 0 0,-2 1 1,1-1-1,0 1 1,0 0-1,-1-1 1,1 1-1,-1 0 0,0 0 1,0 1-1,0-1 1,0 1-1,0-1 0,-4 0 1,1 0 84,0 1-1,0 0 1,0 1 0,-1 0 0,-8 0 0,1 1 68,6-1-137,-1 0 0,1 0 1,0 1-1,0 1 0,0 0 1,0 0-1,0 0 0,1 1 1,-1 0-1,-11 7 0,13-7-62,1 1 0,0 0 0,1 0 0,-1 0 0,1 1-1,-1 0 1,1-1 0,1 1 0,-1 1 0,1-1 0,0 1 0,0-1 0,0 1-1,-2 9 1,2-6-17,1 0 0,0 0-1,0-1 1,1 1 0,0 1-1,1-1 1,1 16 0,0-20-21,-1-1 0,1 1 0,0-1 0,1 0-1,-1 1 1,1-1 0,-1 0 0,1 0 0,1 0 0,-1 0 0,0-1 0,1 1 0,0 0 0,0-1 0,0 0 0,0 0-1,5 4 1,1-1-7,1-1 0,-1 1 0,1-2 0,0 1 0,0-1 0,0-1 0,1 0 0,0-1 0,11 2 0,11-1 47,54-1 0,-55-2-4,-31 0-25,1 0-1,-1-1 1,1 1-1,-1 0 1,1 0-1,-1-1 1,1 1-1,-1-1 0,0 1 1,1-1-1,-1 0 1,0 1-1,1-1 1,-1 0-1,0 0 1,0 0-1,0 0 1,0 0-1,0 0 0,0 0 1,0-1-1,0 1 1,0 0-1,-1 0 1,1-1-1,0 1 1,-1 0-1,1-1 1,-1 1-1,1-1 0,-1 1 1,0-4-1,2-5 88,-2 0 0,1 0 0,-3-20-1,1 8 199,1-16 1332,0 37-1025,0 13-293,0 792 1036,0-783-1308,1-6-7,-1-1 0,0 1 1,-2 0-1,0-1 1,-4 18-1,5-28-22,0-1 0,0 0-1,-1 1 1,1-1 0,-1 0 0,0 0 0,0 0 0,0 0 0,0-1-1,0 1 1,-1-1 0,1 1 0,-1-1 0,0 0 0,0 0 0,1 0-1,-1 0 1,-1 0 0,1-1 0,0 1 0,0-1 0,0 0 0,-1 0 0,1 0-1,-1 0 1,1-1 0,-5 1 0,-2 0 18,1 0 1,-1-1-1,0 0 0,1-1 1,-1 0-1,1-1 0,-1 0 1,1 0-1,-1-1 0,1 0 1,0 0-1,1-1 0,-1 0 1,0-1-1,1 0 1,0 0-1,0-1 0,1 0 1,0-1-1,0 1 0,0-1 1,1 0-1,-1-1 0,2 0 1,-9-15-1,7 10-26,1-1 0,1-1 0,0 1 1,1-1-1,1 1 0,0-1 0,1 0 0,1-1 0,0 1 1,1-18-1,0 25-23,1 0 0,-1 0 0,1 0 1,1 0-1,-1 1 0,1-1 1,1 0-1,-1 1 0,1-1 0,7-10 1,-4 9-107,0 1 0,0 0 0,1 0 0,0 1 0,0-1 0,1 2 0,0-1 1,10-5-1,5-3-687,1 2 0,1 0 1,42-15-1,84-17-5914,-41 18-1013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7:28.8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5763,'0'0'10276,"0"2"-10148,0 34 321,0 10 127,0 4-176,3 6-320,-1 4-80,1 10-32,5 7-2481,3 2-2337,7 3-3042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7:29.3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 4786,'0'0'9914,"22"-3"-9431,-5-1-387,-8 2-56,-1 0 1,1 0-1,0 0 1,1 2-1,-1-1 0,0 1 1,0 0-1,0 1 1,0 0-1,0 0 0,0 1 1,0 0-1,17 7 1,-11-1-10,0 0 1,0 1 0,-1 1 0,0 1 0,13 12 0,-21-18-24,-1 0 0,0 1-1,0-1 1,-1 1 0,1 0 0,-1 0 0,-1 1 0,1-1 0,-1 1 0,0 0 0,0 0-1,-1 0 1,0 0 0,1 10 0,-2-13 2,-1 0 0,0 0 0,1 0-1,-2 0 1,1 0 0,0-1 0,-1 1 0,0 0-1,0 0 1,0 0 0,0 0 0,-3 5 0,2-6 30,0 0 0,-1-1 0,1 1 0,-1-1 0,1 0 0,-1 0 0,0 0 0,0 0 0,0 0 0,0-1 0,0 1 0,0-1 0,-1 0 0,-5 1 0,-12 3 679,1-1-1,-1-1 0,0-1 0,-31 0 0,55 0 1512,10 0-2037,87-2-114,107-14-1,-40-7-2092,-62 9-3453,-46 4-2229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7:31.3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397 248 4322,'0'0'2321,"1"-22"-11,4-75 108,-5 92-2264,0 1 0,1-1 0,-2 0 0,1 1 0,-1-1 0,1 0 0,-1 1 0,0-1 0,-1 1 0,1 0 0,-1-1 1,0 1-1,0 0 0,-1 0 0,1 0 0,-1 0 0,1 0 0,-1 1 0,-1-1 0,1 1 0,0 0 0,-1 0 0,1 0 0,-1 0 1,0 1-1,0-1 0,-8-2 0,-2 0 57,1 2-1,-1-1 1,-1 2 0,1 0-1,0 1 1,-27 1 0,33-1-181,0 2 1,-1-1-1,1 1 1,0 0-1,0 1 0,0 0 1,0 0-1,0 1 1,1 0-1,-1 0 1,1 1-1,-1 0 1,1 0-1,1 0 0,-1 1 1,1 0-1,-1 1 1,1 0-1,1 0 1,-1 0-1,-6 10 0,6-5-24,-1 0-1,2 0 0,-1 1 0,2 0 0,0 0 0,0 0 0,1 0 1,0 1-1,1-1 0,1 1 0,0 0 0,1 21 0,0-28-9,0 1 0,0-1 0,1 0 0,0 0 0,0 0 0,0 0 0,1 0 0,0 0 0,0 0 0,0 0 0,1-1 0,0 1-1,0-1 1,0 1 0,1-1 0,-1 0 0,1-1 0,1 1 0,-1-1 0,1 1 0,-1-1 0,1-1 0,0 1 0,9 4 0,-4-2 0,1-1 0,-1-1 0,1 1 0,0-2 0,1 1 0,21 2 0,-8-3 55,1-1 0,28-2 0,-50-1-37,-1 1-1,1-1 0,0 1 1,0-1-1,-1-1 1,1 1-1,-1 0 0,1-1 1,-1 0-1,1 1 1,-1-1-1,0-1 0,0 1 1,0 0-1,0-1 0,0 0 1,-1 1-1,1-1 1,-1 0-1,0 0 0,0-1 1,0 1-1,0 0 1,0-1-1,-1 1 0,2-6 1,4-11 148,-2 1 0,0-1-1,3-38 1,-4 24 425,-3 26-421,1 1 543,-2 16-318,0-2-502,-1 17 76,1 0 43,4 41-1,-3-57-2,1 0 0,0 1-1,1-1 1,-1 0 0,2 0 0,-1 0 0,1 0 0,7 11 0,-5-12-70,0 1 1,0-1 0,0-1-1,1 1 1,0-1 0,0-1-1,1 1 1,0-1 0,0 0-1,0-1 1,0 0 0,1 0-1,-1-1 1,1 0 0,10 2-1,8 0-1616,2-1-1,-1-1 1,46-1-1,-12-2-4054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7:31.7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 6867,'0'0'10725,"30"-5"-10565,7 1 64,6-1-224,-3 2-688,0 1-1985,-5 2-2017,-11 0-2434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7:32.1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0 527 6771,'0'0'9893,"110"10"-9157,-54-10-592,6 0-144,2 0-944,3-7-2850,-3-8-1985</inkml:trace>
  <inkml:trace contextRef="#ctx0" brushRef="#br0" timeOffset="1">1027 0 8644,'0'0'11173,"-51"51"-10405,46 2 225,-1 7-449,4-2-144,-1-3-240,3-2-48,0-3-112,0-1-832,0 6-2001,-3-5-2882,-15 3-7411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7:21.7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31 1393,'0'0'8158,"1"-5"-6285,1-4-2293,1-7 6100,-1 32-2576,3 461-1263,-5-255-1084,0-221-661,0-1-112,0-1-1,0 1 0,0 0 0,0 0 1,0 0-1,0 0 0,0 0 1,0 0-1,0 0 0,0 0 1,0 0-1,0 0 0,0-1 0,0 1 1,0 0-1,0 0 0,0 0 1,0 0-1,0 0 0,0 0 0,0 0 1,0 0-1,0 0 0,0 0 1,0-1-1,0 1 0,0 0 1,0 0-1,0 0 0,0 0 0,1 0 1,-1 0-1,0 0 0,0 0 1,0 0-1,0 0 0,0 0 1,0 0-1,0 0 0,0 0 0,0 0 1,0 0-1,0-1 0,0 1 1,1 0-1,-1 0 0,0 0 0,0 0 1,0 0-1,0 0 0,0 0 1,0 0-1,0 0 0,0 0 1,0 0-1,0 0 0,1 0 0,-1 0 1,0 1-1,0-1 0,0 0 1,0 0-1,0 0 0,0 0 0,1-29-4353,2 8-2259,1 4-791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7:22.1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0 320 1953,'0'0'12288,"3"-8"-9172,5-1-2708,1 0-1,0 1 1,0 0-1,1 1 0,20-13 1,-2 2-244,52-36 126,-32 24 131,67-58 0,-112 85-401,0 1 1,0-1 0,0 0-1,-1 0 1,1-1 0,-1 1-1,0 0 1,0-1 0,0 1-1,0-1 1,-1 0 0,1 0-1,-1 1 1,0-1 0,1-7-1,-3 33-7348,-7 10 2526,-13 8-510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7:22.4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28 4786,'0'0'11630,"-5"-5"-10331,-14-14-515,19 16 247,7 2-785,7 2-90,0 2 53,0 1 1,0 0 0,-1 1 0,1 1-1,14 9 1,65 41 330,-80-47-460,46 34-3,-1 3-1,64 66 1,-32-28-307,-86-80-242,0-1-1,0 0 1,0 0-1,1 0 1,0 0 0,-1-1-1,1 1 1,0-1 0,0-1-1,0 1 1,0-1-1,1 1 1,-1-2 0,0 1-1,6 0 1,28 0-5744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7:22.8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77 5218,'0'0'10605,"-1"-15"-9052,-3-46-443,-2 165-358,4-67-492,0 243 854,2-273-1115,0 1 1,1-1-1,1 0 0,-1 1 0,1-1 1,1 0-1,-1 0 0,1 0 0,0-1 1,0 1-1,6 7 0,-7-11-328,1 0 1,0 0-1,0 0 0,0 0 1,0 0-1,1 0 0,-1-1 0,7 4 1,-6-4-698,0-1-1,0 1 1,1-1 0,-1 1 0,1-1 0,-1-1 0,1 1-1,8 0 1,11-1-5862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7:23.2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73 189 5795,'0'0'7478,"-12"11"-6419,-2 4-608,-18 22 0,30-35-405,1 0 0,-1 0-1,1 1 1,0-1 0,-1 0 0,1 1 0,0-1 0,0 0 0,1 1 0,-1-1 0,1 1 0,-1 0 0,1-1 0,0 1 0,-1-1 0,2 1 0,-1 0-1,0-1 1,0 1 0,1-1 0,-1 1 0,1-1 0,0 1 0,0-1 0,0 1 0,0-1 0,0 0 0,0 1 0,1-1 0,-1 0 0,1 0 0,0 0-1,3 3 1,1 0 10,1 1-1,0-1 0,0-1 1,0 0-1,0 0 0,1 0 1,-1-1-1,12 4 0,5-2-1,1-1-1,0-1 1,0-1 0,0-1-1,33-3 1,-31 1-29,-20 1-6,-1 0-1,1-1 1,0 0-1,0 0 1,0-1-1,-1 0 1,1 0-1,-1 0 1,1-1 0,-1 0-1,0 0 1,0-1-1,7-5 1,-9 5 49,1 0 1,-1 0-1,0-1 1,-1 0-1,1 0 1,-1 0-1,0 0 1,0 0-1,0 0 1,-1-1-1,0 1 0,0-1 1,0 0-1,-1 0 1,2-10-1,-1 0 148,-1 0-1,0 0 1,-1 0-1,-3-24 1,2 33-176,0 1 0,-1 0 1,0-1-1,0 1 0,0 0 0,-1 0 0,0 0 1,0 0-1,-1 0 0,1 1 0,-1-1 1,-1 1-1,-5-6 0,2 4-11,0 0 0,-1 0 0,1 1 0,-1 1 1,0-1-1,-1 2 0,1-1 0,-1 1 0,0 0 0,-12-2 0,1 2-55,-1 1 0,1 1 0,0 1 0,-23 1 0,40 0-79,-1 1 1,0-1 0,1 1 0,-1 0 0,1 0 0,-1 0 0,1 0 0,-1 1 0,1 0 0,0 0 0,-1 0-1,1 0 1,0 1 0,1-1 0,-6 6 0,6-5-309,0 1-1,0-1 1,0 1 0,1 0 0,0 0-1,-1 0 1,2 0 0,-1 1-1,0-1 1,1 0 0,0 1-1,0-1 1,0 1 0,0-1-1,1 9 1,-1-7-669,1 1 0,1-1 0,-1 0 0,2 8 0,14 25-5495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7:23.8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295 172 5715,'0'0'4946,"-5"-24"-2593,-2-7-1526,-13-37 0,19 65-760,-1 1 0,1-1 0,0 0 0,-1 1-1,1-1 1,-1 1 0,0 0 0,0-1 0,0 1 0,0 0 0,0 0 0,-1 0-1,1 0 1,-1 1 0,1-1 0,-1 1 0,1-1 0,-1 1 0,0 0-1,0 0 1,0 0 0,0 0 0,1 1 0,-1-1 0,0 1 0,0 0 0,-5 0-1,0-1 82,-4 0-5,1 0 0,0 0 1,0 1-1,-1 1 0,1 0 0,0 0 1,0 1-1,-16 5 0,23-6-128,0 1 1,1 0-1,-1 0 0,0 0 0,0 0 0,1 1 0,-1-1 0,1 1 0,0 0 0,0 0 1,0 0-1,0 1 0,0-1 0,1 1 0,0-1 0,-1 1 0,1 0 0,1 0 0,-1 0 1,0 0-1,1 0 0,0 0 0,0 0 0,-1 8 0,2-7-9,-1 1-1,1 0 1,-1 0 0,2 0-1,-1 0 1,1-1 0,-1 1-1,4 10 1,-2-12-6,-1-1 0,1 0 0,0 0 1,-1 0-1,1 0 0,1 0 0,-1 0 0,0-1 0,1 1 1,-1-1-1,1 0 0,0 1 0,0-1 0,0 0 0,5 2 0,2 1 2,0-1 0,1-1 0,-1 1 0,1-2-1,-1 1 1,16 0 0,66 0 143,-80-3-108,-9 0-23,-1 0 0,1-1-1,-1 1 1,0-1-1,0 0 1,1 0 0,-1 0-1,0 0 1,0 0 0,0 0-1,0-1 1,0 1 0,0-1-1,0 1 1,-1-1 0,1 0-1,-1 0 1,1 0 0,-1 0-1,1 0 1,-1 0 0,2-4-1,3-6 307,-1-1-1,8-23 0,-9 24 85,1-3 28,-3 12-244,-1 0-1,0 0 1,0 0 0,0 0 0,0-1 0,0-5 0,4 129 559,35 214 0,-24-245-583,9 180 0,-25-263-146,0-1-1,0 1 1,-1 0-1,1-1 1,-1 1 0,-3 10-1,3-14-8,0-1-1,0 1 1,0 0-1,0-1 1,0 1-1,-1-1 1,1 0 0,0 1-1,-1-1 1,1 0-1,-1 0 1,1 1-1,-1-1 1,0-1-1,1 1 1,-1 0 0,0 0-1,0-1 1,1 1-1,-1-1 1,0 1-1,0-1 1,-3 1-1,-8 0 28,-1 0 0,0 0 0,1-2-1,-1 1 1,0-2 0,1 0-1,-1 0 1,1-2 0,0 1 0,0-2-1,-20-8 1,25 9-33,0-1 0,0 0 0,0 0 1,1 0-1,0-1 0,0 0 0,0-1 0,1 1 0,-1-1 0,2-1 1,-1 1-1,1-1 0,0 0 0,1 0 0,0 0 0,0-1 0,1 1 0,-3-11 1,3 8-57,1 0 0,0 0 0,1 0 0,0-1 0,1 1 0,0 0 0,1-1 0,3-18 0,-2 22-78,0-1 1,1 1-1,0 1 1,1-1-1,0 0 0,0 1 1,0-1-1,1 1 1,0 1-1,0-1 0,1 1 1,7-7-1,4-1-580,0 0 0,0 2 0,2 0 0,35-16-1,85-27-5808,-42 25-500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7:24.3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329 251 1008,'0'0'4469,"5"-26"-2089,14-83-83,-18 104-2100,0 0 1,-1 1-1,1-1 0,-1 0 1,0 0-1,-1 0 0,1 0 1,-1 1-1,0-1 0,0 0 1,-1 0-1,-1-4 0,1 6-91,1 0 0,-1 1 0,0-1 0,0 1-1,0-1 1,0 1 0,-1 0 0,1 0 0,-1-1-1,1 2 1,-1-1 0,1 0 0,-1 1 0,-3-2-1,-5-1 70,0 1-1,0 1 1,0-1 0,-1 2-1,1 0 1,-1 0-1,-15 2 1,20-1-113,-1 0-22,1 0 1,0 1-1,-1 0 1,1 0 0,0 1-1,-1 0 1,1 1 0,0-1-1,0 1 1,1 0-1,-1 1 1,1 0 0,-1 0-1,1 0 1,1 1 0,-1 0-1,0 0 1,1 0-1,0 1 1,1 0 0,-7 9-1,5-5-26,-1 1 0,1 0 0,1 0 0,0 0-1,1 1 1,0-1 0,1 1 0,0 0 0,1 1-1,0-1 1,1 0 0,0 1 0,1-1 0,0 0-1,1 1 1,3 12 0,-3-20-9,1 0 0,0 1 0,0-1-1,0 0 1,1-1 0,0 1 0,0 0 0,0-1 0,1 1-1,-1-1 1,1 0 0,0 0 0,0-1 0,0 1 0,1-1-1,-1 0 1,1 0 0,0 0 0,0-1 0,0 1 0,0-1-1,10 2 1,4 2 26,0-2 0,0-1 0,1 0 0,-1-1-1,23-1 1,-38-1-19,-1 0 1,1 0-1,0 0 0,0-1 0,0 0 0,0 1 0,0-1 1,0-1-1,-1 1 0,1 0 0,0-1 0,5-3 0,-6 2 13,-1 1 0,1-1 0,-1 1 1,0-1-1,0 0 0,0 0 0,0 0 0,0 0 0,-1 0 0,1 0 0,-1 0 0,0-1 0,0 1 0,1-6 0,4-26 577,-2 1 0,-1-1 1,-2-40-1,0 90-612,0 0 1,0 0 0,2-1-1,0 1 1,0-1-1,2 1 1,0-1 0,0-1-1,11 21 1,-5-16-839,25 34 0,21 12-4320,-17-25-803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7:24.9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4930,'0'0'10466,"0"4"-10212,0 27 217,3 101 1156,-1-111-1439,1 0 0,1 0 0,0 0 0,10 25 1,-14-45-176,0 0 1,1 0 0,-1 0 0,1 0 0,-1 0 0,1 0 0,-1-1-1,1 1 1,-1 0 0,1 0 0,0 0 0,-1-1 0,1 1 0,0 0 0,0-1-1,-1 1 1,1-1 0,0 1 0,0-1 0,0 1 0,0-1 0,0 0 0,0 1-1,0-1 1,0 0 0,0 0 0,0 1 0,0-1 0,0 0 0,0 0-1,0 0 1,0-1 0,0 1 0,0 0 0,0 0 0,0 0 0,0-1 0,0 1-1,0 0 1,1-2 0,4-1 105,1 0-1,-1-1 1,0 0 0,8-7-1,-8 7-119,6-6 5,1 1-1,1 1 1,0 0-1,0 1 1,0 1-1,1 0 1,0 0-1,0 2 1,0 0-1,1 1 1,-1 0-1,1 1 1,0 1-1,0 1 1,20 1-1,-34-1-12,0 1 0,0-1 0,0 1 0,0-1 0,0 1 0,0 0 0,0 0 0,0 0 0,0 0 0,0 0 0,-1 0 0,1 1 0,0-1 0,-1 0 0,1 1 0,-1-1 0,0 1 0,1 0 0,-1-1 0,0 1 0,0 0 0,0 0-1,0 0 1,-1 0 0,1 0 0,1 3 0,0 5-50,-1 0 0,0-1 0,0 1-1,-1 14 1,0-15 12,0 0 41,-1-1 0,0 1 0,0 0 0,-1 0 0,0 0 0,-1 0-1,0-1 1,0 0 0,-1 1 0,0-1 0,0 0 0,-10 12 0,11-15 14,-2 0 0,1 0 0,-1 0 0,0-1 0,0 0 0,0 0 0,0 0 0,-1 0 0,1-1-1,-1 0 1,0 0 0,0-1 0,0 0 0,-1 0 0,1 0 0,0 0 0,-1-1 0,-8 0 0,8 0 26,-1-1-1,1 0 1,0-1 0,0 1-1,-11-4 1,15 3-25,0 0-1,0 0 1,0-1 0,0 1-1,0-1 1,0 0 0,0 0-1,1 0 1,-1 0-1,1 0 1,0-1 0,-1 1-1,-2-6 1,-2-2-177,0 0 0,-9-20 0,6-7-4907,9 18-1039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7:32.8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 4594,'0'0'9965,"0"7"-9792,-9 220 2143,5-86-1592,4-103-389,21-41 70,30-27 11,-36 21-398,0 0 0,22-9 0,-19 12-24,0 1 1,0 0-1,0 1 0,0 1 1,1 1-1,-1 0 1,1 2-1,27 1 0,-40 0-11,0 0 0,0 1 0,-1 0 0,1 0 0,0 0 0,-1 0 0,1 1 0,-1 0-1,0 0 1,0 1 0,0-1 0,0 1 0,0 0 0,-1 0 0,0 1 0,0-1 0,0 1-1,-1 0 1,1 0 0,-1 0 0,4 10 0,0-2-49,-2 1 0,0 0 0,0 0 0,-1 0 0,-1 0 0,-1 1 0,2 27 0,-3-28 57,0 1 5,-1-1 0,-3 19 0,3-29 5,-1 0 0,0 1 0,0-1 0,-1 0-1,1 0 1,-1 0 0,0 0 0,0 0 0,-1 0 0,1-1-1,-5 7 1,-1-3 15,1-1-1,-1 1 1,-1-1-1,1-1 1,-1 1-1,0-1 1,0-1-1,-1 0 1,1 0-1,-1-1 0,0 0 1,0-1-1,-12 2 1,-6-1 33,0 0 0,0-2 1,-44-4-1,64 2-15,0-1 0,0 0 0,0 0 1,1-1-1,-1 0 0,1 0 0,-1 0 0,1-1 0,0 0 1,-12-11-1,15 12-173,0 0 1,0 0-1,0-1 0,0 1 1,1-1-1,0 0 1,0-1-1,0 1 1,0 0-1,1-1 0,-1 1 1,1-1-1,0 0 1,1 0-1,-1 0 0,1 0 1,0 0-1,0-6 1,4-5-3491,12 1-2368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7:33.2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7043,'0'0'10613,"16"0"-10421,13 0-192,9 0-48,7 0-1200,0 0-1538,1 0-1312,-14 0-1856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7:33.5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66 720,'0'0'15143,"83"0"-14310,-27 0-753,11-15-80,3 1-2065,-3-3-2369,-6-2-2658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7:33.9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48 4994,'0'0'9527,"22"-11"-8750,-5 3-640,0 0 0,1 1 1,23-6-1,-38 13-120,-1 0-1,0 0 1,1 0-1,-1 0 0,0 0 1,0 0-1,1 1 1,-1-1-1,0 1 1,0-1-1,1 1 1,-1 0-1,0 0 0,0 0 1,0 0-1,0 0 1,0 0-1,0 1 1,0-1-1,-1 1 0,4 2 1,-1 2 48,0-1 1,0 1-1,0 0 1,5 13-1,-6-13-7,3 5 29,-1 1-1,-1 0 1,0 0-1,-1 0 1,0 0-1,-1 1 1,0-1-1,-1 1 1,-1 0-1,0-1 1,-3 24-1,3-33-53,-1 0 0,0 1 0,0-1-1,0 0 1,-1 0 0,1 0 0,-1 0 0,1 0 0,-1-1 0,0 1-1,0 0 1,0-1 0,-1 1 0,-2 2 0,-1-1 63,0 1 1,0-1-1,0-1 0,-1 1 1,0-1-1,-7 3 0,-8 1 319,0-1-1,0-1 1,-25 3-1,5-5 2580,55-3-2743,35 1-13,0-3 0,0-1 0,67-15 0,62-35-1799,-154 51-3034,-18 2 1768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7:40.5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18 8452,'0'0'11365,"-5"0"-10949,7 0-96,22 0-240,16 0-32,19 0-48,16-8-80,8 1-1440,-3 5-1634,-13 2-1216,-27 0-1745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7:40.9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 7443,'0'0'10757,"99"0"-10453,-22 0-304,17-3-624,2 1-3154,-11 2-4401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7:41.6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66 5699,'0'0'10861,"0"-14"-9690,0-27-723,0 30-311,0 29-26,-1 133 1160,3 180 620,0-304-1758,11 46 1,-3-22-116,-8-38-2041,-2-23-3890,-1-13 1795,3-18-2340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7:42.0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391 1 7123,'0'0'9301,"-15"15"-8453,2-2-643,-20 22 491,-34 44 1,34-35 237,-2-2-1,-70 67 1,68-82-764,35-25-53,0-1 1,0 0-1,-1 0 1,1 0-1,0 0 1,0 0-1,-1 0 1,1-1-1,-1 1 0,1-1 1,0 1-1,-1-1 1,1 0-1,-1 0 1,-3 0-1,5-1-85,1 1 1,-1-1-1,0 1 0,1-1 0,-1 1 1,1-1-1,-1 0 0,1 1 0,-1-1 1,1 0-1,-1 1 0,1-1 0,-1 0 1,1 1-1,0-1 0,0 0 0,-1 0 0,1 0 1,0 1-1,0-1 0,0-1 0,-2-20 494,21 23-592,5 6 75,0 2 1,-1 0-1,0 1 1,0 2 0,22 14-1,-7-4 3,192 96-217,-113-69-2963,5-11-5662,-64-24-1108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7:43.1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34 2209,'0'0'5824,"-2"-5"-5072,-3-18-202,4 18 675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7:44.2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32 464,'0'-4'9286,"-3"-21"-2591,12 23-14235,-6 2 6249,10 0-2609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7:45.2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217 38 2785,'0'0'6515,"-3"-5"-5728,2 3-754,0 0 56,-1 1 0,1-1-1,0 0 1,-1 0 0,1 1-1,-1-1 1,1 1-1,-1 0 1,0-1 0,1 1-1,-1 0 1,0 0 0,0 0-1,0 0 1,0 0-1,0 1 1,0-1 0,0 0-1,0 1 1,-5-1-1,-5-1 3263,-9-1-1937,18 3-1416,0 0-1,1-1 1,-1 1-1,0 0 1,0 1-1,0-1 1,0 0-1,1 1 1,-1 0-1,0-1 1,0 1 0,1 0-1,-1 0 1,1 1-1,-1-1 1,1 0-1,-1 1 1,1 0-1,0-1 1,0 1-1,0 0 1,0 0-1,0 0 1,0 1-1,0-1 1,1 0-1,-1 1 1,-1 2-1,-4 9-5,0 1 0,0 0 0,2 0 0,0 0-1,0 0 1,-3 30 0,3-5 35,0 62 1,5-100-30,1 0 1,-1 1-1,0-1 0,1 0 1,0 0-1,-1 0 1,1 0-1,0 0 1,0 0-1,0 0 1,0 0-1,0 0 0,1 0 1,-1 0-1,0-1 1,1 1-1,0-1 1,-1 1-1,1-1 1,0 1-1,0-1 0,0 0 1,0 0-1,0 0 1,0 0-1,0 0 1,0 0-1,0-1 1,0 1-1,0-1 1,3 1-1,9 2 48,1-2 1,0 1-1,24-2 1,-19 0 19,15 1 46,113-2 54,-146 0-136,0 1 1,0 0-1,1-1 1,-1 0-1,0 1 1,0-1-1,-1 0 1,1 0-1,0 0 1,0 0-1,0-1 1,-1 1-1,1 0 1,0-1-1,-1 1 0,1-1 1,-1 1-1,0-1 1,0 0-1,1 0 1,-1 0-1,0 1 1,0-1-1,-1 0 1,1 0-1,0 0 1,-1-1-1,1 1 1,-1 0-1,1-2 1,0-10 291,0 1 0,0-1 0,-3-23 1,1 17-321,0 12 32,0-1 0,0 1 0,-1 0 0,0 0 0,0 0 0,-1 0 0,0 0 0,-1 1 1,1-1-1,-1 1 0,-9-12 0,9 14-44,0 0 1,0 0-1,-1 0 1,1 1-1,-1 0 1,0 0-1,-1 0 1,1 0 0,0 1-1,-1 0 1,0 0-1,0 1 1,0-1-1,0 1 1,0 1-1,-7-2 1,1 2-573,0 0 0,0 1 0,-1 1 1,1 0-1,0 1 0,0 0 0,0 0 0,0 2 1,0-1-1,1 1 0,-1 1 0,1 0 0,-11 8 1,-56 27-7260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7:49.1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424 104 3410,'0'0'10580,"-14"-17"-9563,0 1-756,0 0 1,-26-21-1,37 35-229,0 0 0,0 0 0,0 0 1,-1 1-1,1-1 0,-1 1 0,1 0 0,-1 0 0,1 0 0,-1 0 0,0 1 0,1-1 0,-1 1 0,0 0 0,1 0 1,-7 1-1,2 1 21,0 0 1,1 0-1,-1 1 1,1 0 0,-11 6-1,3-1-4,0 2 0,1 0 0,0 0-1,1 1 1,0 1 0,0 1 0,2-1-1,-1 2 1,2-1 0,0 2 0,0-1 0,-11 26-1,12-20 13,1-1 0,1 1 0,0 1 0,2-1 0,0 1 0,2 0 0,0 0 0,1 0 0,1 1 0,3 22 0,-1-35-34,0 1 0,1 0-1,0-1 1,1 1 0,0-1 0,0 0 0,1 0-1,1 0 1,-1-1 0,8 11 0,-4-8 17,1 0 1,0-1 0,1 0 0,0-1-1,1 0 1,17 12 0,-3-6 20,0-1 0,1-1-1,1-2 1,0 0 0,0-2 0,41 8 0,-15-8 5,0-2 1,1-2 0,101-5 0,-152 0-61,1 0 0,-1 0 0,0-1 0,0 1 0,1-1 1,-1 0-1,0 0 0,0 0 0,1 0 0,3-2 1,-6 2-99,0 0 0,0-1 0,0 1 0,0 0 0,0-1 0,0 1 0,0 0 0,-1-1 0,1 1 0,0-1 1,-1 1-1,1-1 0,-1 0 0,0 1 0,1-1 0,-1 0 0,0 1 0,0-1 0,0 1 0,0-4 0,-1 4-103,1 1 0,0-1 1,0 0-1,0 0 0,0 0 0,0 1 0,-1-1 0,1 0 0,0 0 0,-1 0 0,1 1 0,-1-1 0,1 0 0,-1 1 0,1-1 0,-1 0 0,1 1 0,-1-1 0,0 1 0,1-1 1,-1 1-1,0-1 0,1 1 0,-1-1 0,0 1 0,0 0 0,1-1 0,-1 1 0,0 0 0,0 0 0,0 0 0,1 0 0,-1-1 0,-2 1 0,-22-5-5865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7:49.7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473 36 3650,'0'0'5714,"-22"-8"-4601,2 0-802,0 2 0,-40-7 1,56 12-272,0 1 1,0 0-1,0 0 1,0 1 0,0-1-1,0 1 1,0 0 0,1 0-1,-1 0 1,0 1 0,1-1-1,-1 1 1,0 0 0,1 0-1,0 0 1,-6 5 0,-17 13 247,1 1 1,1 2 0,1 0 0,1 2 0,1 0 0,-29 46 0,37-50-116,1 1-1,1 1 0,1-1 0,1 2 1,0-1-1,2 1 0,1 1 1,1-1-1,-2 36 0,6-49-104,1 0-1,0 0 1,1-1 0,0 1-1,0 0 1,1 0-1,1-1 1,7 20 0,-6-22-33,1 1 0,0-1 0,1 0 0,-1 0 0,2 0 1,-1-1-1,1 0 0,0 0 0,0-1 0,9 6 0,8 4 94,1 0 1,0-2-1,1-1 0,1-2 0,0 0 0,0-1 0,1-2 0,0-1 0,36 4 0,30-1 543,140-3 0,-227-7-625,-6 0 7,0 0-1,1 0 1,-1 0 0,1 0 0,-1 0 0,1 0 0,-1 0 0,0 0 0,1-1 0,-1 1 0,1-1 0,-1 1 0,0-1 0,1 1 0,-1-1 0,0 0 0,0 0-1,0 1 1,0-1 0,1 0 0,0-1 0,-1-1 120,0 1 0,0-1 0,-1 0 0,1 1 0,-1-1 0,1 0 0,-1 1 0,0-1 0,0 0 0,0-3 0,-10 5-3117,-21 1-1838,-16 0-3444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7:46.0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8 720,'0'0'15960,"-53"-7"-14952,63 7-864,20 0 48,10 0-16,11 0-96,8 0-80,-6 0-1424,-5 0-2146,-21 0-1936,-16 0-2066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7:46.4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37 5491,'0'0'10036,"102"0"-9171,-41 0-641,11-10-224,1 3-208,-1 0-2066,3 2-2048,-6-2-1616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7:46.8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71 7283,'0'0'9840,"-1"-12"-8461,-5-35-453,5 36-11,0 28-820,1 1 1,1 0-1,0-1 1,1 1-1,1-1 1,7 22-1,3 24 280,-2 37 406,-3 167-1,-8-245-25,1-22-627,0 0 6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7:48.0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77 155 4098,'0'0'9807,"-2"-8"-8676,-5-22-320,5 22 1905,-1 150-662,3-121-1624,0 159-331,0-179 202,0-15 38,-2-47-149,-15-99 0,-27-58 345,48 309-188,29 66-303,-7-42 112,9 91 479,13 304 0,-46-446-490,44 717 1324,3-124-1015,-48-635 695,1 0-4304,-1-14-1863,0-28 578,-5-26-1587,-14-18-2780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7:48.5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1 177 3858,'0'0'3468,"0"-22"-1102,0-67-520,0 24 4296,0 66-5483,1 33-627,2 0 0,10 47 0,-1-8 179,37 543 2274,-39-424-1673,30 1008 1421,-40-1054-2163,0-146-119,0 1 0,0-1 0,0 1 0,0 0 1,0-1-1,0 1 0,1-1 0,-1 1 0,0 0 0,0-1 0,1 1 1,-1-1-1,0 1 0,0-1 0,1 1 0,-1-1 0,1 1 1,-1-1-1,0 0 0,1 1 0,-1-1 0,1 1 0,-1-1 0,1 0 1,0 1-1,20 2-1306,-15-4 760,1 0-1,0 0 0,-1 0 1,11-4-1,-7 1-459,-1-1-1,0 0 1,0-1 0,9-6-1,42-38-8116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7:51.9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310 75 3874,'0'0'7192,"-17"-14"-6228,17 14-964,-17-13 232,0 0 0,-24-14 0,38 26-209,0 0 1,1 0-1,-1 0 0,0 0 1,0 0-1,0 0 0,0 1 1,0 0-1,0-1 0,0 1 1,0 0-1,0 1 0,0-1 1,0 0-1,0 1 1,0 0-1,0-1 0,-2 3 1,-2 0 11,1 0 1,0 0 0,0 1 0,0 0 0,-6 6 0,6-5-2,-3 3 20,0-1-1,0 1 0,1 0 0,0 1 0,0 0 0,1 0 0,0 1 0,1 0 1,0 0-1,1 0 0,0 1 0,0 0 0,1 0 0,1 0 0,0 1 0,0-1 0,1 1 1,0-1-1,1 1 0,1 0 0,1 17 0,0-24-22,0 0 0,1 1 0,0-1 1,0 0-1,1 0 0,-1 0 0,1 0 0,0-1 0,0 1 0,0-1 1,1 0-1,0 0 0,0 0 0,0 0 0,0 0 0,0-1 0,1 0 1,0 0-1,6 3 0,9 4 77,0-1 1,0 0-1,33 8 1,-25-10 112,1-2 0,0 0 1,0-2-1,0-1 1,1-1-1,40-4 1,-69 3-140,1 0 0,-1 0 0,0-1 1,1 1-1,-1 0 0,1 0 0,-1-1 1,0 1-1,1-1 0,-1 1 0,0-1 0,1 1 1,-1-1-1,0 0 0,0 0 0,0 0 1,0 0-1,0 0 0,0 0 0,0 0 1,0 0-1,0 0 0,0 0 0,0 0 1,0-2-1,2-11-2802,-3 41-3579,0 18-3167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7:53.0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98 112 1953,'0'0'8697,"-15"-17"-6405,-45-50-385,40 43 183,18 21-849,2 5-293,3 6-595,0 3-335,1-1 0,1 0 0,0 0 0,0 0 0,1-1 1,9 12-1,48 54 292,-51-62-240,322 314 1452,-104-109-1048,-21 15-336,-186-203-225,-3-4-694,22 23 0,-34-41-233,1 0-1,0 0 1,14 8 0,27 10-5766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7:53.5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857 47 4818,'0'0'10042,"1"-10"-8753,-1 5-1162,0 2-63,1 0 0,-1 1 0,0-1 0,0 0 0,0 1 0,-1-1 0,1 0 0,-1 1 0,0-4 0,1 6-59,-1 0 0,1 0 0,0-1 0,0 1 0,-1 0 0,1 0 0,0 0 0,0 0 0,-1 0-1,1 0 1,0 0 0,0 0 0,-1 0 0,1 0 0,0 0 0,0 0 0,-1 0 0,1 0 0,0 0 0,0 0 0,-1 0 0,1 0 0,0 0 0,0 0 0,-1 0 0,1 0 0,0 0 0,0 0 0,-1 1 0,1-1 0,0 0 0,0 0 0,0 0 0,-1 0-1,1 1 1,0-1 0,0 0 0,0 1 0,-19 22 115,-147 254 1523,78-124-879,-66 92 1173,-252 308-1,396-543-1612,6-7-576,34-23-12495,-18 6 2201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7:55.5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0 5234,'0'0'11752,"-1"2"-11295,-5 13-313,3 30 597,3 68 1,2-38-187,-2-22 143,12 93-1,-11-114 320,27-32 1611,57 2-2720,50-1-395,-107-3-2225,31-6 0,-45 5-1994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7:55.8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 0 9973,'0'0'9268,"-1"2"-8985,-2 11-139,0-1 0,1 1 1,0 0-1,0 21 0,-2 19 442,0-26-685,-16 99 722,-1-45-4261,20-79 3116,0 1-1,0-1 1,0 0-1,0 0 1,0 0-1,0 0 1,-1 0-1,1 0 1,-1 0-1,1 0 1,-1-1-1,0 1 1,-2 1-1,-7 3-4693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7:56.1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0 304 5410,'0'0'8378,"25"-8"-7922,84-24-181,-62 22-204,48-6 0,-66 12-196,0 0 0,41-14 1,-68 18 114,0-1 0,-1 1 1,1-1-1,0 0 0,0 0 1,0 0-1,-1 0 0,1 0 1,-1 0-1,1-1 1,-1 1-1,1 0 0,-1-1 1,0 1-1,1-1 0,-1 1 1,0-1-1,0 0 0,0 1 1,1-4-1,-1 0 134,0 0-1,0-1 1,-1 1-1,1 0 1,-1 0-1,-1-6 1,1-5 513,0-108 6395,0 123-6021,0 19-1136,-1 35-74,1 41-238,17 157 1,-15-244-158,-1-1 1,1 1 0,0 0-1,4 10 1,-4-14 64,-1-1 0,1 1 0,0 0 0,-1 0 0,1-1 0,0 1 0,1-1-1,-1 0 1,0 0 0,1 0 0,-1 0 0,4 2 0,20 5-6263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7:56.5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218 69 6659,'0'0'8153,"-24"-12"-6331,-76-35-424,97 46-1333,0-1 1,0 1-1,-1 0 0,1 0 0,-1 0 0,1 0 1,-1 0-1,1 1 0,-1 0 0,1 0 1,-1 0-1,0 0 0,1 0 0,-1 1 0,1-1 1,-1 1-1,-3 1 0,5-1-52,0 1 0,1-1 0,-1 0 1,0 1-1,1-1 0,-1 1 0,0 0 0,1-1 0,0 1 1,-1 0-1,1 0 0,0 0 0,0 0 0,0 0 0,0 0 1,1 0-1,-1 0 0,0 0 0,0 4 0,1 2-28,-1 0 1,1 0-1,0 0 0,1 0 0,0 0 0,0 0 1,0 0-1,1 0 0,1 0 0,-1-1 0,6 10 0,-1-5 9,0-1 0,2 1 0,-1-2 0,1 0 0,12 10 0,56 46 9,-68-59-4,62 47 38,-36-29 23,60 55 0,-90-75-57,-1 1 0,1-1-1,-1 1 1,0 0 0,5 12 0,-8-17 6,0 0 1,0 1 0,-1-1-1,1 1 1,-1-1-1,1 1 1,-1-1 0,1 1-1,-1-1 1,0 1-1,0-1 1,0 1 0,0 0-1,0-1 1,0 1-1,0-1 1,-1 1 0,1-1-1,0 1 1,-1-1-1,0 1 1,1-1 0,-1 1-1,0-1 1,1 0-1,-1 1 1,0-1 0,0 0-1,0 0 1,0 1 0,0-1-1,-3 1 1,-4 3 67,0-2 1,0 1-1,0-1 0,0 0 1,-1-1-1,1 0 1,-1 0-1,-12 0 1,-73 2 81,88-4-156,-88 0-1056,55 0-7357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7:56.9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1 6979,'0'0'12224,"0"0"-12210,0 0 0,0 0 0,0 1 0,0-1 0,0 0-1,0 0 1,-1 0 0,1 0 0,0 1 0,0-1 0,0 0-1,0 0 1,0 0 0,0 0 0,0 0 0,0 1-1,-1-1 1,1 0 0,0 0 0,0 0 0,0 0 0,0 0-1,0 0 1,-1 0 0,1 0 0,0 0 0,0 0 0,0 1-1,0-1 1,-1 0 0,1 0 0,0 0 0,0 0-1,0 0 1,0 0 0,-1 0 0,1 0 0,0 0 0,0 0-1,0 0 1,0-1 0,-1 1 0,1 0 0,0 0 0,0 0-1,0 0 1,0 0 0,-1 0 0,1 0 0,0 0-1,0 0 1,0-1 0,0 1 0,0 0 0,0 0 0,-1 0-1,1 0 1,0 0 0,0-1 0,0 1 0,0 0 0,0 0-1,0 0 1,0 0 0,0-1 0,-4 12-4,1 0 1,0 0-1,-1 15 1,-1 1 19,-7 36 52,4-1 0,-1 103-1,9-160-313,0 1 0,0-1 0,1 0 0,-1 0-1,1 0 1,1 0 0,-1-1 0,1 1 0,0 0 0,0 0-1,0-1 1,0 1 0,1-1 0,6 8 0,-6-9-525,0 0-1,0 0 1,0-1 0,1 1 0,-1-1 0,1 0 0,0 0 0,0 0-1,-1 0 1,1-1 0,7 3 0,12-1-7028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7:57.3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12 147 7892,'0'0'1189,"5"-21"972,0 3-1624,0 1 0,0 0 0,10-17 0,-14 31-471,1 1 0,0-1 0,-1 1-1,1-1 1,0 1 0,1 0 0,-1 0 0,0 0 0,1 0-1,-1 0 1,1 1 0,-1-1 0,1 1 0,0 0-1,-1-1 1,6 0 0,0 0 20,0 1 1,0 0-1,0 0 0,10 1 1,-4 0-2,0-1-25,-1 1 0,1 1 0,0 0 1,25 6-1,-32-5-48,1 1 0,-1-1 0,0 2 0,0-1 0,0 1 0,0 0 0,-1 0 0,0 0 0,12 12 0,-11-9-8,1 1 0,-2 0 0,1 1 0,-1 0 1,0 0-1,-1 0 0,0 1 0,0 0 0,3 13 0,-3-7 1,-2 0 0,0 0 1,0 1-1,-2 0 0,1 20 0,-2-32 3,-1 0-1,1 0 1,0 1-1,-1-1 1,0 0-1,-1 0 1,1 0-1,-1 0 1,0 0-1,0-1 1,0 1 0,-1-1-1,-3 7 1,0-5 8,1 0 0,-1-1 1,0 1-1,0-1 1,-1-1-1,1 1 1,-1-1-1,-9 4 1,-1 0 14,0-1-1,0-1 1,-1 0 0,0-1 0,0-1 0,-24 2 0,-112 0 1767,142-6-1401,11 0-371,1 0 1,0 0-1,-1 0 0,1 0 0,0 0 0,-1 0 0,1 0 0,0 0 1,0 0-1,-1 1 0,1-1 0,0 0 0,0 0 0,-1 0 0,1 1 1,0-1-1,0 0 0,0 0 0,-1 1 0,1-1 0,0 0 0,0 0 0,0 1 1,0-1-1,0 0 0,0 0 0,-1 1 0,1-1 0,0 0 0,0 1 1,0-1-1,0 0 0,0 0 0,0 1 0,0-1 0,0 0 0,0 1 1,0-1-1,0 0 0,1 1 0,-1-1 0,0 0 0,0 0 0,0 1 1,0-1-1,0 0 0,1 0 0,-1 1 0,0-1 0,0 0 0,0 0 0,1 1 1,-1-1-1,0 0 0,14 18-239,4-6 194,0-1 0,1 0-1,34 13 1,68 20 197,-101-37-151,44 16-206,121 37-299,-146-51-2624,48 7-1,-50-13-2289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7:57.6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0 10005,'0'0'10580,"-21"19"-10500,16 34 481,-1 7 175,-4 1-224,-1-1-432,3-5 48,0-4-128,5-8-512,3-2-1361,0-5-912,0-10-2273,-2-6-3602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7:58.0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0 237 9748,'0'0'6321,"31"-7"-5473,-5 1-704,13-3 30,1 1-1,0 2 0,46-1 1,-1 5-111,82-4-721,-162 6 482,0 0 1,1-1 0,-1 0-1,0 0 1,0-1 0,7-2-1,-10 3 154,-1 0-1,0 1 1,0-1-1,1 0 0,-1 0 1,0 0-1,0-1 1,0 1-1,0 0 1,-1 0-1,1 0 1,0-1-1,0 1 0,-1 0 1,1-1-1,-1 1 1,1-1-1,-1 1 1,1 0-1,-1-1 0,0 1 1,0-1-1,0 1 1,0-1-1,0-1 1,0-16 164,-5-105 4523,7 252-1108,-2-2-3768,3 73-1942,-3-194 1533,0 0 0,0 1 0,0-1 0,1 0 0,0 0 0,0 0 0,0 0 0,0 0 0,1-1 0,0 1 0,0 0 0,4 6 0,17 15-7640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7:58.4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698 75 10757,'0'0'5995,"-29"-14"-4405,-94-39-665,119 51-899,1 1 0,0 0 0,0 0-1,-1 0 1,1 0 0,0 1-1,-1-1 1,1 1 0,-1 0-1,1 0 1,0 0 0,-1 1-1,1-1 1,-1 1 0,1 0-1,0 0 1,0 0 0,-1 0 0,1 0-1,0 1 1,0-1 0,0 1-1,0 0 1,1 0 0,-1 0-1,0 1 1,1-1 0,-1 0-1,1 1 1,-4 5 0,0-1 15,1-1-28,0 1 0,0 0 1,1 0-1,0 1 0,0-1 0,0 1 0,1 0 0,0 0 1,1 0-1,0 1 0,0-1 0,1 0 0,0 1 0,0-1 0,1 1 1,0-1-1,1 1 0,-1-1 0,2 1 0,-1-1 0,1 0 0,1 1 1,-1-1-1,1 0 0,1 0 0,-1-1 0,7 10 0,6 2 55,1 0 0,1-1 0,0-1 0,29 21 0,-25-22 41,-2 2-1,0 0 1,25 29-1,-30-23 97,-15-23-195,0 0 0,1 0 1,-1 0-1,0-1 0,0 1 0,1 0 0,-1 0 1,0 0-1,0 0 0,0 0 0,0-1 0,0 1 1,0 0-1,-1 0 0,1 0 0,0 0 0,0 0 0,0-1 1,-1 1-1,1 0 0,0 0 0,-1 0 0,1-1 1,-1 1-1,1 0 0,-1-1 0,1 1 0,-1 0 0,0-1 1,1 1-1,-2 0 0,-9 4 30,1-1-1,-1 0 1,0 0 0,-1-1 0,1-1 0,-19 2-1,13-1-2,-204 22-1143,66-17-3057,-12-3-4545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8:27.4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23 224 1393,'0'0'10178,"-3"-7"-8764,-1 0-986,1-1 0,0 1 0,1-1-1,-3-15 1,4 19-280,0-1 0,1 0 0,-1 0 0,1 0 0,0 0-1,1 0 1,-1 0 0,1 0 0,0 0 0,0 1 0,3-8-1,0 6-99,0 0-1,0 0 0,0 1 0,1-1 0,-1 1 0,1 0 0,1 0 0,-1 1 1,1-1-1,-1 1 0,1 0 0,1 1 0,-1 0 0,0 0 0,14-5 0,-5 3-50,1 1 1,1 0-1,-1 1 0,1 1 0,28-1 0,-42 3-2,0 0 1,0 0 0,1 0-1,-1 1 1,0-1 0,0 1-1,0-1 1,0 1 0,1 0-1,-1 0 1,0 1 0,-1-1-1,1 1 1,0-1 0,0 1-1,-1 0 1,1 0 0,-1 0-1,1 0 1,-1 1 0,0-1-1,0 0 1,0 1 0,0 0-1,0-1 1,-1 1 0,1 0-1,-1 0 1,0 0 0,0 0-1,2 6 1,2 9-9,-1 1 0,0-1 0,-2 1 0,1 20 0,-3 80 74,-1-53-41,1-9 343,0-62 1177,0-1-1352,0-1 0,0 1-1,0-1 1,1 1 0,0 0 0,1 0-1,0-1 1,-1 1 0,4-6-1,10-17-187,0 0-1,2 2 1,1 0-1,2 1 0,0 1 1,1 0-1,2 2 1,45-37-1,-64 57-4,1-1-1,0 0 0,0 0 1,0 1-1,0 0 0,1 0 0,-1 0 0,1 1 1,0 0-1,0 0 0,0 0 0,10-1 0,-15 3 1,-1 0-1,1 0 1,0 0-1,-1 0 0,1 0 1,-1 0-1,1 0 1,0 1-1,-1-1 0,1 0 1,-1 0-1,1 1 0,-1-1 1,1 1-1,0-1 1,-1 0-1,0 1 0,1-1 1,-1 1-1,1-1 1,-1 1-1,0-1 0,1 1 1,-1-1-1,0 1 1,1-1-1,-1 1 0,0 0 1,0-1-1,0 1 0,1 0 1,1 24-44,-2-17 43,-1 216 27,3 64-232,-1-279-75,0-1-1,0 0 1,1 0 0,0-1-1,0 1 1,1 0-1,0-1 1,0 1 0,1-1-1,0 0 1,0 0-1,0 0 1,9 8-1,-6-7-529,0-1-1,1-1 1,0 0-1,0 0 0,1 0 1,0-1-1,0 0 0,0-1 1,0 0-1,15 4 1,56 11-5763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8:27.7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20 2481,'0'0'13606,"-62"-10"-10084,94 8-3522,16-3 16,14 5 0,-1-2-32,-4 2-1601,-15 0-2048,-15 0-2482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8:28.1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 3394,'0'0'12773,"96"7"-12020,-43-7-577,9 0-176,10 0 0,6 0-1873,10-7-2193,0-10-1921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8:28.5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158 72 7443,'0'0'8586,"13"-14"-8418,-5 4-138,1 1 0,1 0-1,0 1 1,11-8 0,-20 15-24,1 0 1,0 0-1,-1 1 0,1-1 0,0 1 1,0 0-1,-1-1 0,1 1 1,0 0-1,0 0 0,0 0 0,-1 0 1,1 0-1,0 1 0,0-1 0,-1 0 1,1 1-1,0 0 0,-1-1 0,1 1 1,0 0-1,-1 0 0,1 0 0,1 1 1,3 2 30,0 1 0,-1 0 0,0 0-1,6 7 1,-8-8-15,5 6 3,-1 1 0,0 0 0,-1 0 0,0 0-1,-1 1 1,0 0 0,-1 0 0,0 1 0,-1-1 0,0 1 0,-1-1 0,0 1 0,-1 0 0,-1 21-1,0-26-7,-1 1 0,0 0 0,0 0-1,-1 0 1,0 0 0,-1-1 0,0 1-1,0-1 1,-1 0 0,1 0 0,-7 8-1,2-5 13,0 0-1,0 0 1,-1-1-1,-1-1 1,0 1-1,-19 13 1,7-9 242,-1 0 0,-1-1 0,0-2 0,-1 0 0,0-2 0,-49 12 0,34-15 2332,45-6-2226,133-7 385,-8 0-609,-45 6-193,130-7-1860,-209 8 1065,0-1 1,0 0-1,-1 0 0,1 0 0,0-1 0,0 0 1,-1 0-1,1-1 0,7-4 0,9-15-8262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8:28.8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40 128 8052,'0'0'7750,"-1"-21"-5392,-3-64-605,3 64-718,-1 29-322,0 210 379,4-110-717,-2 84-186,0-185-268,-1 0-1,1 0 0,-1 0 1,-3 10-1,3-15-296,1 1 0,-1-1 0,0 0 0,0 0 0,0 0 0,0 0 0,0 0 0,0 0 0,0-1 0,-1 1 0,1 0 0,-1-1 0,1 1 0,-1-1 0,0 1 0,0-1 0,-2 2 0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8:29.2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359 0 8132,'0'0'9964,"-24"16"-9633,-81 53 208,76-47 66,-42 43-1,58-52-284,0 0 0,0-1-1,-1-1 1,-1 0-1,-29 16 1,36-23-48,-1 1 922,27 2-1089,137 14 381,-102-16-535,-1 3 0,77 20 0,-87-13-2355,73 38 0,-37-13-3089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8:29.6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0 105 6659,'0'0'12011,"1"-19"-10819,2-3-943,1-42 172,14 342 184,1 11-460,-19-271-445,-1-11 25,1 0 1,0 0 0,0 1 0,2 7 0,-2-14 11,0 0 0,0 0 1,0 0-1,1 0 0,-1 0 0,0 0 0,1 0 0,-1 0 1,1 0-1,-1-1 0,1 1 0,0 0 0,-1 0 1,1 0-1,0 0 0,-1-1 0,1 1 0,0 0 1,0-1-1,0 1 0,0-1 0,0 1 0,-1-1 1,1 1-1,0-1 0,0 1 0,0-1 0,0 0 1,0 0-1,1 0 0,-1 1 0,1-1 0,19 0-5777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8:29.9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431 1 5923,'0'0'11119,"-28"22"-10398,-6 3-495,-136 112 788,-27 12 1510,197-149-2503,0 0 0,0 0 1,0 0-1,0 0 0,0 0 0,0 0 0,0 0 0,0 0 1,0 0-1,0 0 0,0 0 0,0 1 0,-1-1 0,1 0 0,0 0 1,0 0-1,0 0 0,0 0 0,0 0 0,0 0 0,0 0 0,0 0 1,0 0-1,0 0 0,0 0 0,0 0 0,0 0 0,0 0 0,0 1 1,0-1-1,0 0 0,0 0 0,0 0 0,0 0 0,0 0 0,0 0 1,0 0-1,0 0 0,0 0 0,0 0 0,0 0 0,0 0 0,0 1 1,0-1-1,0 0 0,0 0 0,0 0 0,0 0 0,0 0 0,0 0 1,0 0-1,0 0 0,0 0 0,1 0 0,-1 0 0,0 0 1,0 0-1,0 0 0,0 0 0,0 0 0,0 0 0,0 0 0,0 0 1,0 0-1,9 2 262,15-1-316,-24-1 49,62 1-56,0 3 0,0 3 0,-1 2 0,67 20 0,-7 11-3825,-6 12-5268,-68-26-357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8:30.3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30 7860,'0'0'12277,"21"-8"-11861,36 4-175,17-1-49,7 0-176,-9 0-16,-11 3-401,-15 2-2272,-22 0-3538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8:30.7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36 1681,'0'0'13174,"171"0"-10485,-83 0-1344,11-5-689,5-2-576,-7 2-80,-9-2-1681,-21-5-3361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8:31.1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22 4594,'0'0'14111,"-1"-6"-13594,-4-9-442,5 15-74,0 0-1,0 0 1,0 0-1,0 0 1,0 0-1,0 0 1,0 0 0,0 0-1,0 1 1,0-1-1,0 0 1,0 0-1,0 0 1,0 0-1,0 0 1,0 0 0,0 0-1,0 0 1,0 0-1,0 0 1,0 0-1,0 0 1,0 0 0,0 0-1,0 0 1,0 1-1,0-1 1,0 0-1,0 0 1,0 0 0,0 0-1,0 0 1,0 0-1,-1 0 1,1 0-1,0 0 1,0 0-1,0 0 1,0 0 0,0 0-1,0 0 1,0 0-1,0 0 1,0 0-1,0 0 1,0 0 0,0 0-1,0 0 1,0 0-1,-1 0 1,1 0-1,0 0 1,0 0-1,0 0 1,0 0 0,0 0-1,0 34 84,0-9 56,0 326 1984,0-116-7666,0-233 4892,0 1 0,0 0-1,0 0 1,0-1 0,1 1 0,-1 0-1,2 4 1,-1-6-52,0 0-1,0 1 1,0-1 0,0 0 0,1 1-1,-1-1 1,0 0 0,1 0-1,-1 0 1,3 1 0,-4-2 679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8:31.4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 82 7347,'0'0'7756,"-15"26"-6804,-42 87-135,55-107-756,0-1 0,0 0 0,0 1 1,1 0-1,0-1 0,0 1 0,0 0 1,0 0-1,1-1 0,0 1 0,1 0 0,-1 0 1,1-1-1,0 1 0,0 0 0,1-1 1,0 1-1,0-1 0,4 9 0,-1-7-1,0 0-1,0 0 0,1 0 0,0-1 0,0 1 1,1-1-1,0-1 0,0 0 0,13 9 1,-8-8-38,0 0 1,0-1-1,1 0 1,0-1-1,-1-1 1,1 0-1,22 3 1,-13-5 18,0 0 1,-1-1 0,42-5-1,-58 4-23,1 0-1,-1 0 0,0 0 0,0-1 0,0 1 0,-1-1 1,1-1-1,0 1 0,-1-1 0,1 1 0,-1-1 0,0-1 1,0 1-1,0 0 0,0-1 0,-1 0 0,1 0 0,-1 0 1,0 0-1,0-1 0,-1 1 0,1-1 0,2-8 0,0-2 130,-2 1 0,0 0-1,-1-1 1,0 1-1,-1-1 1,0 1 0,-3-21-1,1 26-104,-1-1 0,0 0 0,0 1 0,-1-1 0,-1 1 0,0 0 0,0 0 0,0 0 0,-1 1 0,-1 0 0,1 0 0,-1 0 0,-1 0 0,-9-9 0,5 7-38,0 0 0,0 1 0,0 0 0,-2 1 0,1 0 0,-1 1 0,0 1 0,0 0 0,-17-5 0,25 9-80,-1 0 1,0 1 0,1 0 0,-1 0-1,0 1 1,0-1 0,1 1 0,-1 0-1,0 1 1,0 0 0,1 0 0,-10 2-1,11-1-170,0 0 0,0 0 0,1 0-1,-1 0 1,1 1 0,-1-1 0,1 1 0,0 0-1,0 0 1,0 0 0,1 0 0,-1 0-1,1 1 1,0 0 0,0-1 0,0 1-1,-2 4 1,1 1-816,-1 0 0,2 0-1,-1 0 1,0 12 0,0 41-6144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8:31.9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340 209 5859,'0'0'2692,"-18"-26"-22,-62-84-239,75 104-2180,0-1 0,-1 1 0,1 0 1,-1 1-1,-1 0 0,1 0 0,-1 0 1,0 0-1,0 1 0,0 1 0,-13-6 1,12 7-44,0 0 0,0 1 0,0 0 0,-1 0 0,1 1 0,0 0 0,-1 1 0,-10 1 0,16-1-191,0 0 0,-1 0 0,1 0 1,0 0-1,0 0 0,0 1 0,0-1 0,0 1 0,1 0 0,-1 0 0,0 0 0,1 0 1,-1 0-1,1 1 0,0-1 0,0 1 0,0-1 0,0 1 0,0 0 0,1 0 0,-1 0 0,1 0 1,-1 0-1,1 0 0,0 0 0,1 1 0,-2 5 0,-1 9-1,1-1 1,1 1-1,2 34 0,-1-38 19,1-9-34,-1 0-1,0 1 1,1-1 0,0 0-1,0 0 1,1-1 0,0 1-1,-1 0 1,1 0 0,1-1-1,-1 1 1,1-1 0,0 0-1,0 0 1,0 0 0,0 0-1,1 0 1,-1-1 0,1 1-1,0-1 1,0 0 0,1 0-1,-1-1 1,9 5 0,-2-3 3,1 0 1,0 0-1,-1-1 1,1-1-1,0 0 1,0 0-1,0-1 0,1-1 1,16-1-1,-26 0 4,1 0 0,0 0 0,0 0 0,-1 0 0,1 0 0,-1-1-1,1 0 1,-1 1 0,0-1 0,1-1 0,-1 1 0,0 0 0,-1-1-1,1 1 1,0-1 0,-1 0 0,5-6 0,3-6 179,0-1 0,11-27 0,-3 7 1117,-18 36-1286,0 0 0,0 0 1,0 0-1,0 0 1,0 0-1,0 0 0,0 0 1,0 0-1,0 0 1,0 0-1,0 0 0,0 0 1,0 0-1,0 1 1,0-1-1,1 0 0,-1 0 1,0 0-1,0 0 0,0 0 1,0 0-1,0 0 1,0 0-1,0 0 0,0 0 1,0 0-1,0 0 1,0 0-1,1 0 0,-1 0 1,0 0-1,0 0 0,0 0 1,0 0-1,0 0 1,0 0-1,0 0 0,0 0 1,0 0-1,0 0 1,0 0-1,0 0 0,1 0 1,-1-1-1,0 1 1,0 0-1,0 0 0,0 0 1,0 0-1,0 0 0,0 0 1,0 0-1,0 0 1,0 0-1,0 0 0,0 0 1,0 0-1,0 0 1,0 0-1,0-1 0,0 1 1,0 0-1,0 0 1,0 0-1,0 0 0,2 11 311,-1-8-415,11 272 103,-12-212-2,1 26 60,-3 430 197,1-496-234,-1 0 0,-1 0 0,-1 0 1,-1 0-1,-11 31 0,13-45-19,-1-1 1,-1 1-1,1-1 0,-1 0 1,0 0-1,-1 0 0,-7 6 1,9-9-2,0-1 0,-1-1 1,1 1-1,-1-1 0,0 1 1,0-1-1,-1-1 0,1 1 1,-1-1-1,1 0 0,-1 0 1,-7 1-1,8-2 4,1 0 1,-1 0-1,0-1 1,0 0-1,0 1 1,0-2-1,0 1 1,0-1-1,0 1 1,0-1-1,0-1 1,0 1-1,1-1 1,-1 0-1,1 0 1,-1 0-1,1 0 1,-6-5-1,3 1-5,2 0-1,-1 0 1,1 0-1,0-1 1,0 0-1,0 0 0,1 0 1,0-1-1,1 0 1,-5-11-1,1-5-32,0 0-1,1-1 1,-4-44 0,4-77-530,5 130 375,1 0 1,1-1-1,1 1 0,0 0 0,1 0 1,0 0-1,2 1 0,-1-1 0,2 1 1,0 0-1,10-16 0,-4 13-606,1 0 0,0 0-1,2 1 1,0 1-1,1 0 1,0 2 0,29-20-1,44-22-5502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8:32.3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7828,'0'0'10276,"15"26"-9694,45 86-73,-56-103-438,-1 1-1,0 0 0,0 0 0,-1-1 0,-1 1 0,0 1 0,0-1 0,-1 0 0,-1 19 0,-1 1 75,3-13-80,-2 1 0,-1-1-1,0 1 1,-1-1 0,0 0-1,-2 0 1,-11 29 0,16-46-53,0 1 0,0-1 0,0 0 0,0 1 0,-1-1 0,1 0 0,0 1 0,0-1 0,0 0 0,0 1 0,0-1 0,-1 0 0,1 1 0,0-1 0,0 0 0,-1 1 0,1-1 0,0 0 0,0 0 0,-1 1 0,1-1 0,0 0 0,-1 0 0,1 0 0,0 0 0,-1 1 0,1-1 0,0 0 0,-1 0 0,1 0 0,-1 0 0,1 0 0,0 0 0,-1 0 0,1 0 1,-1 0-2,0-1 51,1 1 0,-1-1-1,1 0 1,-1 0-1,1 0 1,-1 0 0,1 0-1,-1 0 1,1 0-1,0 0 1,-1 0 0,1 0-1,0 0 1,0-1-1,-3-22 193,0-1 1,2 1-1,4-42 0,-2 54-249,0 1 0,2-1 1,-1 1-1,1-1 0,1 1 1,0 0-1,1 0 1,0 0-1,12-19 0,-10 22-8,-1 1 0,1-1 0,1 1 1,-1 1-1,1-1 0,1 1 0,-1 1 0,1 0 0,0 0 0,0 0 0,0 1 0,1 1 0,12-4 0,-7 3-6,0 1 0,1 1 0,-1 0 0,1 1 0,-1 1 0,1 0 0,-1 1 0,18 4-1,-26-4-71,-1 1 0,0 0 0,0 0 0,1 0 0,-1 1-1,0 0 1,-1 0 0,1 0 0,-1 1 0,1 0 0,-1 0-1,0 0 1,0 1 0,-1 0 0,0 0 0,1 0 0,-2 0-1,1 1 1,0-1 0,-1 1 0,0 0 0,-1 0 0,1 0-1,-1 0 1,2 10 0,-1 1-655,-1 0 1,-1 1-1,0-1 0,-1 1 0,-1-1 1,-1 0-1,0 1 0,-2-1 0,0 0 1,0-1-1,-2 1 0,0-1 0,-11 22 0,-39 60-6061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8:32.6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 6307,'0'0'8617,"24"-4"-7830,4 0-551,44-3 0,-70 7-223,0 0-1,0 0 0,0 0 0,0 1 0,-1-1 0,1 0 0,0 1 0,0-1 0,0 1 0,0 0 1,0 0-1,-1-1 0,1 1 0,0 0 0,-1 1 0,1-1 0,-1 0 0,1 0 0,-1 1 0,1-1 1,-1 1-1,1 1 0,0 0 16,-1 1 0,1-1 1,-1 1-1,0-1 1,0 1-1,0 0 0,0 6 1,0-1 42,2 8 34,0-1 0,-2 1 0,0-1 1,-1 1-1,0-1 0,-2 1 1,-2 16-1,2-25 13,0-1 0,0 0 0,-1 0 0,0 0 0,0 0 0,-1 0 0,0-1 0,0 1 0,0-1 0,-1 0 0,0-1 0,0 1 0,0-1 0,-1 0 0,0 0 0,0 0 0,-11 6 0,14-9 135,-1 0-1,0 0 1,1 0-1,-1-1 1,0 0-1,0 1 1,0-1-1,0 0 1,0-1-1,-6 1 2076,32-1-1647,188-25-451,-67 5-300,-34 11-1366,-38 8-3961,-41 1-1761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8:33.2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150 176 3089,'0'0'7161,"-12"-1"-6329,7 0-785,-100-9 3759,77 10-837,71 1-2481,262 5 395,-18-5-242,90-5-1,73-15 163,2206-104 1900,-2287 106-2487,-332 17-159,6-3 587,-43 3-573,0 0 0,0 0 0,0 0 0,0 0 0,0 0 0,1 0-1,-1 0 1,0-1 0,0 1 0,0 0 0,0 0 0,0 0 0,0 0-1,0 0 1,0 0 0,0 0 0,0 0 0,0-1 0,0 1-1,1 0 1,-1 0 0,0 0 0,0 0 0,0 0 0,0 0 0,0 0-1,0-1 1,0 1 0,0 0 0,0 0 0,0 0 0,0 0 0,0 0-1,0 0 1,-1-1 0,1 1 0,0 0 0,0 0 0,0 0 0,0 0-1,0 0 1,0 0 0,0 0 0,0 0 0,0-1 0,0 1-1,0 0 1,0 0 0,-1 0 0,1 0 0,0 0 0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8:43.7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54 5346,'0'0'10717,"-15"-3"-9420,-42-13 245,409 2 505,-116 2-1586,220 4 331,-455 8-973,-9 0-2227,0 0 883,-1 1 1,1 0-1,0 0 0,-11 4 0,-23 6-5262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8:44.0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 87 2001,'0'0'14460,"-10"0"-12793,-50 0 2463,58 0-3627,6 0-61,780-39 295,-720 34-866,82-11-4623,-107 5-928,-17-4-2913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8:44.5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228 99 7555,'0'0'4288,"-26"-14"-1546,-84-43-685,56 32-343,51 24-1318,-1 1 0,1-1 0,-1 1 0,0-1 0,1 1 1,-5 0-1,0 0 629,9 9-851,0-6-175,0 1 0,0-1-1,0 0 1,1 0 0,0 0 0,-1 0 0,1 0 0,0 0 0,0 0 0,0-1 0,4 4 0,33 23 22,-26-20-5,75 47 395,164 75 0,-182-97-316,48 23 61,299 152 29,-286-136-177,132 98 1,-228-145 4,-1 1 0,53 54 1,-82-77-16,-1 1 0,-1 0 1,1 0-1,-1 1 0,0-1 0,0 1 1,0-1-1,-1 1 0,3 7 0,-5-10 0,1 0 0,-1 0-1,0 0 1,1 0 0,-1 0-1,-1 0 1,1 0 0,0 0-1,-1 0 1,1 0-1,-1 0 1,0 0 0,0 0-1,0 0 1,-1-1 0,1 1-1,0 0 1,-1-1 0,0 1-1,0-1 1,-3 4-1,-12 8 12,-1-1 0,0 0-1,0-1 1,-37 17-1,35-19 3,-316 150 113,173-85 80,-71 32 115,-250 125 304,469-225-610,13-6-14,0 0-1,0 0 0,0 0 0,0 0 0,0 0 1,0 0-1,0 1 0,1-1 0,-1 1 0,0-1 1,-1 3-1,5-3-162,0-1 0,1 1 0,-1-1 1,0 1-1,0-1 0,0 0 0,1 0 0,-1 0 0,3 0 1,20 0-1204,13 0-2571,40-4 1,25-16-7215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8:04.8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284 109 2785,'0'0'10856,"-12"-20"-9559,0 2-999,0 1 1,-21-25 0,32 41-285,0 0-1,0 0 1,0 0 0,0 0-1,0 0 1,-1 1 0,1-1-1,0 0 1,-1 1 0,1-1-1,-1 0 1,1 1-1,-1 0 1,1-1 0,-1 1-1,1 0 1,-1 0 0,1 0-1,-1 0 1,1 0 0,-1 0-1,1 0 1,-1 0 0,1 1-1,-1-1 1,1 1 0,-1-1-1,1 1 1,0-1 0,-3 3-1,-1 0 3,0 1 0,0 0 0,1 0 0,-1 1 0,-6 8 0,5-5 15,-8 9 47,0 0 1,2 1-1,0 0 1,2 1 0,0 0-1,0 1 1,2 0-1,1 0 1,-7 30 0,8-20-32,1-1 0,1 1 1,2 0-1,1 0 1,2 0-1,5 39 0,-4-56-46,1-1 0,0 0 0,1 0-1,0 0 1,1 0 0,1-1 0,0 1 0,0-2-1,1 1 1,0-1 0,1 1 0,0-2 0,0 1-1,1-2 1,1 1 0,10 7 0,-6-6 1,0 0 0,0-2 0,1 0 0,0 0 0,1-1 0,0-1 0,0-1 0,0 0 0,0-1 0,1-1 0,26 3 0,-22-5 30,1-1 0,0 0 0,35-6 0,-48 4 20,-1 0 0,0 0 1,1-1-1,-1 0 0,0-1 0,-1 0 1,1 0-1,-1 0 0,1-1 0,-1-1 0,12-10 1,-14 10 70,1-1 0,-1 1 0,0-1 0,0 0 1,-1-1-1,0 1 0,0-1 0,-1 0 0,0 0 0,0 0 1,3-15-1,-3-2 185,0 0 1,-1-42-1,-3 47-251,-1 0-1,-1 1 0,0-1 0,-1 1 1,-1 0-1,-1 0 0,-1 0 0,-1 1 1,0 0-1,-14-21 0,8 17-59,-1 0 1,-1 0-1,-1 2 1,-1 0-1,-1 1 0,-1 1 1,-24-18-1,38 31-31,0 1-1,-1 0 1,0 0-1,0 0 1,0 1-1,0 0 0,-1 1 1,-14-4-1,20 5-77,-1 1-1,0 0 0,0 0 1,0 0-1,0 0 0,1 0 1,-1 1-1,0-1 0,0 1 1,1 0-1,-1 0 0,0 0 1,1 0-1,-1 0 0,1 1 1,-1-1-1,1 1 0,0-1 1,0 1-1,-1 0 0,1 0 1,1 0-1,-1 0 0,0 0 1,0 1-1,1-1 0,-2 3 1,-4 7-1099,2 0 1,-8 21 0,-5 35-4585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8:05.2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363 1 8996,'0'0'7102,"-26"14"-6536,-2 3-432,0 0 0,-30 26 0,46-32-20,1 1-1,0 0 0,0 1 0,2 0 0,-1 0 0,-8 19 0,-32 83 648,46-106-710,-15 44 167,2 1-1,3 0 1,1 1 0,4 1 0,1 0-1,3 0 1,4 86 0,2-125-201,0 1-1,2-1 1,0 1-1,1-1 1,1 0-1,0 0 1,1-1-1,1 1 1,1-1-1,0-1 1,1 0-1,1 0 1,0 0-1,1-1 1,0-1-1,1 0 1,1-1-1,0 0 1,1-1-1,15 11 1,-12-12-51,0 0 1,0-1 0,1-1-1,0 0 1,0-2 0,1 0-1,22 4 1,-3-4-1296,0-1 1,63-1-1,-101-4 1329,29 0-2844,39-5 0,33-19-7462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7:59.8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347 42 3490,'0'0'10236,"-19"-9"-9481,6 3-632,5 1-66,-1 1 1,1 0-1,-1 1 0,-16-5 0,21 7-34,0 1 1,0-1-1,0 1 0,0 0 0,0 0 0,0 0 0,0 0 0,0 1 0,0 0 0,0 0 0,0 0 0,0 0 0,0 1 0,0-1 0,1 1 1,-1 0-1,-4 3 0,-6 6 45,0 1 0,1 0 1,0 0-1,1 1 0,1 1 1,0 0-1,1 1 0,0 0 1,1 0-1,1 1 0,1 0 1,0 1-1,1 0 0,-6 25 1,4-3 0,1 1-1,3 0 1,1 0 0,2 0 0,5 55 0,-3-83-63,0 1 1,1 0 0,1-1-1,0 0 1,1 0 0,1 0-1,-1 0 1,2 0 0,0-1-1,0 0 1,12 15 0,-8-13-2,1-1 0,1-1 1,0 1-1,0-2 0,1 0 1,0 0-1,1-1 0,21 10 1,-16-10 8,1-1 1,-1-1 0,1-1-1,0-1 1,37 5 0,-8-5 45,65-3 0,-101-2-27,0-1 0,-1 0 0,0-1 0,1 0 1,-1-1-1,0-1 0,0 0 0,0 0 0,14-9 0,-18 9 69,-1-1 0,0 0 0,0 0 0,0-1 0,-1 0 0,0 0-1,0 0 1,0-1 0,-1 0 0,0 0 0,-1-1 0,1 1 0,-1-1-1,4-12 1,-2 2 134,-1 0 0,-1 0 0,-1-1 0,3-34 0,-7-80 410,-1 97-503,1 13-105,-1-1 1,-1 1-1,-1 0 0,-1 0 0,-1 1 0,-1-1 1,-1 1-1,-16-31 0,17 40-20,-1 0 0,0 1 0,-1 0 0,0 0 0,-1 0 0,0 2 0,-1-1 0,0 1 0,0 1 0,-1 0 0,-1 0 0,1 1 0,-1 1 0,-21-9 0,16 10-21,0 1 0,0 0 1,-1 2-1,-23-3 0,-75 3-122,109 2-117,0 1 0,-1 1-1,1 0 1,0 0 0,0 0-1,0 1 1,0 0 0,0 1-1,1-1 1,-1 2 0,1-1 0,-1 1-1,1 0 1,0 1 0,1-1-1,-1 1 1,1 1 0,0-1 0,0 1-1,1 0 1,-10 13 0,10-11-882,-1 1 0,1 0 1,0 0-1,-3 10 0,-8 39-7501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8:00.2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382 1 6755,'0'0'8449,"-14"4"-7931,4-2-448,2 1-1,-1 0 1,0 0 0,1 1 0,-17 10 0,16-7 34,1 1 1,-1 0 0,2 0 0,-1 1-1,-10 15 1,-31 55 537,34-53-456,-11 21 62,1 1-1,2 0 1,3 2-1,1 1 1,3 0 0,2 1-1,3 1 1,-5 54-1,11-47-61,4 115 0,3-153-175,1 0 0,0-1-1,2 0 1,0 0 0,1 0 0,2 0 0,0-1 0,19 34 0,-15-36-89,0-1-1,2 0 1,0 0 0,1-1 0,0-1 0,1-1 0,1 0 0,0-1 0,1 0 0,1-2 0,36 17 0,-28-17-766,1 0 0,0-2 1,30 5-1,-19-7-2856,73 4 0,-11-10-3923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8:00.7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0 331 4866,'0'0'10835,"1"-11"-9120,-1-11-1174,0 5 602,5 47-527,33 157 498,-5-31-1030,-25-77-1634,-7-28-7425,-1-64 1032,0 7 7485,-1-81 451,0 44 2060,-2 1 0,-16-80 0,11 91-1150,-2-6 476,1 0 1,2-1-1,2 0 1,-1-68 0,7 99-1317,-1-1 0,2 1 1,-1-1-1,1 0 0,0 1 0,1 0 1,-1 0-1,2 0 0,-1 0 1,1 0-1,0 0 0,0 1 1,1 0-1,-1 0 0,2 0 1,-1 0-1,0 1 0,1 0 0,0 0 1,1 1-1,8-6 0,-5 4-178,2 1-1,-1 0 1,1 1-1,-1 0 1,1 0-1,0 1 1,1 1-1,-1 0 0,0 1 1,1 0-1,-1 1 1,20 2-1,-29-2-43,0 1 0,1-1 0,-1 1-1,0 0 1,1 0 0,-1 0 0,0 1 0,0-1-1,0 1 1,0-1 0,0 1 0,0 0 0,-1 0-1,1 0 1,-1 1 0,1-1 0,-1 1 0,0-1-1,0 1 1,0 0 0,0 0 0,0 0 0,-1 0 0,3 5-1,-1 3-838,0 1 0,-1-1-1,0 1 1,0-1 0,-1 22-1,0 16-3645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8:01.0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 5106,'0'0'10869,"144"12"-9588,-93-12-897,8 0-352,2 0-32,6 0-1985,-5-7-2657,-9-12-3009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8:01.4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273 1 6979,'0'0'8994,"-24"11"-8269,9-3-569,4-4-39,1 1-1,0 0 1,0 0 0,0 1-1,1 1 1,0 0-1,0 0 1,1 1-1,-1 0 1,2 0-1,-1 1 1,1 0-1,-11 19 1,0 8 209,2 1 1,1 0 0,-18 71-1,27-80-293,2 0 0,0 1 0,2-1 0,1 0 0,2 1 0,4 34-1,-4-54-66,2 0-1,-1 0 0,1 1 0,1-2 0,0 1 0,0 0 0,1-1 0,0 0 0,0 0 0,1 0 0,0 0 0,0-1 0,0 0 0,1 0 0,1-1 0,-1 0 0,1 0 0,0-1 0,17 9 0,-8-5-718,1-1 0,0-1-1,30 8 1,-25-10-1558,0 0 0,33 1 1,2-5-4043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8:01.7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0 270 4210,'0'0'12643,"3"9"-12411,6 21 270,-2 1 0,-1-1-1,4 52 1,-5 106 626,-14-197-763,5 1-341,1-1 0,-1 0-1,2 0 1,-1 0-1,1 0 1,0 0-1,1 0 1,0-11 0,0 2-1,1 0 0,1 1 0,4-27 0,-3 37-23,-1 1 0,1 0 0,0 0 0,1 0 1,-1 0-1,1 1 0,1-1 0,-1 1 0,1-1 1,-1 1-1,1 0 0,1 1 0,-1-1 0,1 1 1,0 0-1,0 0 0,0 0 0,0 1 0,12-6 1,-4 3-2,0 2 1,0-1-1,0 1 1,0 1-1,1 1 1,0 0-1,-1 0 1,18 2 0,-24-1-4,-1 2 0,0-1 0,0 1 0,1 0 1,-1 0-1,0 0 0,0 1 0,0 0 0,0 1 1,10 4-1,-10-2-3,0 0-1,0-1 1,0 2 0,-1-1 0,0 1 0,0 0-1,0 0 1,7 11 0,-3 0 11,0-1 0,-1 2 0,0-1 1,-2 1-1,0 0 0,7 35 0,-9-23-871,-1 0 0,-1-1 0,-4 52 0,1-74-323,0 1 0,0-1 0,0 0 0,-1 0 1,0 0-1,-5 10 0,-4 4-5424</inkml:trace>
  <inkml:trace contextRef="#ctx0" brushRef="#br0" timeOffset="1">666 1 8516,'0'0'6563,"163"2"-5507,-128 58 129,-6 12-257,-10 13-111,-9 4-145,-10 4-288,0 8-160,-18-4-192,-25-8-32,-3-10-256,1-19-1713,5-14-2113,11-17-3313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8:02.1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7812,'0'0'12037,"91"67"-11124,-70 1-321,-8 1-192,-7 6-80,-6-3-256,0-9-32,0-3-64,-3-7-400,-5-10-1473,3-4-1296,2-11-2594,3-13-3489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8:02.5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9 186 7571,'0'0'8226,"9"21"-7018,31 67-378,-37-82-771,0 0 1,1 0-1,0-1 1,0 1-1,1-1 1,-1 0-1,1 0 1,0 0-1,0-1 1,1 1-1,-1-1 1,1-1-1,0 1 1,0-1-1,1 0 1,-1 0-1,12 3 1,-2-3 8,1-1 1,-1 0 0,0-1 0,1-1-1,19-2 1,-29 2-17,-1-1 0,0 0 1,0 0-1,-1 0 0,1-1 0,0 0 0,0 0 0,-1-1 0,1 1 0,-1-1 0,0 0 0,0-1 1,0 1-1,0-1 0,-1 0 0,1 0 0,-1-1 0,0 1 0,0-1 0,0 0 0,-1 0 1,0 0-1,0 0 0,0-1 0,-1 1 0,0-1 0,0 1 0,0-1 0,0 0 0,-1 0 1,1-10-1,-1 7 4,-1 0 0,1 0 0,-1 0 0,-1 0 0,0 0 0,0 1 0,-1-1 0,0 0 0,0 0 0,-1 1 0,0-1 0,0 1 0,-1 0 0,-1 0 0,1 1 0,-1-1 0,-6-7 0,3 5-38,0 1 1,-1 0-1,0 0 1,-1 1-1,1 0 1,-22-13-1,24 18-26,0 0-1,0 0 1,-1 0 0,1 1 0,-1 0-1,1 1 1,-1-1 0,0 1 0,0 1-1,1 0 1,-1 0 0,-11 1-1,12 1-94,0-1-1,0 1 1,0 0 0,0 1-1,0 0 1,1 0-1,-1 0 1,1 1-1,0 0 1,0 0-1,0 1 1,1-1-1,-7 7 1,4-1-763,-1-1 0,1 1 0,1 1 0,0 0 0,0 0 0,-8 19 0,-1 21-5411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8:02.9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527 128 7027,'0'0'4512,"-22"-21"-1831,-8-8-1750,-36-25 0,63 51-840,0 1 0,-1-1 0,0 1 0,1 0-1,-1 0 1,0 0 0,0 1 0,0-1 0,-1 1 0,1 0 0,0 0 0,0 1-1,-1-1 1,1 1 0,0 0 0,-1 0 0,1 0 0,0 1 0,-1-1 0,1 1-1,0 0 1,0 1 0,0-1 0,-5 2 0,4 0-28,0 1 1,0-1-1,1 1 1,-1 0 0,0 0-1,1 0 1,0 1-1,0 0 1,1-1-1,-1 1 1,1 1-1,0-1 1,-3 7-1,2 0-32,1-1-1,0 1 0,1 0 1,0 0-1,1 0 0,0 0 1,2 17-1,-1-25-30,0-1 2,0 0 0,0 0 0,0 0-1,1 0 1,0-1 0,-1 1 0,1 0 0,0 0-1,0-1 1,0 1 0,1-1 0,-1 1-1,1-1 1,-1 0 0,1 1 0,0-1 0,2 2-1,0-1-24,0 1 1,0-1-1,0-1 0,0 1 0,1-1 0,0 1 0,-1-1 0,11 2 0,0 0-137,0-1 0,1-1 0,0-1 0,0 0 0,20-2 0,-34 1 162,-1 0-1,1 0 0,0 0 0,-1-1 1,1 1-1,0-1 0,-1 1 0,1-1 1,-1 0-1,1 0 0,-1 1 0,1-1 1,-1 0-1,1-1 0,-1 1 0,0 0 1,0 0-1,2-2 0,-1 0 1,0-1 0,0 1 0,0 0 0,-1-1 0,1 1 0,-1-1 0,0 1 0,1-6 0,0-7 382,0 0-1,-1-1 1,-1-18 0,-1 20 569,13 185 1327,-2-35-2194,40 661 960,-45-547-905,-5-248-138,0 1 0,0 0-1,0 0 1,0 0 0,0 0 0,-1-1-1,1 1 1,-1 0 0,0 0-1,1-1 1,-1 1 0,0 0 0,0-1-1,0 1 1,0-1 0,0 1-1,0-1 1,0 0 0,-1 1 0,1-1-1,-1 0 1,1 0 0,-1 0-1,1 0 1,-1 0 0,1 0 0,-1 0-1,0 0 1,0-1 0,1 1 0,-1-1-1,0 1 1,-2-1 0,-5 1 31,-1-1 0,1 1 1,-1-2-1,1 0 1,-13-2-1,-1-2 6,2 0-1,-1-2 1,1 0 0,0-1-1,0-1 1,1-1-1,-29-20 1,27 15-38,1-1 0,0-1 0,1 0 0,1-2 0,0-1 0,-17-24 0,26 29-56,1-1 0,0 0 1,1 0-1,1-1 0,0 0 1,2 0-1,0 0 0,0-1 0,2 0 1,0 0-1,2 0 0,-1 0 1,2 0-1,4-33 0,-3 40-48,1 1-1,0-1 1,0 0-1,2 1 0,-1 0 1,1 0-1,1 0 1,-1 0-1,2 1 1,6-10-1,-2 7-123,0 0 1,0 1-1,1 0 0,1 0 0,-1 1 0,19-11 0,4 1-1189,1 2 0,0 1-1,2 2 1,65-18-1,9 4-4250,-1 0-1716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8:03.3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52 8116,'0'0'8612,"15"17"-7759,-5-6-692,0-2-19,-1 2 1,0-1 0,-1 2 0,0-1-1,0 1 1,-1 0 0,-1 0-1,0 1 1,5 16 0,-4-2 251,-1 1 0,-2 0 1,0 0-1,-1 44 0,-7-76-33,1-3-311,0 0 0,0-1 0,0 1 0,1-1 1,0 0-1,1 0 0,0 0 0,-1-14 1,2 6-14,0 0 0,1 0 0,6-28 0,-4 33-32,0 0 0,1 0 1,0 0-1,1 1 0,0 0 1,1 0-1,0 0 0,1 0 1,0 1-1,0 0 0,1 1 0,0 0 1,0 0-1,1 0 0,18-11 1,-15 12-12,1 0-1,0 0 1,0 1 0,1 1 0,-1 0 0,1 1 0,0 1 0,0 0 0,0 1-1,1 0 1,-1 1 0,21 2 0,-29-1-1,0 1 1,0-1-1,-1 2 0,1-1 0,0 1 1,0 0-1,-1 0 0,1 0 0,-1 1 1,0 0-1,1 0 0,-1 0 0,8 8 1,-7-5-13,0 0 0,0 1 0,-1 0 1,0 0-1,-1 0 0,1 1 0,-1-1 1,5 15-1,-2 2-259,-1 0 1,-1 0-1,-1 0 0,-1 1 1,0 45-1,-3-63 179,1 12-742,-1 0 1,-1 0 0,0 0-1,-2 0 1,0 0 0,-1 0 0,-10 28-1,-9 0-4494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8:03.6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278 1 9156,'0'0'3186,"201"89"-529,-121-3-608,-5 20-256,-16 15-449,-19 11-255,-21 10-481,-19 12-512,-6 12 16,-50 0-112,-32-2-80,-24-8-1088,-22-9-1826,-29-13-3185,-30-18-5410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8:07.5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97 544,'0'0'14172,"4"-18"-12670,12-56-491,-14 69-487,-1 12-399,-2 17-88,-18 120 700,-5 63 468,12 338 213,13-411-4618,-1-159-885,0-12-1613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8:07.8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2 494 8228,'0'0'6475,"0"-26"-4568,0 8-1598,-1 5-165,1 1 0,0 0 1,1 0-1,3-14 0,-3 20-80,1-1-1,0 1 0,0 0 0,1 1 1,0-1-1,0 0 0,0 1 0,1-1 1,-1 1-1,1 0 0,0 0 0,1 1 1,5-5-1,67-51 855,134-78 1,-104 71-550,-89 57-290,10-8-62,-49 21-2543,0 6 217,1 0 1,-33 22-1,4-2-1730,-14 5-2242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8:08.9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9 4498,'0'0'12883,"0"0"-12857,0 0-1,0 0 0,-1 0 1,1-1-1,0 1 0,0 0 1,0 0-1,0 0 0,0 0 1,0 0-1,-1-1 0,1 1 1,0 0-1,0 0 0,0 0 0,0 0 1,0 0-1,0-1 0,0 1 1,0 0-1,0 0 0,0 0 1,0-1-1,0 1 0,0 0 1,0 0-1,0 0 0,0 0 1,0-1-1,0 1 0,0 0 1,0 0-1,0 0 0,0-1 1,0 1-1,0 0 0,0 0 1,0 0-1,1 0 0,-1 0 1,0-1-1,0 1 0,0 0 1,0 0-1,0 0 0,1 0 1,-1 0-1,0 0 0,0-1 1,0 1-1,0 0 0,0 0 1,1 0-1,-1 0 0,0 0 1,0 0-1,0 0 0,1 0 0,-1 0 1,0 0-1,0 0 0,0 0 1,0 0-1,1 0 0,-1 0 1,0 0-1,0 0 0,1 0 1,2 0 20,1 0 1,0 0-1,-1 0 1,1 1 0,0-1-1,-1 1 1,1 0-1,0 0 1,-1 0 0,1 0-1,-1 1 1,0-1-1,0 1 1,6 3-1,48 38 330,-47-35-274,33 31 148,-2 2 0,-1 2-1,39 56 1,16 18 43,-89-110-268,0-1 0,1 1 0,-1-1 0,1 0 0,0-1 0,10 6 1,-13-12 72,-6-5 80,-5-9 71,-10-6-260,-33-33 0,7 9 1,-177-215 402,310 357 41,109 130-393,-189-215-37,-7-10 6,-1 0 0,0 0-1,0 1 1,-1-1 0,1 0 0,0 1 0,-1-1 0,1 1 0,-1-1 0,2 6 0,-24-14 250,-42-34-191,-109-87 0,131 95-68,6 5 15,1-1 0,-44-46 0,70 61-21,8 13 4,1 0-1,-1-1 1,0 1 0,0 0-1,1-1 1,-1 1-1,0 0 1,0 0 0,1-1-1,-1 1 1,0 0 0,0 0-1,1 0 1,-1-1-1,0 1 1,1 0 0,-1 0-1,0 0 1,1 0-1,-1 0 1,0 0 0,1 0-1,-1 0 1,1-1 0,-1 1-1,0 0 1,1 1-1,-1-1 1,0 0 0,1 0-1,-1 0 1,0 0-1,1 0 1,-1 0 0,0 0-1,1 0 1,-1 1 0,0-1-1,1 0 1,10 3-10,0 0 0,0 0 0,0 1 0,-1 1 0,0 0 0,11 6 0,62 43-50,-56-35 56,37 22 8,-34-22 2,0 0 0,-1 2 0,47 45 0,-72-62 34,-25-18 132,-3-7-152,1-1 0,1-2 0,-25-33 0,-50-86 25,95 140-37,-3-6 18,0 1 1,0-1-1,1 0 1,-5-13-1,9 22-26,1-1-1,-1 1 0,1 0 1,-1 0-1,0 0 0,1 0 1,-1 0-1,1 0 0,-1 0 1,1 0-1,-1 0 0,0 0 1,1 0-1,-1 0 0,1 0 1,-1 0-1,1 1 0,-1-1 1,0 0-1,1 0 0,-1 0 1,0 1-1,1-1 0,-1 0 1,1 0-1,-1 1 0,0-1 1,0 0-1,1 1 0,39 30-34,-2 2 0,60 65-1,-79-78 28,-1 2-1,0 1 0,-2 0 0,0 1 1,15 33-1,-31-57 10,1 1 0,-1-1-1,0 0 1,0 1 0,0-1-1,1 0 1,-1 1 0,0-1 0,0 0-1,0 1 1,0-1 0,0 0-1,0 1 1,1-1 0,-1 1 0,0-1-1,0 0 1,0 1 0,0-1-1,0 0 1,-1 1 0,1-1 0,0 0-1,0 1 1,0-1 0,0 1-1,0-1 1,0 0 0,-1 1 0,1-1-1,0 0 1,0 0 0,0 1-1,-1-1 1,1 0 0,0 1 0,-1-1-1,1 0 1,0 0 0,0 0-1,-1 1 1,1-1 0,0 0 0,-1 0-1,1 0 1,0 0 0,-1 1-1,1-1 1,-1 0 0,1 0 0,0 0-1,-1 0 1,1 0 0,0 0-1,-1 0 1,-25-4 62,23 3-58,-17-5 14,1 0-1,0-2 1,1 0 0,-24-14-1,-69-50-14,99 64 1,-22-15 27,0-2 0,2-2 0,-40-40 0,61 52-24,11 15-8,0 0 1,0 0 0,0-1 0,-1 1-1,1 0 1,0 0 0,0 0 0,0-1 0,0 1-1,0 0 1,0 0 0,0-1 0,0 1-1,0 0 1,-1 0 0,1-1 0,0 1-1,0 0 1,0 0 0,0-1 0,0 1 0,0 0-1,1 0 1,-1-1 0,0 1 0,0 0-1,0 0 1,0 0 0,0-1 0,0 1-1,0 0 1,0 0 0,1 0 0,-1-1 0,0 1-1,0 0 1,0 0 0,0 0 0,1-1-1,-1 1 1,0 0 0,0 0 0,0 0 0,1 0-1,-1 0 1,0 0 0,0 0 0,1-1-1,-1 1 1,0 0 0,0 0 0,0 0-1,1 0 1,-1 0 0,0 0 0,0 0 0,1 0-1,-1 0 1,0 0 0,0 0 0,1 1-1,-1-1 1,0 0 0,0 0 0,1 0-1,-1 0 1,0 0 0,0 0 0,3 1-21,9 0 6,0 0 1,0 2-1,0-1 0,-1 2 1,1-1-1,-1 1 0,1 1 1,19 11-1,89 62 67,-102-66-68,21 14 42,-2 2 0,63 60 0,-96-83 711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8:09.8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35 434 4194,'0'0'9623,"6"-2"-8276,31-11-260,-1-1-1,52-28 0,68-51-319,-128 77-708,-1-2 1,-1-2-1,-1 0 1,0-1-1,-2-2 0,0 0 1,19-27-1,-35 40-56,-1 0 102,1 1 0,1 0 0,8-9 0,-13 16-60,-1-1 0,1 1 0,-1 0 1,1 1-1,0-1 0,0 0 0,0 1 0,0 0 0,0-1 0,0 1 0,0 0 0,0 1 0,1-1 0,-1 1 0,6-1 910,-30 15-876,7-7-70,-407 221 282,371-205-258,4-2 49,-75 46 1,125-65 683,11 0-825,-1-1 77,9 4-1,1 2 0,-1 0-1,0 1 1,-1 2 0,0 0-1,-1 1 1,37 26 0,5 11 49,59 58-1,-92-78-60,-12-14-19,0 1 0,1-2 1,0-1-1,1 0 1,0-1-1,1-2 0,0 0 1,1-1-1,39 9 1,-59-16-700,-11-1-5996,1 0 5412,1 0 104,0 0 1,1 0-1,-1-1 1,-8-1-1,-17-12-3470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8:10.4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121 287 3890,'0'0'10394,"7"-15"-9708,-4 10-635,0-3 11,1 0-1,0 0 0,1 0 0,-1 1 1,2-1-1,-1 1 0,1 1 1,0-1-1,0 1 0,1 0 0,0 0 1,12-8-1,158-79 664,-46 26 119,-306 170 64,-24 13-506,161-94-165,18-11 94,1-1 0,-1 0 0,-28 8-1,47-17 383,6-5-465,422-282 323,-422 283-569,-4 2-2,-1 1-1,1-1 1,-1 1 0,1-1-1,-1 1 1,1 0-1,0-1 1,-1 1-1,1 0 1,0-1 0,0 1-1,-1 0 1,1 0-1,0 0 1,-1 0 0,1-1-1,0 1 1,1 0-1,-1 0-87,-20 13-130,5-5 223,-12 9 125,-1-1 0,-50 21-1,77-36-49,0 5-3046,3 20-4107,2-10 1836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8:13.3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41 234 1249,'0'0'3462,"-3"-21"-858,1 4-1943,-4-29 2120,1-54-1,5 84-1550,-1-13 1838,1 28-3030,0 1-1,0 0 1,0 0 0,0 0 0,0 0-1,0-1 1,0 1 0,0 0 0,0 0-1,0 0 1,0 0 0,0-1 0,0 1-1,0 0 1,0 0 0,0 0 0,0 0-1,-1 0 1,1-1 0,0 1 0,0 0-1,0 0 1,0 0 0,0 0 0,0 0-1,-1 0 1,1 0 0,0 0-1,0-1 1,0 1 0,0 0 0,-1 0-1,1 0 1,0 0 0,0 0 0,0 0-1,0 0 1,0 0 0,-1 0 0,1 0-1,0 0 1,0 0 0,0 0 0,-1 0-1,1 0 1,0 0 0,0 0 0,0 0-1,0 0 1,0 1 0,-1-1 0,1 0-1,0 0 1,0 0 0,0 0 0,0 0-1,-1 1 1,1-1-35,-1 1-1,0 0 1,1 0-1,-1 0 1,1 0-1,-1-1 1,1 1 0,0 0-1,-1 0 1,1 0-1,0 0 1,0 0-1,-1 2 1,-5 256 642,7-171-92,1-36-33,13 73 0,-7-72-600,2 77 0,-20-130-5472,-6 0-210,2 0-2117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8:14.6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0 434 5763,'0'0'11749,"26"-24"-10498,-26 24-1251,113-102 961,-94 87-786,0 1 0,1 1 1,1 1-1,22-10 0,-4 3 43,0-2-7,77-44 282,-97 53-378,-1 0 0,-1-2-1,32-30 1,-44 39-90,-3 3-4,0 0 0,0 0 0,0 0 0,-1 0-1,1 0 1,0 0 0,-1 0 0,1-1 0,-1 1 0,0 0 0,0-1 0,0 0 0,0 1 0,1-6 0,-2 8-45,-7 1-219,0 0 0,1 0 1,-1 1-1,1 0 0,-1 0 1,1 0-1,0 1 0,0 0 1,0 0-1,-10 8 0,-2 0-476,-271 165-13965,284-172 14807,-1-1 0,0 0-1,0 0 1,0 0 0,0-1-1,-1 0 1,1 0 0,-1-1 0,-9 2-1,-36-2 9069,49-1-8326,2 19 1747,2-8-2396,0 1 0,0-1 0,1 0 0,1 0 0,0 1 0,6 15 1,34 62 883,-28-60-797,14 26 334,46 66 0,-57-96-448,1-1-1,1-2 1,1 0-1,42 35 1,-58-52-117,-4-5 170,-2-7-203,0 0-1,0-1 0,-1 1 0,0 0 0,0 0 0,-1 0 0,0 0 0,0 0 0,-1 1 0,1-1 0,-8-7 1,-7-17-19,-33-56 11,-85-110-1,110 157-35,49 40-168,-6 4 143,-1 0 0,0 1 0,1 1 0,-2 0 1,27 14-1,-12-2 43,52 39 1,-59-38-5,0 1 0,-2 0 0,23 29 0,-34-36-6,0 1 0,0 0 0,-1 1 1,-1 0-1,-1 0 0,0 0 0,5 19 0,-11-34 2,-1 1 0,0-1 1,0 1-1,0-1 0,1 1 0,-1-1 1,0 1-1,0-1 0,0 1 1,0-1-1,0 1 0,0-1 0,0 1 1,0-1-1,0 1 0,0-1 0,0 1 1,-1-1-1,1 1 0,0-1 0,0 1 1,0-1-1,-1 1 0,1-1 0,0 0 1,0 1-1,-1-1 0,1 1 1,0-1-1,-1 0 0,1 1 0,0-1 1,-1 0-1,1 1 0,-1-1 0,1 0 1,-1 0-1,1 1 0,-1-1 0,1 0 1,-1 0-1,1 0 0,-1 0 1,1 0-1,-1 1 0,1-1 0,-1 0 1,1 0-1,-1 0 0,1-1 0,-1 1 1,0 0-1,-29-7 386,29 7-386,-17-7 54,0-1 0,0-1 0,1 0 1,-23-17-1,-62-54 62,94 74-119,-39-34 136,-69-73 1,116 113-136,0 0 0,0 0 0,0 0 0,0 0 0,0 0 0,-1 0 0,1 0-1,0 0 1,0 0 0,0 0 0,0 0 0,0 0 0,0 0 0,0 0 0,0 0 0,-1 0 0,1 0-1,0 0 1,0 0 0,0 0 0,0 0 0,0 0 0,0 0 0,0 0 0,0 0 0,0 0 0,-1 0-1,1 1 1,0-1 0,0 0 0,0 0 0,0 0 0,0 0 0,0 0 0,0 0 0,0 0 0,0 0-1,0 0 1,0 0 0,0 1 0,0-1 0,0 0 0,0 0 0,-1 0 0,1 0 0,0 0 0,0 0 0,0 0-1,0 0 1,0 1 0,0-1 0,0 0 0,0 0 0,1 0 0,-1 0 0,0 0 0,0 0 0,0 0-1,0 0 1,0 1 0,0-1 0,0 0 0,0 0 0,0 0 0,0 0 0,0 0 0,0 0 0,0 0-1,0 0 1,2 12-107,9 13 79,0-1 0,2 0-1,27 39 1,-13-22 25,-13-17-5,2-1 1,0-1 0,1 0-1,23 21 1,-40-43 9,0 1 0,0-1 0,1 0 1,-1 0-1,0 0 0,0 1 0,0-1 0,0 0 0,0 0 0,1 0 0,-1 0 0,0 1 0,0-1 1,0 0-1,0 0 0,1 0 0,-1 0 0,0 0 0,0 0 0,0 0 0,1 0 0,-1 0 0,0 0 1,0 0-1,1 0 0,-1 0 0,0 0 0,0 0 0,0 0 0,1 0 0,-1 0 0,0 0 0,0 0 1,0 0-1,1 0 0,-1 0 0,0 0 0,0 0 0,0 0 0,1 0 0,-1 0 0,0-1 0,0 1 0,0 0 1,0 0-1,1 0 0,-1 0 0,0-1 0,0 1 0,0 0 0,0 0 0,0 0 0,0 0 0,1-1 1,-1 1-1,0 0 0,0 0 0,0 0 0,0-1 0,0 1 0,0 0 0,0 0 0,0-1 0,0 1 1,0 0-1,0-22 92,-1 13-83,1-6-1,-2-1-1,0 0 0,0 1 0,-10-30 0,-27-58 40,-1-3 22,39 106-74,1-1-1,0 1 1,0-1-1,0 1 0,0 0 1,0-1-1,0 1 1,0 0-1,0-1 1,0 1-1,0-1 1,0 1-1,0 0 1,0-1-1,1 1 1,-1 0-1,0-1 0,0 1 1,0-1-1,1 1 1,-1 0-1,0-1 1,0 1-1,0 0 1,1 0-1,-1-1 1,0 1-1,1 0 1,-1 0-1,0-1 0,1 1 1,-1 0-1,0 0 1,1 0-1,-1 0 1,0-1-1,1 1 1,-1 0-1,1 0 1,-1 0-1,0 0 1,1 0-1,-1 0 0,0 0 1,1 0-1,-1 0 1,1 0-1,-1 0 1,0 0-1,1 1 1,-1-1-1,1 0 1,-1 0-1,25 7-125,-11-1 117,-1 0-1,1 1 0,-1 1 0,-1 0 0,19 16 0,-10-5 13,-1 0 0,21 26 0,5 17-3,-41-54 0,-1 0 0,0 0 0,0 0 0,0 1 0,-1-1 0,3 13 0,-33-22-5848,-23 5-1814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8:16.3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330 183 1489,'0'0'10266,"-17"0"-8778,14 0-1270,-63-2 987,13 2 3943,1096 0-3259,-922 0-1156,238-32-1,-351 31-652,30-7 151,-37 7-204,1 1 0,-1 0-1,0-1 1,1 1 0,-1-1 0,0 1-1,1-1 1,-1 1 0,0-1-1,0 0 1,0 0 0,0 0 0,0 0-1,1 0 1,-2 0 0,1 0-1,0 0 1,0 0 0,1-2 0,-2 3-8,0-1 1,0 1 0,0-1-1,0 1 1,0-1 0,0 1-1,0-1 1,0 1 0,0-1-1,0 1 1,0-1 0,-1 1-1,1-1 1,0 1 0,0-1-1,-1 1 1,1-1 0,0 1-1,0-1 1,-1 1 0,1 0 0,0-1-1,-1 1 1,1 0 0,-1-1-1,1 1 1,0 0 0,-1-1-1,1 1 1,-1 0 0,1 0-1,-1 0 1,1-1 0,-1 1-1,1 0 1,-1 0 0,1 0-1,-1 0 1,0 0 0,-21-5 1,0 2 0,-1 0 0,1 1 0,0 2 1,-28 2-1,-4-1-34,33-1 10,-541 11-84,45 12-280,65-5 350,447-17 7,8-1-9,16 0-35,2 0 8,750-20 239,-556 5-57,285-25 178,-343 19-271,-146 19-45,-8 2 4,0 0 1,-1-1 0,1 1-1,-1-1 1,1 0 0,0 1-1,-1-1 1,0 0-1,1-1 1,-1 1 0,5-3-1,-7 4 10,0-1-1,1 1 1,-1 0-1,0 0 1,0-1-1,1 1 0,-1 0 1,0 0-1,0-1 1,0 1-1,1 0 1,-1-1-1,0 1 0,0 0 1,0-1-1,0 1 1,0-1-1,0 1 1,0 0-1,0-1 0,0 1 1,0 0-1,0-1 1,0 1-1,0 0 1,0-1-1,0 1 0,0-1 1,0 1-1,0 0 1,0-1-1,0 1 1,-1 0-1,1-1 0,0 1 1,0 0-1,0 0 1,-1-1-1,1 1 1,0 0-1,-1-1 0,1 1 1,0 0-1,0 0 1,-1-1-1,-15-7 194,-5 3-200,0 0 0,0 2 0,-1 0 0,-27 0 0,-91 7-35,-95 21 13,19-1 5,205-23 12,-16 3 0,23-2-6,33-2-276,447-9-508,-457 8-2371,-32 1-4858,-14 1 2474,2-1-1320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8:17.7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409 268 4370,'0'0'3428,"8"-27"-1085,21-89-148,-28 113-2070,0-1-1,0 0 1,-1 0-1,1 0 0,-1 0 1,0 0-1,0 0 1,0 0-1,-1 0 0,1 0 1,-1 0-1,0 0 1,-2-5-1,1 6-37,0 1 1,0-1-1,0 1 0,0 0 1,0 0-1,0 0 0,-1 0 0,1 0 1,-1 1-1,1-1 0,-4-1 1,1 0 20,-7-3 113,1 1 0,-2 0 1,1 1-1,0 0 1,-1 1-1,0 0 0,0 1 1,-19 0-1,20 1-156,1 1 0,0 0 0,0 1-1,0 0 1,0 1 0,0 0 0,0 1 0,1 0-1,-1 1 1,-13 7 0,14-5-35,1 0 0,0 1 1,1 0-1,0 1 0,0 0 0,0 0 1,1 1-1,0 0 0,1 0 0,0 1 1,1 0-1,-1 0 0,-4 15 1,2-3 22,1 0 0,1 1 1,1 0-1,1 0 1,-2 36-1,6-45-23,0 0-1,0 0 1,1-1 0,1 1-1,0 0 1,7 21-1,-5-26-20,-1 1 0,2-1-1,-1-1 1,1 1 0,1-1-1,-1 1 1,1-2-1,1 1 1,14 13 0,-5-8 25,0 0 0,2-1 1,-1-1-1,2-1 1,-1 0-1,1-1 0,1-1 1,-1-1-1,1-1 1,35 6-1,5-3 175,1-3 0,82-3 0,-138-3-167,-1 0 0,0 0 0,0 0-1,0 0 1,0-1 0,0 0 0,0 0-1,6-2 1,-8 2-11,-1 0 1,0 0-1,0 0 1,0 0-1,0 0 0,0 0 1,0 0-1,0 0 1,0-1-1,0 1 0,0 0 1,-1-1-1,1 1 1,0 0-1,-1-1 0,1 1 1,-1-1-1,0 1 1,1-1-1,-1 1 0,0-1 1,0 1-1,0-1 1,0-2-1,0 3-109,0 0-1,0-1 1,0 1-1,0-1 1,0 1-1,0 0 1,1-1-1,-1 1 1,0 0-1,1 0 1,0-1-1,-1 1 1,1 0-1,0-1 1,1 0-410,-1 1-1,1-1 1,0 1-1,-1 0 1,1 0-1,0 0 1,0 0-1,0 0 1,2-1 0,19-6-5886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8:18.1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43 179 7475,'0'0'1430,"-6"-25"1017,-3-6-1397,1-1 1277,-9-49 0,15 72-676,2 10-247,0 19 0,0-10-1739,3 54 815,15 83 0,-2-27 156,18 267 183,-32-363-909,4 32-982,-5-52 365,0 0 0,0 0 1,1 1-1,-1-1 0,5 6 0,3-1-4122,6-7-1763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8:18.4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67 197 7043,'0'0'8177,"-7"26"-7070,-24 82-13,29-98-950,0-1 0,1 1 0,0 0 0,0 0-1,1 0 1,1-1 0,1 12 0,-2-16-62,2 0 0,-1 0 0,0 0 0,1 0-1,0 0 1,1 0 0,-1-1 0,1 1 0,-1-1 0,8 8 0,-5-6-18,1-1-1,0 0 1,1-1 0,-1 0-1,1 0 1,0 0 0,0-1-1,0 0 1,1 0 0,-1-1 0,0 0-1,1 0 1,0-1 0,-1 0-1,15 0 1,3 2 66,0-2 0,0-1-1,48-7 1,-65 6-100,-1-1 0,0 0 0,0 0 0,0 0-1,-1-1 1,1 0 0,-1-1 0,1 1 0,-1-1-1,0 0 1,-1-1 0,1 0 0,-1 1 0,0-2 0,0 1-1,0-1 1,-1 1 0,6-11 0,-5 7 54,-1 0 0,-1-1 0,0 1 0,0-1 0,-1 0 1,0 0-1,0 0 0,-1-15 0,0-8 183,-5-40 0,2 62-255,0 0 0,0 1-1,-1-1 1,0 1 0,-1 0-1,0 0 1,0 0 0,-1 0 0,-1 1-1,1 0 1,-2 0 0,1 0-1,-1 1 1,0 0 0,-1 0 0,0 1-1,0 0 1,-1 1 0,-17-11-1,14 10-39,-1 0 0,0 1 0,0 1 0,-1 0 0,1 1 0,-1 0 0,0 1 0,0 1 0,0 0 0,0 1 0,0 0 0,-1 1 0,1 1-1,-25 4 1,34-4-114,0 1 0,0 0 0,0 0 0,0 0 0,0 0 0,0 1 0,1 0 0,-1 0 0,1 0 0,0 0 0,0 1 0,0-1-1,0 1 1,1 0 0,-1 1 0,1-1 0,0 1 0,0-1 0,1 1 0,-4 8 0,1 0-653,1 0-1,0 0 1,1 0 0,0 1 0,2-1-1,-1 0 1,1 16 0,1-19-395,0 1 1,1-1 0,0-1-1,4 17 1,-2-16-124,1-1 0,1 0-1,0 0 1,8 12 0,-12-19 1161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8:18.9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524 262 7043,'0'-22'2524,"-3"-75"379,2 91-2709,0 1 0,0-1 1,0 0-1,-1 1 1,0-1-1,0 1 0,0-1 1,-1 1-1,0 0 1,0 0-1,0 0 0,-1 0 1,1 1-1,-1 0 1,0-1-1,-1 1 0,1 0 1,0 1-1,-1-1 1,0 1-1,0 0 0,0 0 1,-7-2-1,-4-1 33,0 1-1,-1 0 1,1 2-1,-1 0 1,0 0-1,-20 1 1,23 1-153,-16-1 231,0 1 1,-48 6-1,70-5-233,0 2 0,0-1 0,0 1 0,1 1 0,-1-1 0,1 1 0,-1 0 0,1 1 0,0 0 0,0 0 0,0 1 0,1 0 0,0 0 0,-11 10 0,14-10-56,0-1 0,0 1 1,0-1-1,0 1 0,1 0 0,0 0 1,0 0-1,0 0 0,1 1 0,-2 8 1,1-2-13,2 1 0,-1-1 0,3 20 0,-2-27-4,1 0 0,0-1 0,0 1 0,0-1 0,1 1 1,0-1-1,-1 1 0,2-1 0,-1 0 0,0 0 0,1 0 1,0 0-1,0-1 0,4 5 0,-1-2 4,1 0-1,0-1 1,0 0-1,0 0 1,1-1-1,-1 0 1,11 4-1,4-1 5,-1 0 1,1-2-1,0 0 0,1-2 0,28 2 1,-30-4-4,5 1 26,50-3 0,-70 0-24,0 0 0,0 1-1,0-2 1,0 1 0,-1-1-1,1 0 1,-1 0 0,1 0 0,-1-1-1,0 0 1,0 0 0,0 0-1,0-1 1,4-4 0,-4 3 4,-1 0 1,0 0-1,-1 0 1,1 0-1,-1 0 1,0-1-1,-1 0 1,1 1-1,2-12 1,-3 5 561,0 0 1,0-1-1,-1-22 1,-1 34-94,-2 36-444,2 1 1,1-1-1,2 0 1,13 60-1,-9-58 38,15 95 284,7 185-1,-30-85-114,0-217-228,-1 0-1,0 1 1,-1-1-1,0-1 1,-2 1-1,0-1 1,0 1 0,-9 15-1,10-23-8,-1 0 0,1 0 0,-1-1 1,0 1-1,-1-1 0,1-1 0,-1 1 0,-1-1 0,1 0 0,-1 0 0,1-1 0,-1 0 0,-1 0 0,1 0 1,0-1-1,-15 4 0,9-4 23,-1 0-1,1-1 1,-1 0 0,1-2 0,-1 1 0,0-2 0,1 1-1,-1-2 1,1 0 0,-1-1 0,1 0 0,-17-7 0,20 7-22,1-2 0,-1 0 1,1 0-1,0 0 0,1-1 0,-1-1 1,1 1-1,0-1 0,1-1 1,-1 0-1,2 0 0,-1 0 0,1 0 1,0-1-1,1 0 0,-7-16 1,6 10-114,1-1 1,1 1-1,1-1 1,0-1-1,1 1 1,0 0-1,1 0 1,1-1-1,1 1 1,0-1-1,2 1 1,-1 0-1,2 0 1,0 0-1,1 1 1,1-1-1,0 1 1,1 0-1,0 1 1,1-1-1,18-22 1,-4 12-694,0 1 0,1 1 0,51-38 0,-28 29-2164,73-38 0,-1 12-3421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8:19.3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84 8948,'0'0'12006,"-6"-18"-10969,-13-33-660,11 36-244,9 37 46,17 70 507,9 52 247,-4 56-93,13 82-618,-28-243-231,-2-6-3015,-4-11-9019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8:19.6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328 1 7940,'0'0'11071,"-12"20"-9961,7-12-980,-14 24 283,-1-2-1,-2 0 0,-28 29 1,12-18 215,-3-3 1,-80 61 0,123-97-462,-1-1 1,0 1 0,1-1-1,-1 0 1,1 1-1,0-1 1,-1 0-1,1 0 1,0 0-1,2 1 1,-1 0 6,36 21-119,1-2 0,52 19 0,91 23 96,-2 0-3159,-57-15-5204,-61-28 787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8:20.0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821 71 2689,'0'0'15327,"1"-16"-14337,-1 6-885,0 5-57,0 0 0,0 0-1,0-1 1,1 1-1,0 0 1,1-6-1,-2 11-43,0 0 0,1 0 0,-1 0 0,0-1 0,0 1 0,0 0 0,0 0 0,1 0 0,-1 0 0,0-1 0,0 1 0,0 0 0,0 0 0,1 0 0,-1 0 0,0 0 0,0 0 0,1 0 0,-1 0 0,0 0 0,0-1 0,0 1 0,1 0 0,-1 0 0,0 0 0,0 0 0,1 0 0,-1 0 0,0 0 0,0 1 0,1-1 0,-1 0 0,0 0 0,0 0 0,0 0 0,1 0 0,-1 0 0,0 0 0,0 0 0,0 1 0,1-1 0,-1 0 0,0 0 0,0 0 0,0 0 0,0 1 0,1-1 0,-1 0 0,0 0 0,19 30 289,10 32 116,-1 2 0,-4 2 0,-3 0 0,-2 1-1,-4 1 1,-2 0 0,6 131 0,-18-173-383,0-1-1,-2 0 1,-1 0-1,-1 0 1,-1 0 0,-1 0-1,-2-1 1,0 0-1,-18 41 1,8-36-11,-1 0-1,-1-1 1,-1 0 0,-2-2 0,-44 43-1,11-21-222,-104 71 0,79-67-2224,-2-3-1,-134 56 1,-1-24-8109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8:35.6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416 162 2657,'0'0'10074,"-5"-24"-8353,-3-7-1127,-13-33-1,20 61-541,0 1 0,0-1 0,0 1 0,-1 0 0,1-1 0,-1 1-1,0 0 1,1 0 0,-1 0 0,0 0 0,0 0 0,0 1 0,-1-1 0,1 1 0,0-1 0,-1 1-1,1 0 1,-1-1 0,1 1 0,-1 1 0,1-1 0,-1 0 0,0 1 0,1-1 0,-1 1 0,0 0-1,1 0 1,-6 0 0,-3 0 108,1-1-102,-1 1-1,0 0 1,1 1-1,-1 0 1,1 1 0,-1 0-1,1 0 1,-1 1-1,1 1 1,0 0 0,1 0-1,-1 1 1,1 0-1,-1 0 1,2 1 0,-1 1-1,1-1 1,0 1-1,0 1 1,0 0 0,-8 12-1,6-7-1,1 0-1,0 0 0,1 1 1,1 0-1,0 0 1,1 1-1,0 0 1,1 0-1,-3 20 0,3-5 55,1 0 0,2 0-1,2 59 1,3-65-72,0 0 1,1-1-1,2 0 1,0 0-1,2 0 1,0-1-1,2 0 1,0 0-1,2-1 1,0-1-1,23 30 1,-12-21 28,1-1 1,2-2 0,0 0 0,2-2-1,0 0 1,59 34 0,-65-46-55,0 0 1,1-2-1,0-1 0,1 0 1,-1-2-1,1-1 0,1-1 1,-1-1-1,1-1 0,0-1 1,45-3-1,-62 1 8,0-1 1,0 0-1,0 0 0,0-1 0,0 0 0,-1 0 1,1-1-1,-1 0 0,0 0 0,0-1 1,0 0-1,0 0 0,0 0 0,-1-1 1,0 0-1,0-1 0,0 1 0,-1-1 0,0 0 1,0-1-1,0 1 0,4-9 0,-2 2 115,-1 0 0,0-1 0,0 0 0,-2 0 0,0 0-1,0-1 1,-1 1 0,0-16 0,2-123 568,-6 103-656,0 2 17,-1 0 0,-13-62 0,10 83-52,-1 1-1,-2 0 1,-1 0 0,-1 0 0,-21-38 0,25 55-15,0-1 0,0 1 1,-1 0-1,0 1 1,-1 0-1,0 0 0,0 0 1,-1 1-1,0 0 0,0 1 1,0 0-1,-1 1 0,0-1 1,-19-5-1,6 4-36,-1 1 1,1 1-1,-1 2 0,0 0 1,-43 2-1,44 1-235,1 2 0,-1 1 0,1 0 0,0 2-1,0 0 1,1 2 0,-24 9 0,15-2-1157,1 1-1,1 1 0,0 1 1,-32 27-1,-10 18-5316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8:35.9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331 0 7924,'0'0'7622,"-25"19"-7259,16-12-322,-10 7 89,0 1 1,1 0-1,1 2 1,0 0 0,1 1-1,1 0 1,1 1 0,-20 35-1,11-2 128,1 1 0,3 1 0,3 1 0,1 0 0,4 1 0,1 1 0,3-1 0,3 1 0,5 101 0,0-141-234,1 1-1,1-1 1,1 0-1,1 0 1,0 0-1,1-1 1,1 0 0,0 0-1,1 0 1,1-1-1,14 19 1,-7-15-14,0-1 0,1 0 0,0-1 0,2-1 0,0-1 0,1-1 0,34 19 0,-4-7-319,1-3 0,0-2 0,85 22 0,166 19-6704,-150-44-628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8:36.7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1 115 3362,'0'0'11303,"4"-20"-9641,14-59-119,-13 64 1034,-5 32-2952,-1-9 560,3 145 676,32 230-1,-32-369-1003,14 66 540,-14-72-675,0-1 0,0 0 0,1 0 0,1 0 0,-1-1-1,1 1 1,0-1 0,7 9 0,2-4-3109,-1-8-1902,3-2-1858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8:37.2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78 217 7075,'0'0'10330,"-12"7"-10068,4-3-226,5-3-12,-1 0 0,1 1 0,0 0 0,0-1 0,0 1 0,0 1 0,0-1 0,0 0-1,0 1 1,0-1 0,1 1 0,0 0 0,-1 0 0,1 0 0,0 0 0,0 0 0,1 0 0,-1 1 0,1-1 0,-1 1 0,1-1 0,0 1 0,1-1 0,-2 8 0,2-5 21,0 0 0,0 1 0,0-1 0,1 0 0,0 0 0,0 0 1,0 0-1,1 0 0,0 0 0,0 0 0,1-1 0,0 1 0,0-1 0,0 1 1,0-1-1,1 0 0,0 0 0,0-1 0,0 1 0,1-1 0,-1 0 0,8 5 1,2 1-3,0-1 1,1 0-1,-1-1 1,2-1-1,-1-1 1,1 0-1,0-1 1,23 5-1,-2-4 28,1-2-1,60-1 0,-90-2-26,0-2 0,-1 1-1,1-1 1,-1 0-1,1-1 1,-1 0-1,1 0 1,10-5-1,-14 5 20,0 0-1,0-1 1,-1 1-1,1-1 1,-1 0-1,0 0 1,0 0-1,0 0 1,0-1-1,0 1 1,-1-1-1,0 1 1,1-1-1,-1 0 0,-1 0 1,4-8-1,-1-6 80,-1 0-1,-1-1 1,0 1-1,-1-1 0,-1 0 1,-4-30-1,2 35-126,-1 0-1,0 0 1,-1 0-1,-1 0 1,0 1-1,0 0 1,-1 0-1,-1 0 1,0 1-1,-1 0 1,-18-22-1,18 25-20,0 1 0,0 0 1,0 0-1,-1 1 0,0 0 0,0 0 0,-1 1 0,0 0 0,0 1 0,-1 0 1,1 1-1,-1 0 0,0 0 0,0 1 0,-17-2 0,17 4-30,1 1-1,-1 0 0,1 0 0,-1 1 0,1 0 1,-18 5-1,21-4-101,0 1 1,0 0-1,0 0 1,0 1-1,1 0 1,-1 0-1,1 1 1,0 0-1,-9 8 1,5-2-638,0 0 1,1 0-1,0 1 1,-14 26-1,17-28-484,1 1-1,1 0 1,0 0-1,1 0 1,0 1-1,-3 19 1,4 28-6886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8:37.7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423 255 7507,'0'-25'1172,"0"-10"230,-5-38 0,4 67-1200,0 1 0,0-1-1,0 1 1,-1 0 0,0-1 0,0 1 0,0 0 0,-1 0 0,0 0 0,0 1 0,0-1 0,0 1 0,-1-1 0,0 1 0,0 0 0,0 1 0,0-1 0,0 1 0,-1-1 0,0 1 0,1 1 0,-10-5 0,3 3-37,0 1 0,-1 0 0,1 1 0,-1 0 0,0 0 0,0 1 0,0 1 0,-17 2 0,19-2-109,0 2-1,0-1 0,1 1 0,-1 1 0,0 0 0,1 0 0,0 1 0,0 0 0,0 1 0,0 0 1,1 0-1,-1 1 0,1 0 0,1 0 0,-1 1 0,1 0 0,0 0 0,1 0 0,0 1 1,0 1-1,1-1 0,0 0 0,0 1 0,1 0 0,0 1 0,0-1 0,1 0 0,1 1 1,-1 0-1,2 0 0,-2 19 0,2-21-44,1-1 1,0 1 0,1-1-1,-1 1 1,1-1-1,1 1 1,0-1-1,3 11 1,-2-13-7,-1 0 0,1 0 0,0-1 0,1 1 1,-1-1-1,1 1 0,0-1 0,0 0 0,0 0 0,0-1 0,10 6 0,-2-2 6,1 0-1,0-1 0,0 0 0,0-1 1,1 0-1,0-1 0,22 3 1,-8-3 26,0-2 1,55-2-1,-78-1-28,-1 1 0,1-1 0,-1 0-1,1 0 1,-1 0 0,0-1 0,0 1 0,1-1 0,-1 0-1,0-1 1,0 1 0,-1 0 0,8-7 0,-6 4 23,0 0 0,-1-1 0,1 1 0,-1-1 0,0-1 0,0 1 0,-1 0 0,3-8 0,0-2 501,-1-1 0,-1 0-1,0 0 1,-1 0-1,-1 0 1,0-28 0,-2 44 222,0 2-756,-1 1 1,1-1 0,0 1-1,-1 0 1,1-1 0,0 1-1,0 0 1,0-1 0,0 1-1,0 0 1,1-1 0,-1 3-1,2 7-32,4 67 113,18 77-1,1 14 157,-11 233 149,-14-375-351,0-11-8,1-7-18,-1-1 1,0 0-1,-2 13 1,1-19-7,1 0 0,0-1 1,-1 1-1,1 0 1,-1-1-1,0 1 0,1-1 1,-1 1-1,0-1 1,0 0-1,0 1 0,0-1 1,0 0-1,0 1 1,0-1-1,-1 0 0,1 0 1,0 0-1,-1 0 0,1 0 1,-1-1-1,-2 2 1,-3 0 29,0 0 1,-1-1 0,1 0 0,0 0-1,-1 0 1,1-1 0,0-1 0,-1 1-1,1-1 1,0 0 0,0-1 0,-1 0-1,1 0 1,0 0 0,1-1 0,-9-4 0,9 4-18,0-1 0,0 1 0,0-1 1,0 0-1,1-1 0,0 1 1,0-1-1,0 0 0,1 0 1,-1-1-1,1 1 0,0-1 1,1 0-1,0 0 0,0 0 0,0-1 1,-3-9-1,4 8-16,1-1 0,-1 0 0,1 0 0,1 1 0,0-1 1,0 0-1,1 0 0,0 0 0,0 0 0,1 1 0,0-1 0,4-8 0,-2 7-39,1 0 0,0 1 0,1 0-1,-1 0 1,2 0 0,-1 0 0,2 1 0,-1 1 0,13-12 0,3 1-604,0 1 0,1 2 1,0 0-1,42-17 1,-9 9-3694,62-16 1,-29 14-3969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8:38.4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5186,'0'0'11139,"2"9"-10840,3 29 564,1 67 0,0-1 287,0-53-728,25 203 113,-31-253-529,2 11-434,0-1 0,1 1 0,5 13 0,-7-22-3,0-1 0,0 1 0,0-1 0,1 1 0,-1-1 0,1 0-1,-1 1 1,1-1 0,0 0 0,0 0 0,0 0 0,0 0-1,0-1 1,1 1 0,-1-1 0,0 1 0,1-1 0,4 2-1,22 2-5437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8:38.8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24 169 1473,'0'0'13590,"-4"17"-12918,2-8-532,-3 13 215,0-1 0,2 1 0,1 0 1,0 23-1,2-39-292,0 1 1,1-1-1,0 1 1,1-1 0,-1 1-1,1-1 1,0 0-1,1 0 1,-1 0-1,1 0 1,1 0 0,-1-1-1,1 0 1,0 1-1,0-1 1,0 0-1,1-1 1,0 1 0,0-1-1,0 0 1,0 0-1,11 5 1,-3-1 0,2-1 1,-1 0-1,1-1 1,0-1-1,0 0 1,0-1-1,31 4 1,-17-5-8,1-2 0,1-1 0,36-4 0,-60 3-16,0 0 0,1 0 1,-1-1-1,0 0 0,0 0 0,-1 0 0,1-1 0,0-1 1,-1 1-1,0-1 0,1 0 0,-2 0 0,1-1 0,0 1 1,-1-1-1,0-1 0,0 1 0,0-1 0,-1 1 0,0-2 0,0 1 1,-1 0-1,1-1 0,-1 1 0,-1-1 0,1 0 0,2-13 1,-1-1 172,-1-1 1,0 0-1,-2-43 0,-2 54-172,0 0-1,0 0 1,-1 0-1,-1 0 1,1 0-1,-2 0 1,0 1-1,0-1 1,-9-14-1,8 16-37,-2 1 0,1 0 0,-1 0 0,0 1 0,-1-1 0,0 2 0,0-1 1,0 1-1,-1 0 0,0 1 0,0 0 0,0 0 0,-16-5 0,5 5-21,0 0 0,0 0 0,-1 2 0,1 1 0,-37 0 0,50 2-124,-1 0-1,0 1 1,0 0 0,0 0-1,1 1 1,-1 0 0,1 0 0,-1 0-1,1 1 1,0 1 0,0-1-1,0 1 1,0 0 0,1 0 0,0 1-1,0 0 1,0 0 0,0 1-1,1-1 1,0 1 0,0 1 0,0-1-1,-5 10 1,4-4-781,0 0 0,0 0 0,1 1 0,1-1 0,0 1 1,1 0-1,0 1 0,-1 21 0,2 29-5257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8:39.3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320 159 7828,'0'0'2275,"-12"-24"599,0-2-1653,-31-46 1,41 68-1127,-1 1 0,0 0 0,0 1 0,0-1 0,0 0 0,0 1 0,0 0 0,-1 0 1,1 0-1,-1 0 0,0 0 0,1 1 0,-1 0 0,0-1 0,0 1 0,0 1 0,0-1 0,0 1 0,0-1 0,0 1 0,0 0 0,0 0 0,-6 2 0,-6-2 119,9 0-104,-1 1 0,0-1 0,1 1 0,-1 0 0,1 1 0,0-1 0,-14 6 0,17-5-81,0 0-1,0 1 1,0-1 0,1 1-1,-1 0 1,1 0 0,-1 0-1,1 0 1,0 1 0,0-1-1,1 1 1,-1 0-1,1 0 1,-3 5 0,1 1-15,0 0 0,1 0 0,0 0 0,1 1 0,0-1 0,0 1 0,1 19 0,0-22-9,2-1 0,-1 0 0,1 1 0,0-1-1,0 0 1,1 1 0,0-1 0,0 0 0,1 0 0,-1-1 0,2 1 0,4 8 0,-3-9-9,1 0 0,-1-1 1,1 1-1,1-1 0,-1 0 1,1 0-1,0-1 0,0 0 1,0 0-1,0-1 0,1 0 1,0 0-1,-1 0 0,14 1 1,6 1-23,0-2 1,53 0 0,-77-3 35,1 0 1,-1 0-1,1 0 0,0-1 1,-1 1-1,1-1 0,0 0 0,-1 1 1,1-2-1,-1 1 0,0 0 1,1-1-1,-1 0 0,0 1 1,0-1-1,0 0 0,0-1 0,0 1 1,0-1-1,-1 1 0,1-1 1,-1 0-1,0 0 0,0 0 0,0 0 1,0 0-1,0 0 0,-1 0 1,1-1-1,-1 1 0,0-1 0,0 1 1,0-1-1,0-4 0,3-71 1854,-4 63-280,-1 53-1411,20 249-11,-8-166 209,-7 219 0,-4-336-359,0 1-1,0 0 1,-1 0 0,0 0 0,0-1-1,0 1 1,0 0 0,0-1-1,-1 1 1,1-1 0,-1 0 0,0 1-1,0-1 1,-5 5 0,5-6 5,0-1 1,0 1 0,0-1-1,0 0 1,0 0-1,0 0 1,0 0 0,0 0-1,-1 0 1,1-1 0,0 1-1,-1-1 1,1 0-1,0 1 1,-1-1 0,1 0-1,0-1 1,-1 1 0,1 0-1,0-1 1,-1 1-1,1-1 1,0 1 0,-5-3-1,3 1 2,-1-1 0,1 1 0,0-1 0,0 0 0,0 0 0,0 0 0,1-1 0,-1 1-1,1-1 1,0 0 0,0 0 0,0 0 0,0 0 0,1-1 0,-1 1 0,-1-5 0,0-2-10,0-1 1,0 1-1,1-1 1,1 1 0,-2-21-1,2 14-103,1 0 1,1 0-1,1 0 0,1 0 1,4-17-1,-5 27-113,2 0-1,-1 1 1,1-1-1,1 1 1,-1 0 0,1 0-1,0 0 1,1 0-1,0 1 1,0-1 0,0 1-1,1 1 1,8-9 0,7 0-1962,0 0 0,1 1 0,44-19 0,10 2-6950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8:39.7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6675,'0'0'10327,"11"17"-9411,2 3-684,-2-4-62,-1 1 1,0 0 0,-1 1 0,9 26-1,-11-26 83,-1 0 0,-1 1 0,-1-1 0,0 1 0,1 31 769,-5-54-307,0-21-201,-1 9-363,1-1 0,0 1 0,2-1 1,0 1-1,4-17 0,-4 28-146,0 0 0,0 0-1,0 0 1,1 0 0,0 0 0,-1 1 0,2-1 0,-1 1 0,0 0-1,1 0 1,0 0 0,0 0 0,0 1 0,0 0 0,1 0 0,-1 0 0,1 0-1,0 0 1,0 1 0,5-2 0,3 0-5,0 1 1,0 1-1,1 0 0,-1 0 1,0 1-1,1 1 0,22 2 1,-31-2-23,1 1 0,-1 0-1,0 0 1,0 1 0,0-1 0,0 1 0,0 0 0,-1 0 0,1 1 0,0-1-1,-1 1 1,0 0 0,0 1 0,0-1 0,0 1 0,0-1 0,-1 1 0,1 0-1,-1 0 1,0 1 0,0-1 0,-1 1 0,1-1 0,-1 1 0,0 0 0,2 9-1,2 6-508,-2 1-1,0 0 0,-2 0 0,0 0 0,-1 27 0,-1-26-768,-2-1 0,0 1 0,0-1 0,-2 1 0,-1-1 0,-14 38 0,-22 36-6973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8:40.1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57 960,'0'0'14183,"3"-10"-13465,10-28-302,-13 37-411,0 1 0,0 0 0,0-1 0,0 1 0,0-1 0,0 1 1,1 0-1,-1-1 0,0 1 0,0 0 0,0-1 0,1 1 0,-1-1 0,0 1 0,1 0 1,-1 0-1,0-1 0,1 1 0,-1 0 0,0 0 0,1-1 0,-1 1 0,1 0 1,-1 0-1,0 0 0,1 0 0,-1 0 0,1-1 0,-1 1 0,0 0 0,1 0 0,-1 0 1,1 0-1,-1 0 0,1 0 0,-1 0 0,0 0 0,1 1 0,-1-1 0,1 0 0,0 0 1,8 13 67,-7-6-55,0 1 0,0 0 0,-1 0 0,0 0 0,-1 0 0,1 0 0,-3 14 0,1 4 46,1-20-37,0 0 1,-1-1-1,0 1 0,0 0 1,0-1-1,-1 1 0,0-1 1,0 0-1,0 1 0,0-1 1,-1 0-1,0 0 0,-5 6 1,-1-1 324,0 0 0,-1 0-1,0-1 1,-18 13 3635,36-22-2736,12-4-1406,78-15-348,0 4 1,170-3-1,-142 15-6908,-67-4-81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8:40.5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0 7796,'0'0'7750,"24"16"-7110,63 47 666,148 142 0,-205-173-926,-1 2-1,45 67 1,-61-79-261,-1 0 0,-1 1 0,-1 0 0,-1 1 0,-1 0 0,8 38 0,-10-31-98,-2 1 1,-2 0-1,0 0 1,-3 0-1,0 0 1,-2 0-1,-1 0 1,-2 0-1,-1-1 1,-1 0-1,-2 0 1,-1-1-1,-26 49 1,-4-8-118,-91 116 0,-68 52-3098,196-234 3064,-140 158-5339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8:41.4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48,'0'0'144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8:41.9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1002 307 112,'0'0'1766,"-24"1"-1016,-174 3 2462,138-4-1353,-224 0 4954,-140 0-724,414 1-5968,8 1-59,10 1-7,10 1-50,1-1 0,0-1 0,-1-1 0,27-1 0,10 0 21,150 0 144,95-2 46,97-12-88,91-9 65,78-2 153,692-19 786,1149-56 442,-1979 73-1428,-100 5 12,-104 1-73,-163 16-74,-31 3-5,-1-2 0,38-9 0,-67 13-2,0 1 0,0-1-1,0 0 1,1 0 0,-1 0 0,0 0-1,0 0 1,1 0 0,-1 0-1,0 0 1,0 0 0,1 0-1,-1 0 1,0 0 0,0-1-1,1 1 1,-1 0 0,0 0-1,0 0 1,1 0 0,-1 0-1,0 0 1,0 0 0,0-1-1,0 1 1,1 0 0,-1 0-1,0 0 1,0-1 0,0 1-1,0 0 1,1 0 0,-1 0-1,0-1 1,0 1 0,0 0-1,0 0 1,0-1 0,0 1-1,0 0 1,0 0 0,0-1 0,0 1-1,0 0 1,0 0 0,0-1-1,0 1 1,0 0 0,0 0-1,0-1 1,-8-4 102,-4 1-244,-1 1-1,1 1 1,0 0-1,-1 0 1,1 1 0,-22 2-1,-87 12-5260,-80 10-4811,43-20 1427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8:42.4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404 286 1425,'-23'2'949,"-152"12"2079,52-9 1129,41-5 3473,82 1-7607,0-1-1,0 1 1,0 0-1,0-1 1,0 1 0,0-1-1,0 1 1,0-1-1,1 1 1,-1-1 0,0 1-1,0-1 1,0 1-1,1-1 1,-1 1-1,0-1 1,1 1 0,-1-1-1,0 1 1,1-1-1,-1 0 1,1 1-1,-1-1 1,0 0 0,1 1-1,-1-1 1,1 0-1,-1 0 1,1 1-1,-1-1 1,1 0 0,-1 0-1,1 0 1,-1 0-1,1 0 1,0 0-1,-1 0 1,1 0 0,32 6 257,0-3 0,62 0 0,-51-3 40,184 1 955,106-7-496,98-21-181,88-6-38,1534-71 1634,0 32-911,-1684 60-1105,-121 0 33,-178 10-164,-53 2-36,0 0 1,0-2 0,0 0 0,0-1 0,23-6-1,-40 9-1,-1 0-1,1 0 0,-1 0 0,1 0 0,-1 0 0,1 0 0,-1-1 0,1 1 0,-1 0 1,1 0-1,-1 0 0,1-1 0,-1 1 0,0 0 0,1 0 0,-1-1 0,1 1 1,-1-1-1,0 1 0,1 0 0,-1-1 0,0 1 0,1-1 0,-1 1 0,0 0 0,0-1 1,1 1-1,-1-1 0,0 1 0,0-1 0,0 1 0,0-1 0,0 1 0,1-1 0,-1 1 1,0-1-1,0 1 0,0-1 0,-1 0 0,1 1 0,0-1 0,0 1 0,0-1 0,0 1 1,-1-1-1,0-1 4,1 1 0,-1 0 0,0 0 0,-1-1 0,1 1 0,0 0 0,0 0 0,0 0 0,-1 1 1,1-1-1,-2-1 0,-8-2-549,1 1 0,-1 0-1,0 0 1,0 1 0,-1 0 0,1 1 0,-20 1 0,-7 2-3588,-38 9 0,9-2 656,-83 6-6376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48:42.9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159 316 3153,'0'0'3890,"-24"1"-2217,-111 3 9412,184-2-10562,208-15 368,-20-4-619,89-4 99,86-2-62,73-6-7,1205-44 643,6 25-154,-948 28-611,-415 7-100,-279 8-38,-45 1 215,-12-2-162,-12-4-83,15 10-10,-9-4-119,0 0-1,-1 0 1,1 1 0,-1 1 0,0 0-1,-11-2 1,-34 0-3186,-1-1-4816,19-3-1662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0:14.7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292 83 4530,'0'0'4055,"-27"0"-2521,-85 0-205,82 0 141,-37 5 1,12-1 3066,88-4-4407,792-24 826,-361-16 484,-429 35-834,-37-8-518,1 12-201,-1 0-1,1 0 0,-1 0 1,1 0-1,-1 1 1,0-1-1,1 0 0,-1 1 1,0-1-1,0 1 1,1-1-1,-1 1 0,-3 0 1,-29-1-2292,20 2 1072,-36-1-3317,-16 0-1355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0:15.2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589 0 6035,'0'0'9495,"-13"7"-9223,-36 22 280,2 1 0,-71 62 1,44-33 44,-201 166 1844,274-224-2375,0 0-1,0 0 0,0 0 0,0 0 1,0 0-1,0 0 0,0 1 1,1-1-1,-1 0 0,0 0 0,1 1 1,-1-1-1,1 0 0,0 1 0,-1-1 1,1 1-1,0-1 0,0 1 1,0-1-1,0 0 0,0 1 0,0-1 1,0 1-1,0-1 0,1 1 0,-1-1 1,0 0-1,1 1 0,-1-1 1,2 2-1,1 2-90,0 0 0,0 0 1,1 0-1,0 0 1,8 8-1,14 10 48,2 0-1,0-2 1,1-1 0,0-1 0,49 21-1,169 61 24,-178-76-105,-60-22-39,165 68-2559,-139-54-2558,38 24 0,-41-19-3488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0:15.6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163 135 4594,'0'0'3476,"-24"0"-1347,-77-1-405,63-1 760,41 0-538,12-1-1126,549-54 1399,-479 50-2119,672-39 1602,-732 46-1145,-25-1 75,0 0-612,0 1 0,1-1 1,-1 0-1,0 1 1,0-1-1,0 1 1,0-1-1,-1 1 0,1-1 1,0 1-1,0-1 1,0 1-1,0-1 1,0 1-1,-1-1 0,1 1 1,0-1-1,0 1 1,-1-1-1,1 1 0,0-1 1,-1 1-1,1 0 1,-1-1-1,-7 0-997,1 0 0,-1 1 0,-14 0 0,-1 1-1857,-25-1-4881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3:53.7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81 20 1681,'0'0'4279,"-5"0"-3302,-70 0 6474,78 0-7326,48 0-20,209-7 1047,-453 8-465,83-3-454,105 2-254,4 0-46,10 0-266,49 0 435,86-11 1,-186 10 1293,42 5-1372,3 70 440,23 136 0,-10-85-323,-16-124-339,0 0 0,0-1 0,0 1 0,1-1 0,-1 1-1,0 0 1,0-1 0,1 1 0,-1-1 0,0 1 0,1-1-1,-1 1 1,1-1 0,-1 1 0,1-1 0,-1 0 0,1 1 0,-1-1-1,1 1 1,-1-1 0,1 0 0,-1 0 0,1 1 0,0-1-1,-1 0 1,1 0 0,-1 0 0,1 0 0,0 0 0,-1 1 0,1-1-1,0 0 1,-1-1 0,1 1 0,0 0 0,-1 0 0,1 0-1,-1 0 1,1 0 0,0-1 0,6 1-965,12 0-3439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3:54.1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145 1 5218,'0'0'8706,"-13"9"-8202,4-3-412,0 1 0,0 1 0,1-1 0,0 1 0,0 1-1,1-1 1,0 1 0,1 1 0,0-1 0,-5 12 0,3-1 141,1 0 0,0 0 0,2 1 0,-5 40 1,3 88 374,8-131-612,0-1 1,1 1-1,1 0 0,0-1 1,1 0-1,1 0 0,1 0 0,1 0 1,0-1-1,1 0 0,0 0 0,2-1 1,0 0-1,23 26 0,-29-37-194,0-1-1,0 1 0,1-1 1,0 0-1,0 0 1,-1 0-1,1-1 1,1 0-1,-1 0 1,0 0-1,6 1 0,2-1-1479,-1 0-1,1-1 0,22-1 1,7-2-3997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3:54.5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6067,'0'0'8734,"10"7"-8112,-5-4-539,0 1-1,0 0 1,0 0-1,0 0 1,-1 0-1,1 1 1,-1 0-1,-1 0 1,1 0-1,-1 0 1,1 1 0,-2 0-1,1-1 1,-1 1-1,3 8 1,4 36 378,-2-1 0,-2 1 0,-2 0 0,-5 66 0,2-112-410,-1 0 1,0-1 0,1 1-1,-1-1 1,0 1 0,-1-1-1,1 1 1,-1-1 0,0 1-1,-2 3 1,3-6-21,0 0 1,1 0-1,-1 0 1,0 0-1,0 0 1,0 0-1,0 0 0,1 0 1,-1-1-1,0 1 1,0 0-1,0-1 1,-1 1-1,1-1 0,0 1 1,0-1-1,0 1 1,0-1-1,0 0 0,-1 0 1,1 1-1,0-1 1,0 0-1,0 0 1,-1 0-1,1-1 0,0 1 1,0 0-1,0 0 1,-1 0-1,1-1 0,0 1 1,0-1-1,0 1 1,-2-2-1,2 1-1,0 0 0,0-1 0,0 1-1,0-1 1,1 1 0,-1-1 0,0 1 0,1-1 0,-1 1-1,1-1 1,-1 0 0,1 1 0,0-1 0,0 0-1,0 1 1,0-1 0,0 0 0,0 1 0,1-3 0,-1-4 40,-1-4-58,0 0-1,1 0 1,0 0-1,1 0 1,1 0 0,0 0-1,0 1 1,1-1-1,1 1 1,0-1-1,8-14 1,-4 12-19,1 1-1,0 0 1,1 0 0,0 1 0,1 1 0,0 0-1,1 0 1,16-10 0,-18 14-4,1 0 0,0 1 1,0 1-1,0 0 0,1 0 0,-1 1 0,1 1 0,0 0 1,0 0-1,0 1 0,15 0 0,-17 1-21,0 1-1,0 0 1,0 1-1,1 0 1,15 5-1,-21-5 26,0 1 0,0 1 0,0-1 0,-1 1 0,1 0 0,-1 0 0,1 0 0,-1 0 0,0 1 1,0-1-1,-1 1 0,5 6 0,1 2-7,-1 0 0,-1 1 0,0 0 0,0 0 0,-2 0 0,0 1 0,0 0 0,-1 0 1,4 28-1,-3 5-1478,-2 81-1,-3-95 73,0-29 856,0 0 0,-1 1 1,2-1-1,-1 0 0,0 1 0,1-1 0,0 0 0,0 0 0,0 0 0,1 0 1,-1 0-1,1 0 0,3 6 0,13 7-6263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3:54.9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 1 6739,'0'0'8172,"18"25"-7100,54 89-191,-65-103-748,-1 1 0,0 0-1,-1 1 1,-1 0 0,0-1 0,0 1 0,-2 0 0,3 19 0,-2-8 23,5 42 114,-3 0-1,-5 99 1,0-157-274,-1-1-1,0 1 1,0-1 0,-1 0 0,1 0 0,-2 1 0,1-1-1,-1-1 1,0 1 0,-1 0 0,1-1 0,-1 1 0,0-1-1,-1 0 1,0-1 0,0 1 0,0-1 0,0 0 0,-1 0-1,-8 5 1,9-7-439,-1 0-1,0 0 1,0-1-1,0 1 1,0-2-1,0 1 1,0 0 0,0-1-1,-8 0 1,3-3-4309,9-10-1782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3:55.3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 3 7491,'0'0'11286,"-16"0"-10502,29 0-688,16 0-64,9 0-32,5 0-64,2 0-912,-5-2-1554,-8 2-1039,-16 0-1522</inkml:trace>
  <inkml:trace contextRef="#ctx0" brushRef="#br0" timeOffset="1">73 87 2561,'0'0'12294,"-27"15"-11670,59-10-208,16-5-240,8 0-176,9 0-992,7 0-2418,13-3-3953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3:55.9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396 143 3105,'0'0'6585,"-11"-22"-4862,-2-3-1062,-26-39-1,37 61-607,0 0 0,-1 1 0,1-1 0,-1 1 0,0 0 0,0 0 0,0 0 0,0 0 0,0 0 0,0 1 0,0 0 0,-1-1 0,1 1 0,0 0 0,-1 0 0,1 1 1,-1-1-1,1 1 0,-1 0 0,1 0 0,-1 0 0,1 0 0,-8 2 0,-6-1 125,8-1-141,0 1 0,-1 0 0,1 1 0,0 0-1,0 0 1,0 1 0,0 0 0,0 1 0,1 0 0,-1 0 0,1 1 0,0 0-1,1 0 1,-1 1 0,1 0 0,0 0 0,0 1 0,1 0 0,0 0-1,-10 15 1,9-10-34,-1 0 0,2 1-1,0 0 1,1 0-1,0 1 1,1-1 0,0 1-1,1 0 1,0 0 0,2 0-1,-1 0 1,2 0 0,1 22-1,0-30-2,0 0 0,0 0-1,1 0 1,0 0-1,0 0 1,0 0 0,1-1-1,0 1 1,0-1 0,0 1-1,1-1 1,-1 0 0,1 0-1,1-1 1,-1 1 0,1-1-1,-1 0 1,1 0 0,0-1-1,1 1 1,-1-1 0,1 0-1,11 4 1,0-1 9,1-1 0,0 0-1,0-1 1,0-1 0,1-1 0,34 0 0,-46-2 0,1 0 1,-1-1 0,0 0 0,1-1 0,-1 0-1,0 0 1,0 0 0,0-1 0,0 0 0,-1 0-1,1-1 1,-1 1 0,0-2 0,0 1 0,0-1-1,-1 1 1,1-2 0,6-7 0,-6 5 63,0 0 1,0-1-1,-1 0 1,0 0-1,-1 0 1,0-1-1,0 0 1,-1 1-1,0-1 1,-1 0-1,0-1 1,1-18-1,-3-36 3068,0 65-2832,0 12-384,1 5 63,0-1-1,2 1 1,0 0-1,0-1 1,2 1 0,0-1-1,1-1 1,0 1-1,1-1 1,1 0-1,15 21 1,-19-31-191,1 0-1,0 0 1,0-1 0,0 0 0,0 0-1,1 0 1,0-1 0,-1 1-1,1-1 1,1-1 0,-1 1 0,0-1-1,1 0 1,-1-1 0,8 2 0,12 0-1181,0-1 1,40-2 0,-32 0 66,60 0-2642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3:56.3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57 27 4786,'0'0'8601,"-12"0"-7653,-29 0-266,38 0-389,5 0 37,30 0 416,188-19 483,-190 15-1265,11 1-1099,-25 3-8002,-23 0 4087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3:56.6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 5 3858,'0'0'9780,"0"0"-9750,0-1 0,0 1 0,0 0 0,0 0 0,0 0 0,0-1 0,-1 1 0,1 0 0,0 0-1,0 0 1,0-1 0,0 1 0,0 0 0,-1 0 0,1 0 0,0 0 0,0-1 0,0 1 0,0 0 0,-1 0 0,1 0 0,0 0-1,0 0 1,-1 0 0,1 0 0,0 0 0,0-1 0,0 1 0,-1 0 0,1 0 0,0 0 0,0 0 0,-1 0 0,1 0 0,0 0 0,-1 1-1,0 3 127,1 0 0,-1 0 0,1 0 0,0 0 0,0 1-1,1 4 1,-1 5 261,3 24-13,1-1 1,2 0-1,2 0 1,16 46-1,-19-65-477,9 27-848,-13-42 381,0-1 0,0 1 0,1-1 0,-1 1 0,1-1 0,-1 0 0,1 0 0,0 0 0,0 0 0,0 0 1,0 0-1,0 0 0,4 2 0,10 2-4652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3:57.0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160 0 6947,'0'0'8617,"-10"25"-8059,7-16-471,-24 60 693,-18 76-1,22-36 124,-18 201 0,30 114 250,13-366-1086,2-1 0,3 1 0,19 80 0,-15-96-52,2 0 0,2-1 1,2-1-1,1-1 1,28 44-1,-33-63-18,2 0-1,0 0 1,1-2-1,1 0 1,0-1-1,27 20 1,-32-29-292,-1 0 1,1-1-1,0 0 1,1-1 0,18 6-1,-23-10-265,1 1 0,-1-2 0,0 1 0,1-1 1,0 0-1,-1-1 0,1 0 0,-1-1 0,14-1 0,-20 1 241,0 1-1,0-1 1,0 1 0,0-1 0,0 0-1,0 0 1,0 0 0,0 0 0,0 0-1,0 0 1,0-1 0,0 1 0,-1-1-1,4-2 1,-1-3-1392,1 0 1,-1-1-1,6-15 0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3:57.3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6515,'0'0'7241,"8"27"-6124,26 87-140,-31-102-720,0 0 1,-1 0 0,0 0-1,-1 0 1,-1 0-1,-1 22 1,0-3 415,1-28 1102,3-14-1363,6-23-374,-5 20-27,-2 8-11,-1-1 0,1 1 1,0 0-1,1 0 1,0 0-1,0 1 1,0-1-1,0 1 0,1-1 1,0 1-1,6-6 1,-6 7-6,1 1 0,-1-1 0,1 1 0,0 0 0,0 1 0,0-1 0,0 1 0,0 0 0,1 0 0,-1 1 0,0-1 0,1 1 0,0 0 0,8 0 0,-10 2-1,-1-1 0,1 0 0,0 1 0,-1-1 0,1 1 0,-1 0 0,1 0 0,-1 1-1,1-1 1,-1 1 0,0 0 0,0 0 0,1 0 0,-1 0 0,-1 0 0,1 1 0,0-1 0,0 1 0,-1 0-1,0-1 1,0 1 0,1 1 0,-2-1 0,3 4 0,39 95-274,-39-87-675,0 0 0,0 0 1,-2 0-1,1 1 0,-2-1 0,0 1 1,-3 26-1,2-8-2962,0 21-3900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3:57.7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37 3666,'0'0'15591,"187"0"-14679,-93 0-336,5 0-79,0-3-257,-11-9-224,-13 3-16,-19 1-144,-21 3-993,-19 5-768,-30 0-6002,-28 13-529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3:58.1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 1 7860,'0'0'10108,"-2"12"-9854,-4 241 1910,6-216-2114,0-37-47,-1 1 1,1 0-1,1 0 1,-1 0-1,0 0 1,0 0-1,0-1 0,0 1 1,1 0-1,-1 0 1,0 0-1,1-1 0,-1 1 1,0 0-1,1 0 1,-1-1-1,1 1 1,-1 0-1,1-1 0,0 1 1,-1-1-1,1 1 1,0 0-1,-1-1 1,1 0-1,0 1 0,0-1 1,-1 1-1,1-1 1,0 0-1,0 1 0,1-1 1,31 0 155,-17-1-111,222-11 8,-235 12-60,0 0-1,-1 0 1,1 1-1,0-1 0,-1 0 1,1 1-1,0 0 1,-1-1-1,1 1 1,-1 0-1,0 0 1,1 1-1,-1-1 1,0 0-1,1 1 0,-1 0 1,0-1-1,0 1 1,0 0-1,-1 0 1,1 0-1,0 0 1,-1 0-1,3 4 1,-2-1-11,0-1 1,-1 1 0,0 0 0,1 0-1,-1 0 1,-1 0 0,1 0 0,-1 0-1,0 0 1,0 0 0,0 0 0,-2 6-1,1-7 17,0-1-1,-1 1 0,1-1 0,-1 0 1,0 0-1,0 0 0,0 0 0,0 0 1,0 0-1,-1-1 0,1 1 0,-1-1 1,0 1-1,0-1 0,0 0 0,0 0 1,0 0-1,0-1 0,0 1 0,0-1 1,-1 1-1,-6 0 0,-4 3 27,-1-2 0,0 0 0,-1 0 0,-14 0-1,29-3-25,-12 1-96,1-1 1,0 0-1,-1 0 1,-21-5-1,31 5-62,0-1-1,0 0 1,0 0-1,0 0 1,0-1-1,0 1 0,1-1 1,-1 1-1,1-1 1,-1 0-1,1 0 0,0 0 1,-1 0-1,1-1 1,0 1-1,0 0 0,1-1 1,-1 0-1,0 1 1,1-1-1,0 0 1,-1 0-1,1 1 0,-1-7 1,0-1-1268,1 0-1,0 0 1,0 0 0,1 0 0,3-19 0,5-23-6060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3:58.5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7123,'0'0'8764,"26"31"-7147,0-1-1266,7 7 70,-2 1 0,-2 1 1,37 65-1,-25-27 287,44 114 1,-69-146-630,-1 0 0,-3 2 0,-2 0-1,6 57 1,-13-62-20,-3 72-1,-1-98-56,-1-1-1,-1 1 1,0-1 0,-1 0 0,0 0-1,-2 0 1,-12 25 0,7-21-164,0-1-1,-2-1 1,0 0 0,-30 30 0,32-37-758,-1 0 0,0 0 0,-1-1 0,-17 8 0,-17 2-5947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3:58.8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1 268 7299,'0'0'10629,"195"-3"-10085,-128-4-255,0 0-257,-6 0-32,-13-1-385,-16 1-1519,-16 2-1394,-16-4-2641</inkml:trace>
  <inkml:trace contextRef="#ctx0" brushRef="#br0" timeOffset="1">257 1 8356,'0'0'10901,"-5"24"-10837,5 26 176,0 15 240,0 12-160,0 3-96,0 1-192,0 1-32,0-10-32,0-4-1296,0-13-2050,8-9-2384,29-15-4067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4:00.1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68 0 3602,'0'0'11426,"-2"3"-10431,0-1-946,0 1-1,1-1 0,-1 1 0,1 0 1,-1 0-1,1-1 0,0 1 0,1 0 1,-1 0-1,0 0 0,1 0 1,-1 0-1,1 0 0,0 0 0,0 0 1,1 4-1,-2 12 188,-33 419 2769,22-300-2923,8-52-341,4-51-3091,0-26 1681,16-7-8914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4:00.5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1 236 6531,'0'0'4450,"0"-154"-1953,21 120-1328,6 8-465,8 9-496,5 12-208,0 5-64,3 0-400,-6 10-817,-10 11-640,-9 8-784,-15 0-736,-3 2-1522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4:00.9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0 549 6611,'0'0'11429,"59"0"-10660,-3 0-241,6 0-432,7 0-96,3-2-48,-5-12-1313,-3-6-1968,-15-1-2978</inkml:trace>
  <inkml:trace contextRef="#ctx0" brushRef="#br0" timeOffset="1">949 1 8868,'0'0'9348,"-123"185"-8243,115-103-417,8 2-112,0 5-175,0 0-257,22 0-96,7-12-48,6-14-32,5-18-577,8-16-1440,6-17-2144,-1-12-1858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4:01.2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8612,'0'0'8780,"9"17"-8399,-9-16-370,14 24 299,-2 0 0,-1 1 1,14 51-1,-17-31 13,-2 0 1,-2 1-1,-2 57 1,-2-104-159,0-5 190,-1-14-214,1 1 1,1 0-1,1-1 0,0 1 1,1 0-1,1 0 1,1 0-1,1 0 0,11-24 1,-9 28-124,0 0 1,2 1-1,0 0 1,0 0-1,1 1 0,0 1 1,1-1-1,20-13 1,-25 20-22,0 1 1,0-1-1,1 1 1,-1 0-1,1 1 0,0-1 1,0 2-1,0-1 1,1 1-1,-1 0 1,0 1-1,1 0 1,0 1-1,-1-1 1,1 1-1,-1 1 0,17 3 1,-21-3-11,0 1 0,0-1 0,0 2 0,0-1 0,0 0 0,0 1 0,0-1 0,-1 1 0,0 0 0,1 0 0,-1 0 0,0 1 0,0-1 0,-1 1 0,1 0 0,2 5 0,3 7-18,-1 0-1,10 31 1,-9-19-19,-1 1 0,-2 0 0,3 47 0,-5 91-3492,-3-109-117,0-26-1410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4:01.6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25 10997,'0'0'5218,"166"-24"-2736,-113 62-1042,-7 37-431,-9 23-257,-18 25-160,-19 21-208,0 8-336,-22 9-48,-26-4-288,-13-3-2497,-9-17-3858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4:05.1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453 10 2465,'0'0'9565,"0"0"-9439,1-1 0,-1 1 1,0 0-1,0 0 1,0-1-1,0 1 0,0 0 1,0-1-1,0 1 1,0 0-1,0 0 0,0-1 1,0 1-1,0 0 1,0-1-1,0 1 0,0 0 1,0-1-1,0 1 1,0 0-1,0 0 0,-1-1 1,1 1-1,0 0 1,0 0-1,0-1 0,0 1 1,-1 0-1,1 0 1,0 0-1,0-1 0,0 1 1,-1 0-1,1 0 1,0 0-1,-1-1 0,-15 2 118,0 1 0,0 0 0,0 1 0,1 0 0,-1 2 0,1 0 0,0 0-1,-21 12 1,18-8-82,1 1-1,-1 1 0,2 1 1,0 0-1,0 2 0,-20 21 1,22-17-84,0 1 0,1 1 0,2 0 0,-1 0 1,2 1-1,1 0 0,1 1 0,1 0 1,-6 29-1,0 16 90,-8 128-1,14 281 682,10-418-727,3 1 1,2-1-1,2-1 1,33 101-1,-29-117-77,3-1 0,1 0 1,2-1-1,1-2 0,2 0 0,2-1 0,34 38 1,-16-29 5,3-2 1,2-2-1,1-2 1,2-2-1,64 35 1,290 129 225,-349-175-271,40 24 10,-96-51-57,1 1 1,-1 0-1,1-1 1,-1 1 0,1 0-1,-1-1 1,0 1-1,1-1 1,-1 1-1,0-1 1,0 1 0,1-1-1,-1 1 1,0-1-1,0 1 1,0-1-1,1 1 1,-1-1-1,0 1 1,0-1 0,0 1-1,0-1 1,0 1-1,0-1 1,0 1-1,0-1 1,0 1 0,-1-1-1,1 1 1,0-1-1,-3-27-3121,1 24 2071,0 1 0,0-1-1,0 0 1,-1 0-1,0 1 1,1 0-1,-1-1 1,-5-3-1,-11-10-7624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4:05.5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447 33 6339,'0'0'12347,"-7"-6"-11296,-18-16-408,20 18-456,4 7-62,1 10-14,0-1 0,1 1 0,1-1 0,0 1 0,0-1 0,1 1 0,7 17 1,1-2 23,94 257 479,-92-241-594,-2 0 1,-2 1-1,-2 1 0,2 74 1,-9-115-11,0-1 0,0 1 0,-1-1 1,1 0-1,-1 1 0,-2 7 0,2-10-2,0 0-1,-1 0 1,1 0-1,-1 0 1,1 0-1,-1 0 1,0 0-1,0-1 0,0 1 1,0-1-1,0 1 1,0-1-1,-3 1 1,-21 12 173,-1-1 0,0-1 1,-35 9-1,-91 19 229,122-32-369,-187 37 405,203-44-444,12-1-279,12 0-2732,0 0 1536,-1 0 0,0-1 1,0 0-1,10-3 0,50-19-8699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4:06.6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550 122 6211,'0'0'3473,"-29"-18"-1362,29 18-2111,-126-74 1600,117 70-1364,0-1 0,-1 1-1,1 1 1,-1 0 0,0 0-1,1 1 1,-1 0 0,0 0-1,0 1 1,-1 1 0,-16 0-1,3 1 510,23-1-705,-1 0 0,1 0 0,-1 1 0,1-1 0,-1 0 0,1 1 0,-1-1 0,1 1 0,-1 0 0,1-1 0,0 1 0,-1 0 0,1 0-1,0 0 1,-1 0 0,1 0 0,0 0 0,0 0 0,0 0 0,0 0 0,0 1 0,0-1 0,1 0 0,-1 1 0,0-1 0,1 1 0,-1-1 0,0 0 0,1 1 0,0 0 0,-1 2 0,0 5-41,-1 1 0,2 0 0,-1 0 0,2 9 0,0-5 111,-2 48 870,2 78 1317,0-135-2295,0 0 0,1 1 1,-1-1-1,1-1 0,0 1 1,0 0-1,0 0 1,1-1-1,-1 1 0,1-1 1,0 0-1,1 0 1,-1 0-1,1 0 0,-1 0 1,1-1-1,0 0 0,1 0 1,8 5-1,3 2 7,1-2-1,0-1 1,0 0 0,24 6-1,122 20 26,-106-24-33,83 24 0,-123-28-3,-1 1 0,-1 0-1,1 1 1,-1 1 0,0 1 0,-1 0-1,0 1 1,-1 0 0,19 19 0,-28-25 0,-1 0 1,1 0-1,-1 0 0,0 1 1,0 0-1,-1 0 1,1 0-1,-1 0 1,0 0-1,2 8 1,-3-10 2,-1 1 0,0-1 0,1 0 0,-1 0 1,0 0-1,-1 1 0,1-1 0,0 0 0,-1 0 1,0 0-1,0 1 0,0-1 0,0 0 0,0 0 0,-1-1 1,1 1-1,-1 0 0,0 0 0,0-1 0,-2 4 1,-6 3 12,0 0-1,-1 0 1,0-1 0,0 0 0,-1-1 0,0-1 0,0 1 0,-20 5 0,-9 2 61,-61 13-1,18-13 165,0-3-1,0-4 0,-88-4 0,169-3-225,-23 0 110,0-1 0,-39-6 0,59 6-111,0 0 0,1-1 0,-1 1 0,0-1 0,1 0 0,-1-1 0,1 1 0,0-1 0,0 0 0,0 0 0,0-1 0,0 1 0,1-1 1,-1 0-1,1-1 0,-6-7 0,8 8-101,0 1 0,1 0 1,-1-1-1,1 1 1,0-1-1,0 1 0,0-1 1,1 0-1,-1 1 0,1-1 1,0 0-1,0 1 0,0-1 1,0 0-1,1 0 0,-1 1 1,1-1-1,0 1 0,0-1 1,0 1-1,1-1 0,-1 1 1,1-1-1,0 1 0,2-3 1,7-2-881,0 1-1,0 0 1,1 0 0,0 2 0,0-1 0,0 2 0,18-5 0,-20 6 54,73-24-7649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4:07.0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19 8452,'0'0'10205,"-2"-4"-9613,2 4-582,0-1 1,0 1-1,0 0 1,0-1 0,0 1-1,-1 0 1,1-1-1,0 1 1,0 0-1,0-1 1,0 1-1,0 0 1,0-1-1,0 1 1,0 0 0,0-1-1,0 1 1,0 0-1,0-1 1,0 1-1,1 0 1,-1-1-1,0 1 1,0 0-1,0-1 1,0 1 0,0 0-1,1 0 1,-1-1-1,0 1 1,0 0-1,1 0 1,-1-1-1,0 1 1,1 0-1,16-4 300,39 10 120,-23-1-269,27-1-62,66 7-1721,-126-11 1477,1 0 0,0 0 1,0 0-1,-1 0 0,1 0 0,0 0 0,0 0 1,-1 0-1,1 0 0,0 1 0,0-1 0,-1 0 1,1 1-1,0-1 0,-1 0 0,1 1 0,0-1 1,-1 1-1,1-1 0,-1 1 0,1-1 0,-1 1 1,1-1-1,-1 1 0,1 0 0,-1-1 0,1 1 1,-1 0-1,1 0 0,-2 0 1,1 0 0,-1 0 1,1 0-1,-1 0 0,0 0 0,1 0 0,-1 0 1,0-1-1,1 1 0,-1 0 0,0-1 0,0 1 1,0 0-1,0-1 0,0 1 0,0-1 0,0 1 1,0-1-1,0 0 0,0 1 0,0-1 0,-1 0 1,-12 4-5,-1-1 1,1-1 0,-1 0 0,-17-1 0,-10 0 7755,41 0-7559,0-1-1,0 1 1,1 0-1,-1 1 1,0-1-1,0 0 1,1 0-1,-1 0 1,1 0 0,-1 0-1,1 1 1,-1-1-1,1 0 1,0 0-1,0 1 1,-1-1-1,1 0 1,0 1-1,0-1 1,1 2 0,-2 2 76,-8 89 1185,6 150 1,4-135-1129,-1-77-235,6 147-1342,-5-174 840,-1 1 1,2 0-1,-1-1 0,0 1 1,5 8-1,-5-12 161,-1 0-1,1-1 1,1 1-1,-1 0 1,0-1-1,0 1 0,1 0 1,-1-1-1,1 0 1,-1 1-1,1-1 1,0 0-1,-1 0 1,1 0-1,0 0 1,0 0-1,0 0 1,3 1-1,25 0-6659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4:07.4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69 231 704,'0'0'17125,"-5"21"-16418,-8 35 205,-9 86-1,-5 357 1274,26-625-2030,6-185 85,-1 270-248,2 0 0,2 0-1,21-62 1,-20 76 3,2 0 0,1 0-1,1 1 1,1 1 0,34-45-1,-41 61-5,0 1-1,0 0 1,1 0-1,1 1 0,-1 0 1,1 1-1,0 0 0,16-9 1,-21 13 4,0 1 1,0-1 0,0 1-1,0 0 1,1 0 0,-1 0-1,0 1 1,0 0 0,0-1-1,1 1 1,-1 1 0,0-1-1,0 1 1,1-1 0,-1 1-1,0 0 1,0 1 0,0-1-1,0 1 1,0 0 0,-1 0-1,1 0 1,0 0 0,-1 1-1,5 3 1,3 5-9,1 1 0,-2 1-1,0 0 1,0 0 0,-1 1 0,-1 0-1,12 25 1,0 9-9,16 57-1,-22-55-70,-2 1-1,9 91 0,-16-60-2468,-3 0-3640,-4-60 794,-7-8-1999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4:07.8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0 135 6099,'0'0'13110,"33"-7"-12422,23 2-128,10-4-400,12-6-160,5-7-272,2-2-1440,-2-2-1746,-8-1-3041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4:08.2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 0 9764,'0'0'9936,"-5"27"-9067,0-3-618,0-1-32,1 0 0,0 0 1,2 1-1,1-1 0,3 38 0,13 38 237,-8-61-338,3 66-1,-12-125-84,-1 0 0,0 0-1,-9-27 1,-7-40-6,16 54-15,1 0 0,1 0 0,4-35 0,-3 67-11,0 1 0,0-1 1,0 0-1,1 0 0,-1 0 0,0 0 1,1 1-1,-1-1 0,1 0 0,0 0 1,-1 1-1,1-1 0,0 0 0,0 1 0,0-1 1,0 1-1,1-1 0,-1 1 0,0-1 1,1 1-1,-1 0 0,0 0 0,1 0 1,0 0-1,-1 0 0,1 0 0,0 0 1,-1 0-1,1 1 0,0-1 0,0 1 1,-1-1-1,1 1 0,0 0 0,0-1 1,0 1-1,3 1 0,1-1-6,-1 1 0,0 1-1,1-1 1,-1 1 0,0 0-1,0 0 1,0 1 0,0-1 0,0 1-1,-1 0 1,9 7 0,101 99-81,9 7 150,-95-92-718,1-2 1,49 30 0,-65-45-190,0 0 0,1-1 0,15 4-1,-20-7-646,0-1 0,0 0 0,13 0 0,-6-1-3664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4:08.5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58 172 4674,'0'0'3004,"-6"-24"328,-2-5-2210,-25-78 3615,29 99-2554,2 9-96,0 16-1077,0 326 282,3-177-9451,-1-143 1969</inkml:trace>
  <inkml:trace contextRef="#ctx0" brushRef="#br0" timeOffset="1">328 1 11157,'0'0'11285,"-16"142"-10452,16-75-417,0-2-272,0 0-144,0-10 0,0-4-1217,0-10-1184,0-17-1344,0-12-2738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4:08.9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 76 8132,'0'0'5448,"25"-12"-3127,85-36-521,-100 44-1616,-1 1-1,1 1 0,0 0 0,0 0 0,0 1 1,0 0-1,0 1 0,0 0 0,1 0 0,-1 1 1,19 5-1,-19-3-135,0 0 1,0 1-1,-1 0 1,1 1-1,-1 0 1,0 0-1,0 1 1,-1 0-1,0 0 1,0 1-1,-1 0 1,1 1-1,-1 0 1,-1 0-1,0 0 1,0 1-1,6 11 1,-3-4-37,-1 1 0,-1 0-1,0 1 1,-2-1 0,1 1 0,-2 1-1,-1-1 1,3 33 0,-6-34-2,1 0 1,-2 0 0,-5 31-1,5-41-4,-1-1 0,0 1-1,0-1 1,-1 0 0,0 0 0,0 0 0,0 0-1,-1-1 1,0 1 0,0-1 0,0 0-1,-8 8 1,-1-3 13,0-1 0,0 0 0,0-1 1,-1-1-1,0 0 0,-1-1 0,0 0 0,0-1 0,0 0 0,-21 2 0,-7 0-64,-1-3 0,-61 0 0,101-4-4,-3 0-174,-1 0 0,1 0 1,-1 0-1,1-1 0,0-1 1,-14-3-1,20 5 70,0-1 1,0 1 0,-1-1-1,1 0 1,0 0 0,0 0-1,0 0 1,0 0 0,0 0-1,0 0 1,0 0 0,0 0-1,0 0 1,0-1 0,1 1-1,-2-2 1,2 1-240,-1 0 0,0-1 0,1 1 0,0-1 0,0 1 0,-1-1-1,1 1 1,1-1 0,-1 1 0,0-1 0,1 1 0,0-4 0,10-22-6182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4:09.3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0 155 9316,'0'0'10269,"0"29"-9509,0 194 622,1-187-1204,1 1 0,2-1 0,1 0 0,2-1 0,22 69-1,-27-99-159,-2-4-16,0 0 0,1 0 0,-1 0 0,0 0 1,1 0-1,-1 0 0,1 0 0,-1 0 0,1 0 0,-1-1 1,1 1-1,-1 0 0,1 0 0,0-1 0,0 1 1,-1 0-1,1-1 0,1 2 0,-1-2 70,-3-109 487,7-143-451,-2 230-108,1 0 1,0-1-1,2 1 0,1 1 1,1-1-1,17-34 0,-18 43-5,0 1 0,1 0 0,0 0-1,1 0 1,0 1 0,1 1-1,0-1 1,1 2 0,0-1-1,0 2 1,20-12 0,-23 16-4,0 0 0,1 1-1,0 0 1,-1 0 0,1 1 0,14-1 0,-18 2-4,1 1 0,-1-1 0,0 1 0,0 1 0,0-1 0,0 1 0,0 0 0,0 0 0,0 0 1,0 1-1,0 0 0,9 4 0,-8-1 3,0 0 1,-1 0-1,1 1 1,-1 0-1,0 0 0,-1 0 1,1 0-1,-1 1 1,-1-1-1,1 1 1,2 8-1,3 9-15,-1 0 0,7 29 0,-5 8-8,5 72 0,4 35-1162,-14-146-386,0 0 0,1 0 1,2-1-1,0 1 0,15 26 0,-9-21-5772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4:09.6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1 107 7187,'0'0'10869,"131"-29"-10645,-62 12-224,4 0-352,-4 5-2017,-2-5-1761,-8 3-4210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4:10.0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33 229 9188,'0'0'9239,"-6"16"-8596,5-11-575,-5 10 116,1 1 0,1 0 1,0 0-1,2 1 1,-2 29-1,8 100 592,-2-74-1890,0-1-4890,-7-218 1208,3-77 10102,3 209-5117,0 0 1,1 0 0,1 0-1,1 1 1,0-1-1,1 1 1,0 0-1,1 0 1,1 0 0,0 1-1,0 0 1,2 1-1,0-1 1,0 2-1,1-1 1,0 1-1,1 1 1,17-13 0,-22 19-183,1 0 0,-1 0 0,1 1 0,0 0 0,0 0 0,1 1 0,11-3 0,-15 4-10,-1 0 0,1 1 0,0-1 0,-1 1 0,1 0 0,-1 0 0,1 1 0,0-1 0,-1 1 0,1-1 0,-1 1 0,1 0 0,-1 1 0,1-1 0,-1 1 0,0-1 0,6 5 0,-6-3-4,1 1-1,-1-1 1,0 1 0,-1 0-1,1 1 1,-1-1-1,0 0 1,0 1 0,0-1-1,2 8 1,0 3-6,-1 0 0,3 21 0,-4-9 5,0 0 0,-4 44 0,0-56 7,0-1 0,-1 1 0,0-1 0,-1 0-1,-1 0 1,-10 20 0,0-5 6,-34 47 0,40-64-1,0-1 1,0-1-1,-1 0 0,0 0 1,0-1-1,-20 13 0,28-20 132,-1-1 0,1 0-1,0 0 1,-1 0-1,1 0 1,-1 0 0,1-1-1,-1 1 1,0-1 0,1 1-1,-1-1 1,-3 0 0,5-15 2323,1 14-2388,0-2 110,0 1-1,0-1 1,0 1 0,0-1 0,1 1-1,-1 0 1,0-1 0,1 1-1,1-4 1,-1 5-154,0 0-1,0 0 1,0 0-1,0 0 0,0 1 1,0-1-1,0 0 1,0 1-1,1-1 1,-1 1-1,0 0 1,0-1-1,1 1 1,-1 0-1,0 0 1,0-1-1,1 1 0,-1 0 1,0 0-1,0 0 1,2 1-1,10-1-20,0 1-1,-1 1 1,1 0-1,-1 1 1,0 0 0,16 6-1,68 36-74,-39-17-87,229 87-6848,-212-94 2362,-1-7-1918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4:10.4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62 124 2561,'0'0'17824,"-9"-16"-16722,6 10-1005,-22-37 153,24 42-246,1 0 0,-1 1 1,1-1-1,-1 0 0,1 1 1,-1-1-1,0 0 0,1 1 1,-1-1-1,0 1 0,1-1 1,-1 1-1,0 0 0,0-1 1,1 1-1,-2-1 0,1 2-1,1-1 0,0 0 0,-1 1-1,1-1 1,-1 0 0,1 1 0,0-1 0,-1 1 0,1-1-1,0 1 1,0-1 0,-1 1 0,1-1 0,0 1-1,0 0 1,0-1 0,-1 1 0,1-1 0,0 1 0,0-1-1,0 1 1,0 0 0,0-1 0,0 1 0,0-1-1,1 1 1,-1 0 0,3 76 298,18 108-1,-3-72-2896,-15-95 1726,0 0-2495,-3-7-2557</inkml:trace>
  <inkml:trace contextRef="#ctx0" brushRef="#br0" timeOffset="1">24 196 7587,'0'0'2303,"0"-20"749,1-67-366,-1 84-2540,0-1-1,0 1 1,1 0-1,0 0 0,-1 0 1,1 0-1,1 0 0,-1 0 1,0 0-1,1 0 1,-1 0-1,1 0 0,0 1 1,0-1-1,0 1 0,0-1 1,0 1-1,1 0 0,-1 0 1,1 0-1,2-2 1,2 1 30,0 0 0,0 0 0,0 1 1,0-1-1,1 2 0,10-2 0,-14 2-96,15-2-19,1 1-1,-1 0 1,1 2 0,-1 0-1,0 1 1,1 1 0,-1 1 0,0 1-1,0 0 1,-1 2 0,1 0 0,-1 1-1,0 1 1,-1 0 0,0 1-1,0 1 1,-1 1 0,0 1 0,-1 0-1,0 0 1,-1 2 0,-1 0-1,0 0 1,21 32 0,-28-35-50,0 0 0,-1 1 0,0 0 0,-1 0 0,0 0 0,-1 0 0,-1 1 1,0-1-1,0 1 0,-1 0 0,-1 0 0,-1 18 0,0-24-8,0 0 0,0 0 1,0 1-1,-1-1 0,0 0 0,0-1 0,-1 1 0,0 0 1,0-1-1,0 1 0,-6 7 0,2-6 24,0 0 0,0 0-1,-1 0 1,0-1 0,0 0-1,0-1 1,-11 6 0,-2 0 20,0-2 1,-1 0-1,0-1 1,-1-1-1,0-2 1,-30 6-1,15-7-418,1-1-1,-1-2 1,-40-3-1,71 1-168,1-1-1,-1 0 1,0 0-1,1-1 0,-1 1 1,1-1-1,-1-1 1,1 1-1,0-1 1,0 0-1,0-1 1,-10-7-1,-29-22-7922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4:10.8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28 482 7860,'0'0'9356,"0"24"-8686,0 6-466,-1 66 886,19 149 1,-14-218-987,0-1 0,3 0 0,0-1 0,1 0 0,14 29 0,-17-48-11,-4-9 201,-4-27-126,0 0 1,-2 1 0,-1 0-1,-2 0 1,-12-30 0,6 12-72,-11-49 0,16 26-36,0-143 0,9 179-54,1-1 1,2 1-1,1 1 0,14-55 0,-14 76-10,0 0 0,0 0 0,1 1 0,1-1-1,0 1 1,0 0 0,1 1 0,0-1 0,1 1 0,0 1 0,1 0 0,0 0 0,0 0 0,1 1 0,18-11 0,-18 14-79,1 0 0,0 1 0,0 0-1,0 1 1,0 0 0,0 0 0,1 1 0,-1 1 0,13 0 0,-14 1-190,0 0 0,0 0 1,-1 1-1,1 0 0,0 1 1,-1 0-1,1 1 0,-1 0 1,1 1-1,16 8 0,-15-4-572,-1 0-1,0 1 1,0 0-1,-1 1 1,0 0-1,-1 0 1,0 1-1,7 12 0,14 37-5475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4:11.3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1 304 1793,'0'0'15783,"30"-2"-14532,222-18 206,73 1-1665,-324 19 194,0-1 0,0 1 1,0 0-1,0 0 0,0 0 1,0 0-1,0 1 0,0-1 1,0 0-1,0 0 0,0 1 1,0-1-1,-1 0 0,1 1 1,0-1-1,0 1 0,0-1 0,0 1 1,-1-1-1,1 1 0,1 0 1,-2 1 3,1 0 0,-1-1 1,1 1-1,-1-1 0,0 1 0,1-1 1,-1 1-1,0 0 0,0-1 0,-1 3 1,1 0 11,-1 5 2,0 1 0,-1-1-1,-1 0 1,0 0 0,0-1 0,0 1-1,-1-1 1,-1 1 0,1-1-1,-8 9 1,3-3 59,1 0 0,-6 17 0,10-22-34,1 1-1,1-1 1,0 1 0,0 0 0,1 0-1,-1 12 1,2-18-22,0 0 1,0-1-1,1 1 0,-1 0 0,1-1 1,0 1-1,0-1 0,0 1 1,0-1-1,0 1 0,1-1 0,-1 0 1,1 0-1,0 1 0,0-1 0,1-1 1,-1 1-1,0 0 0,6 4 1,2-1 22,0-1 1,0 0-1,1 0 1,-1-1-1,1-1 1,0 0-1,0 0 1,0-1 0,21 1-1,108-3 194,-122-1-209,4 0 8,-1-1 0,1 0 0,0-2 1,-1-1-1,40-14 0,-53 16 31,-1-1 1,1 1-1,-1-1 1,0 0-1,0-1 0,0 1 1,-1-1-1,0-1 1,0 1-1,0-1 0,0 0 1,-1-1-1,0 1 1,-1-1-1,1 0 0,-1 0 1,-1 0-1,1-1 1,2-9-1,-2 4 46,-1-1 1,-1 1-1,0-1 0,-1 0 0,0 0 1,-1 0-1,-1 1 0,0-1 1,-1 0-1,0 0 0,-1 1 0,-1 0 1,0-1-1,-1 1 0,0 1 1,-10-19-1,2 11-77,-1 1 0,-1 0 0,-1 0 0,-1 2 0,0 0 0,-1 1 0,0 0-1,-2 2 1,-24-15 0,28 20-50,0 1 0,-1 0 0,0 1 0,-1 1 0,1 1 0,-1 0 0,0 2 0,0 0 0,-1 0-1,1 2 1,-1 0 0,-29 4 0,40-2-193,1 0-1,0 1 0,-1 0 1,1 0-1,0 1 1,0 0-1,0 0 0,1 1 1,-1 0-1,1 0 1,-1 0-1,2 1 0,-1 0 1,0 0-1,1 0 1,0 1-1,-6 8 1,6-7-503,1 0 0,-1 1 0,2-1 0,-1 1 0,1 0 0,0 0 0,1 1 0,-1-1 0,0 12 0,1 31-6379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4:11.8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37 294 10053,'0'0'11330,"-7"15"-11087,1-1-166,1 0 0,1 0 0,0 1 0,0-1 0,2 1 0,-1 0 0,2 0 0,0 25 1,8 27 234,3 0 0,30 110 0,-44-219 531,-6 2-655,-1-5-92,2 0 1,-4-56 0,8-65-54,6 138-45,1-1-1,1 1 1,14-51 0,-13 65 1,0 1-1,2 0 1,0 0 0,0 0-1,1 1 1,9-12 0,-12 18-7,0 1 1,1-1 0,0 1 0,0 0 0,0 0 0,1 1 0,0 0 0,0 0-1,0 0 1,0 1 0,1-1 0,-1 2 0,12-5 0,-10 5-21,-1 1 1,1-1-1,-1 1 1,1 0-1,0 1 1,0 0-1,-1 0 1,1 1-1,14 3 1,-17-3-3,1 1 0,-1 1 1,1-1-1,-1 1 0,0 0 0,0 0 1,0 0-1,-1 1 0,1-1 1,-1 1-1,1 0 0,-1 1 1,4 5-1,2 4-64,-1 1-1,-1-1 1,0 1-1,-1 1 1,-1-1 0,0 1-1,-1 1 1,5 31-1,-5-14-50,-1 0 0,-3 1 0,-2 47 0,0-72 119,0 1 0,-1 0 0,0-1 0,-1 0 0,0 0 0,0 1 0,-1-2 1,-1 1-1,1 0 0,-2-1 0,1 0 0,-9 10 0,5-9 21,0 0 0,-1 0 0,0-1 0,-1 0 0,0-1 0,0 0 0,-1-1 0,-24 11 0,19-12 120,1 0 0,-1-2 0,0 0-1,-1-1 1,1-1 0,-1 0-1,-31-2 1,38-1 1042,16-1-447,17 0-501,-9 3-207,1 0 0,-1 1 1,0 1-1,0 0 0,25 9 0,65 34-22,-63-27-16,10 5-493,90 38-3087,-117-53 792,1-2 0,0 0 0,46 7-1,-30-12-4634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4:12.2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57 233 2257,'0'0'5600,"-6"-23"-1897,-16-71-205,20 87-3042,-5-17 1145,6 23-1501,1 1 0,0 0 0,0-1 0,0 1 0,0 0 0,0-1 0,-1 1-1,1 0 1,0 0 0,0-1 0,-1 1 0,1 0 0,0 0 0,0-1 0,-1 1-1,1 0 1,0 0 0,0 0 0,-1-1 0,1 1 0,0 0 0,-1 0 0,1 0-1,0 0 1,-1 0 0,1 0 0,-1 0 0,1 0 0,-4 5 1020,-1 54-418,2-1-1,5 60 1,0-68-424,-2-34-211,1 0 0,1 1 1,1-1-1,0 0 1,2 0-1,-1-1 0,9 19 1,-9-30 397,-3-11-332,-1-15-59,-7-88 29,2 61-89,3-1-1,6-90 1,-2 128-12,0 0-1,1 1 0,1-1 1,0 0-1,0 1 1,10-18-1,-12 26-4,0-1 1,0 1-1,1 0 0,-1 0 0,1 0 1,0 0-1,0 0 0,0 1 1,0 0-1,6-4 0,-6 5-3,-1 0 0,0 0 0,1 0 0,-1 0-1,1 1 1,-1-1 0,1 1 0,-1 0 0,1 0 0,-1 0 0,1 0 0,-1 0 0,1 1 0,-1-1-1,1 1 1,-1-1 0,1 1 0,2 2 0,3 1-23,0 1 1,-1 1-1,0-1 1,0 1-1,-1 0 0,1 1 1,-1 0-1,-1 0 0,1 0 1,6 12-1,20 38-490,-2 0 1,40 114-1,-46-109-1156,-20-53 1260,2 9-1311,15 25 0,-18-38 946,0-1 0,0 1 1,0-1-1,0 0 0,1 0 0,-1 0 0,1-1 0,0 1 0,0-1 1,7 4-1,22 5-6570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4:12.5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254 8 7379,'0'0'13062,"-80"-8"-12661,51 81 479,-6 6-272,8-12-304,3-4-112,5-12-192,1-11 0,4-8-1040,6-13-737,8-12-1536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4:12.9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5939,'0'0'14310,"99"79"-13141,-89 8-65,-4 7-399,-4-13-369,1 1-240,0-2-96,5-6-897,-3 3-1520,-2-7-2897,-3-12-6099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4:20.6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9764,'0'0'3826,"32"0"-2748,447 0 2019,-329 0-2851,-407 0 592,257 16-510,0 29-6,13 374 2010,7-181-2828,-20-236 448,4 24-2029,-4-25 1833,0-1 0,1 1 0,-1 0 1,1 0-1,-1 0 0,1 0 0,0 0 0,-1 0 1,1-1-1,0 1 0,0 0 0,-1-1 0,1 1 0,0 0 1,0-1-1,0 1 0,0-1 0,0 1 0,0-1 0,0 0 1,-1 1-1,1-1 0,2 0 0,21 2-5222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4:21.0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220 0 8644,'0'0'7796,"-160"72"-6692,135 8-288,7 16 113,7 8-289,6 4-288,5 0-128,0-4-176,26-6-48,17-6-16,13-11-160,14-11-928,5-17-1457,-3-17-2354,-8-24-4385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4:21.4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41 33 9652,'0'0'2908,"23"-6"-872,78-19-558,-96 24-1397,0 1 1,0-1-1,-1 1 1,1 0-1,0 1 1,0-1-1,0 1 1,-1 0-1,1 0 1,0 0-1,-1 1 1,1 0-1,-1 0 1,1 0-1,-1 0 0,0 1 1,0-1-1,0 1 1,5 5-1,-2 0 52,0 0-1,-1 0 0,0 1 1,0 0-1,-1 0 0,8 17 1,-7-11-22,-1 1 1,0 0 0,-1 0-1,-1 0 1,-1 1-1,0-1 1,-1 1-1,-1-1 1,0 1 0,-5 27-1,2-34-65,0 1 0,0-1-1,-1 0 1,0-1 0,0 1-1,-1-1 1,-1 0 0,1 0-1,-2 0 1,1-1 0,-1 0 0,0 0-1,-1 0 1,0-1 0,0-1-1,0 1 1,-15 7 0,0-1 288,0-1 1,0 0-1,-1-2 1,0-1-1,-1-1 1,-27 4-1,31-8 1739,26-4-1774,16-2-247,-1 0-1,40-10 1,-6 1-52,428-25-1560,-400 33-1378,-73 3 1815,12-1-1747,-8-4-3219,-2-5-3518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4:21.7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62 87 9556,'0'0'11382,"-10"-18"-10555,-31-48-441,41 66-383,0 0-1,0 0 0,0 0 0,0-1 1,0 1-1,-1 0 0,1 0 0,0 0 1,0 0-1,0 0 0,0-1 0,0 1 0,0 0 1,0 0-1,-1 0 0,1 0 0,0 0 1,0 0-1,0 0 0,0 0 0,-1 0 1,1-1-1,0 1 0,0 0 0,0 0 0,0 0 1,-1 0-1,1 0 0,0 0 0,0 0 1,0 0-1,0 0 0,-1 0 0,1 0 1,0 0-1,0 0 0,0 1 0,0-1 0,-1 0 1,1 0-1,0 0 0,0 0 0,0 0 1,0 0-1,0 0 0,-1 0 0,1 1 1,-3 11 104,2 29 140,2-28-130,-1 310 556,1-301-1618,4 29 1,-4-44 57,0 0 0,1 0 0,0 0 1,5 9-1,-6-14 558,-1-1 0,1 0-1,0 0 1,-1 0 0,1 0 0,0-1 0,-1 1 0,1 0-1,0 0 1,0 0 0,0 0 0,0-1 0,0 1 0,0-1 0,2 2-1,19 0-6873</inkml:trace>
  <inkml:trace contextRef="#ctx0" brushRef="#br0" timeOffset="1">375 133 6563,'0'0'11709,"-27"22"-10759,-85 70-133,100-81-558,-1 1 1,2 0-1,-16 21 1,-4 1 1185,43-27 345,87 30-1710,55 23-2218,-53-14-3378,-50-21 47,-2-7-2535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4:22.1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 1 8836,'0'0'9572,"91"127"-8611,-64-45-33,-11 10-63,-5 4-257,-11 3-304,0 2-112,-27-5-128,-10-7-64,-1-12-272,6-12-1409,8-15-1616,11-18-3122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4:22.5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 0 9332,'0'0'11894,"59"8"-11190,-11-8-192,10 0-192,4 0-256,2 0-64,-5-3-784,-11 1-1409,-10 2-2081,-17 0-4658</inkml:trace>
  <inkml:trace contextRef="#ctx0" brushRef="#br0" timeOffset="1">1 347 6723,'0'0'13526,"91"5"-12725,-11-5-561,11 0-240,0 0-176,-3-10-2225,-5-7-2770,0-4-5186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4:22.8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421 50 8996,'0'0'6907,"-32"-10"-5367,-1-2-1234,-1 2-1,-37-6 1,65 15-260,-1 1-1,1-1 1,0 2-1,0-1 1,0 1-1,0-1 1,0 2-1,0-1 1,0 1-1,0 0 1,0 0-1,-6 3 1,2 1 38,0 1 0,0 0 0,1 0 0,-9 9 0,8-7-12,-1 1-7,0 1 0,1-1 0,0 1 0,1 1 0,1 0 0,-9 14 0,14-19-52,0-1-1,0 1 0,0 0 0,1 0 0,0 0 0,0 0 0,0 0 0,1 0 0,1 1 1,-1-1-1,1 0 0,0 0 0,1 1 0,1 9 0,-1-13-11,1 1 1,-1-1-1,1 0 0,0 0 0,0 0 1,1 0-1,-1 0 0,1 0 0,0-1 1,0 1-1,0-1 0,1 0 0,-1 0 1,1 0-1,-1 0 0,6 3 0,8 3 13,-1 0 0,31 10 0,-39-16-7,132 43 42,-1 0-33,-113-36-12,0 1-1,-1 2 1,26 17 0,-41-23 2,-1 0 1,0 0 0,0 1 0,-1 0-1,0 1 1,-1 0 0,1 0-1,7 13 1,-12-16 39,0-1 0,-1 1-1,1-1 1,-1 1 0,0 0-1,0 0 1,-1 0 0,0 0-1,0 0 1,0 0 0,-1 0 0,0 0-1,0 1 1,0-1 0,-1 0-1,0 0 1,-3 8 0,3-10 18,-1 0 0,0-1 1,0 1-1,0-1 0,-1 0 1,1 0-1,-1 0 0,0 0 1,0 0-1,0 0 0,0-1 1,0 1-1,-1-1 1,1 0-1,-7 3 0,-6 2 217,0 0 1,-20 5-1,35-12-265,-35 8 216,0-1 0,0-2 0,-1-1 0,0-2 0,-38-2 0,50 0-192,11 0-187,-1-1 0,1 0 0,0-1 0,0 0 0,0-1 0,0-1 0,0 0 1,0-1-1,1-1 0,0 0 0,-21-13 0,32 18-116,0-1 0,0 1 0,0-1 0,0 1 0,1-1 0,-1 0 0,1 1 1,-3-4-1,4 4-28,0 1 0,-1-1 0,1 0 0,0 1 1,-1-1-1,1 0 0,0 0 0,0 1 0,0-1 1,0 0-1,0 0 0,0 1 0,0-1 0,0 0 0,0 0 1,0 0-1,0 1 0,0-1 0,0 0 0,1 0 1,-1 1-1,0-1 0,0 0 0,1 1 0,-1-1 1,1 0-1,-1 1 0,1-1 0,0 0 0,19-13-8889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4:23.2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104 59 2593,'0'0'14492,"2"-11"-12779,1-30-659,-6 35-720,-4 12-95,-4 9-144,0 2-1,1-1 1,1 2 0,1-1-1,0 1 1,1 0-1,1 1 1,0 0-1,-4 32 1,3 5 169,3 0-1,3 65 1,1-105-270,1 1 0,1-1 0,0 0 1,1 0-1,1 0 0,1 0 0,0 0 0,1-1 0,1 0 0,0 0 0,1-1 0,0 0 1,2 0-1,-1-1 0,2 0 0,-1-1 0,2 0 0,0 0 0,0-1 0,1-1 0,0 0 1,1-1-1,0-1 0,0 0 0,1-1 0,0 0 0,0-1 0,24 6 0,-19-7-717,0-2-1,0 0 1,1 0-1,-1-2 0,1-1 1,-1-1-1,1 0 1,35-8-1,-45 5-633,0 0 1,-1-1-1,19-12 1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4:23.6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 0 9973,'0'0'10708,"-35"111"-9571,35-46-241,0 2-271,0 3-177,0-5-368,0-2-80,0-6 0,0-8-1057,0-11-1184,0-9-992,0-12-2834,16-15-2577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4:23.9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343 1 7796,'0'0'12213,"-10"14"-11746,-21 32 51,-71 97 923,84-121-1275,0 0 1,-1-2-1,-1 0 0,-31 22 1,47-39-91,0 0 1,0-1 0,-1 0 0,1 0 0,0 0-1,-1 0 1,0 0 0,1-1 0,-1 0 0,0 0-1,0-1 1,0 1 0,-9-1 0,14-1 278,5 0-110,6 0-247,1 2 1,0-1-1,0 1 0,0 1 1,0 0-1,12 5 0,73 27-33,-80-27 37,219 96-2320,-95-39-3765,-75-37 568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4:24.3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10805,'0'0'9508,"107"156"-8483,-72-57-113,-8 7 17,-9 2-609,-12-2-160,-6-3-160,0-9-16,-6-7-817,-7-13-1568,-3-18-928,-3-20-2498,-5-22-5426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4:32.6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18 624,'0'0'3682,"-11"-17"-3682,9 17-1697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4:33.8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132 30 2017,'0'0'7814,"-1"-4"-6224,-6-21 3750,7 25-5319,-1 0-1,1 0 1,-1 0 0,0 0 0,1 1 0,-1-1 0,1 0 0,-1 0 0,1 1 0,-1-1-1,1 0 1,-1 1 0,1-1 0,-1 0 0,1 1 0,-1-1 0,1 1 0,-1-1 0,1 1 0,-6 23 925,-5 39 1,1-4-525,-33 181 1014,23-130-663,13-74-472,0 1-1,-2 63 1,9-96-287,-1 46 204,2-1 0,2 1 0,3-1 0,13 56 1,43 138 244,100 339 157,-59-333-385,20-9-110,-56-112-45,-37-72-49,2-2 1,3-1-1,1-2 1,54 57-1,174 195 79,-187-220-71,122 101 0,-72-71-11,98 75-65,-142-117 96,-54-46-86,-28-23 43,-1-2-29,0-3-854,0-91-12182,3 32 1937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4:34.3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0 304,'177'205'656,"18"-8"705,11-16-769,8-20-592,10-24-1024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4:38.4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3 5491,'0'0'13376,"-9"2"-12349,-2-1-988,-10 4 1220,49-3-414,324-2 539,-420-6-1546,-8 0 218,76 27-104,0 691-1102,0-707 928,-1 0-282,1 0 1,0 0-1,0 0 1,0 1-1,1-1 1,0 0-1,0 0 1,0 0-1,0-1 1,1 1-1,0 0 1,0 0-1,0-1 1,5 7 0,-2-6-1482,0 0 0,0-1 0,12 8 0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4:38.8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568 0 9172,'0'0'9415,"-28"22"-8767,22-17-617,-20 14 140,0 2-1,2 0 0,0 2 0,2 1 1,0 1-1,2 0 0,-23 39 0,-11 35 241,6 3-1,3 1 1,5 2-1,-27 115 1,44-121-314,4 0 1,5 0-1,3 2 0,6 176 1,7-244-96,1-1-1,1 0 1,2 0 0,2 0 0,12 34 0,-10-41-24,0-1 1,2-1 0,1 0-1,1-1 1,0 0 0,31 33-1,-27-36-120,1 0 1,1-2-1,1 0 0,0-2 0,1 0 1,0-1-1,2-2 0,39 17 0,-26-16-804,0-1-1,1-2 1,1-2-1,-1-1 1,45 2-1,43-7-5026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4:39.1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37 9957,'0'0'7166,"30"-8"-6593,9-3-355,51-6-1,-84 16-201,-1 1-1,1 0 1,-1 0-1,1 1 1,-1 0-1,1 0 1,-1 0 0,1 0-1,-1 1 1,0 0-1,0 0 1,0 0 0,0 1-1,0-1 1,0 1-1,0 1 1,-1-1 0,0 0-1,0 1 1,0 0-1,0 0 1,0 1-1,3 4 1,-3-4-9,2 3 3,0-1 0,0 1 0,-1 0 0,0 0 0,-1 1-1,0 0 1,0-1 0,3 16 0,-3-8 0,-1 0 0,-1 0 0,0 1 0,-1 18 0,-1-25-4,-1 1-1,0-1 1,0 1 0,-1-1-1,-1 0 1,1 0 0,-2 0-1,1 0 1,-2 0-1,1-1 1,-1 1 0,0-1-1,-1 0 1,0-1-1,-1 1 1,1-1 0,-2-1-1,-13 13 1,1-3 153,0 0 0,-1-2 0,-1 0 1,0-1-1,-1-2 0,0 0 0,-1-1 0,-35 10 1,51-19 345,-1 0 1,0-1 0,0 0 0,-15 0 1408,28-1-1471,385-22 214,-235 14-1079,27-3-1365,-174 11 1100,-1-1 0,0 0 0,0 0 0,1 0 0,-1-1 0,0 0 1,0 0-1,-1 0 0,1-1 0,6-3 0,11-16-6916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4:39.5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96 5330,'0'0'11024,"0"-16"-9388,0-48-508,0 48 1201,0 21-2129,0 274 1069,0-218-4720,0 0-3899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4:39.9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314 0 7411,'0'0'9930,"-19"12"-9319,12-7-537,-22 13 253,1 1 0,1 1 0,-26 26 0,25-18 53,8-7 72,-1-1-1,-1 0 0,-36 23 0,58-43-422,0 0 0,0 0-1,0 0 1,0 0 0,0 1-1,-1-1 1,1 0-1,0 0 1,0 0 0,0 0-1,0 0 1,0 0 0,0 0-1,0 1 1,0-1 0,0 0-1,0 0 1,0 0 0,0 0-1,0 0 1,0 0 0,0 1-1,0-1 1,0 0 0,0 0-1,0 0 1,0 0 0,0 0-1,0 0 1,0 1 0,0-1-1,0 0 1,0 0 0,0 0-1,0 0 1,0 0 0,0 0-1,0 0 1,0 1 0,1-1-1,-1 0 1,0 0 0,0 0-1,0 0 1,0 0 0,0 0-1,0 0 1,0 0 0,1 0-1,-1 0 1,0 0 0,0 0-1,0 0 1,0 0 0,0 0-1,0 0 1,0 1 0,1-1-1,-1 0 1,0 0 0,0-1-1,0 1 1,0 0 0,0 0-1,1 0 1,-1 0 0,0 0-1,17 4-195,-7-1 269,132 43-94,-30-9-1757,2-7-4138,-42-17-1004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4:40.3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709 0 8612,'0'0'9748,"-171"200"-8659,104-111-49,-11 5-191,-4-3-161,-1-4-448,8-10-64,11-15-176,16-14-16,15-19-1088,25-10-1569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4:40.6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56 8900,'0'0'6483,"23"-10"-4223,79-28-1118,-98 36-1092,0 1 0,0 0 1,0 0-1,0 0 1,1 1-1,-1-1 1,0 1-1,0 0 1,0 0-1,1 0 0,-1 1 1,0 0-1,0-1 1,0 2-1,7 1 1,-8-1-33,0 0 1,0 0-1,-1 0 0,1 0 1,0 0-1,-1 1 1,0-1-1,1 1 0,-1-1 1,0 1-1,-1 0 1,1 0-1,0 0 1,-1 0-1,2 4 0,0 4 9,0 1-1,-1-1 0,0 1 0,-1-1 0,0 1 0,-1-1 0,0 1 0,-3 18 0,1-24 5,0 1-1,0 0 1,-1 0-1,1-1 0,-2 1 1,1-1-1,-1 0 1,0 0-1,0 0 1,0-1-1,-1 1 0,0-1 1,0 0-1,-1 0 1,1-1-1,-1 0 1,-11 7-1,0-1 517,0-1 0,0-1 1,-1-1-1,0 0 0,-29 6 0,60-14-147,-1 0 1,1 1-1,16 1 0,8 1-365,71-4-305,201-28 1,-300 29-545,-1-1 1,0 0-1,0 0 1,13-6-1,-18 7-222,0-1 0,1 0 0,-1-1 1,0 1-1,0 0 0,0-1 0,3-4 0,11-16-11178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4:41.0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 1105,'0'0'18429,"2"-3"-17898,-2 3-513,1-1 0,-1 1 0,0 0 0,1-1 1,-1 1-1,1 0 0,-1-1 0,0 1 0,1 0 0,-1-1 0,1 1 0,-1 0 0,1 0 0,0 0 0,-1-1 0,1 1 0,-1 0 0,1 0 0,-1 0 1,1 0-1,-1 0 0,1 0 0,-1 0 0,1 0 0,0 0 0,-1 1 0,1-1 0,-1 0 0,1 0 0,-1 0 0,1 1 0,-1-1 0,1 0 0,0 1 0,23 13 416,0 1 0,0 1 0,30 27 0,-43-35-326,30 27 187,-2 1 0,-1 2 1,-2 2-1,-2 1 0,38 60 1,-35-41-160,-3 2 1,-2 1 0,35 105 0,-34-62-83,-6 1 0,-3 2-1,-6 0 1,-5 1 0,0 124-1,-23 61 87,4-243-93,-2 0-1,-3-1 0,-27 80 1,18-79 6,-2-1-1,-33 56 1,42-84-72,-2-1 1,0-1-1,-1 0 0,-1-1 0,-1-1 0,-33 27 0,46-42-116,0 0-1,0-1 0,0 1 0,-1-2 0,1 1 0,-1 0 1,-7 1-1,10-3-449,0-1 1,0 1-1,0-1 1,-1 1-1,1-1 1,0 0 0,0-1-1,-1 1 1,-4-2-1,-11-6-6189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4:42.6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 27 7475,'0'0'14215,"-102"0"-13527,105 0-320,37 0-175,22 0 143,18 0-96,5 0-224,-2-5 80,-8-4-96,-14-1-1009,-15 8-928,-22 2-1808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4:42.9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32 6611,'0'0'13590,"126"-8"-12965,-38-4-561,13 3-64,9 6-881,8 3-2176,-3 0-2498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4:43.6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416 37 6451,'0'0'4543,"-26"-7"-1907,-86-19-955,108 25-1619,1 0 0,-1 0 0,0 1 0,0 0 0,0-1 0,1 1 0,-1 1 0,0-1 0,0 0 0,1 1 0,-1 0 0,0 0 0,1 0-1,-1 0 1,1 1 0,-1-1 0,1 1 0,-1 0 0,1 0 0,0 0 0,0 0 0,0 1 0,0-1 0,1 1 0,-1 0 0,1 0 0,-3 3 0,1 2 18,1-1 0,0 1 1,0 0-1,0-1 0,1 1 0,1 0 1,-1 0-1,1 0 0,0 11 0,1-12-49,-1 0 0,1-1 0,1 1-1,0-1 1,0 1 0,0 0 0,0-1-1,1 0 1,0 1 0,1-1 0,4 10 0,-2-9-20,0 0 0,0 0 1,1-1-1,0 0 1,0 0-1,1 0 1,-1-1-1,13 8 0,32 17 58,94 41-1,1-1-35,-122-57-34,-1 2 0,0 0 0,38 34 0,-54-41 5,1-1 1,-1 1 0,-1 0-1,1 0 1,-2 1-1,1 0 1,-1 0-1,0 0 1,-1 1 0,0-1-1,0 1 1,-1 0-1,-1 0 1,0 0-1,0 1 1,-1-1 0,0 1-1,0-1 1,-2 0-1,0 13 1,-1-15 56,1 0 0,-2-1-1,1 1 1,-1-1 0,0 1 0,0-1 0,-1 0 0,0-1 0,0 1 0,0-1 0,-1 1-1,0-1 1,0 0 0,-1-1 0,0 0 0,0 0 0,-9 6 0,-10 6 262,0-2 1,-1-1 0,-38 15-1,23-13-145,-2-1 0,0-3 0,-1-1 0,-47 4-1,5-6 98,-99-2-1,183-6-395,0-1 0,0 0 0,0-1 0,0 1 0,-1 0 0,1 0-1,0-1 1,0 1 0,0-1 0,0 0 0,0 0 0,0 0 0,0 0 0,1 0 0,-1 0-1,-2-2 1,4 3 51,-1 0-1,1-1 0,0 1 1,0 0-1,0-1 0,0 1 1,-1-1-1,1 1 0,0 0 1,0-1-1,0 1 0,0 0 1,0-1-1,0 1 0,0-1 0,0 1 1,0 0-1,0-1 0,0 1 1,0-1-1,1 1 0,-1 0 1,0-1-1,0 1 0,0 0 1,0-1-1,1 1 0,-1 0 1,0-1-1,1 1 0,0-2-220,1 0-1,0 1 0,0-1 1,0 1-1,0 0 0,0-1 0,0 1 1,4-1-1,42-15-6423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4:44.0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339 0 8900,'0'0'9559,"-25"10"-8582,9-4-878,0 0 1,1 1-1,0 1 1,0 1 0,-18 13-1,27-15-30,0 0 0,1 0 0,-1 0 0,1 1 0,1 0 0,-1 0 0,1 0 0,1 1-1,-1-1 1,2 1 0,-3 10 0,-37 132 486,6 1-1,8 2 1,6 1-1,7 1 1,10 312-1,9-418-535,2 0-1,2 0 1,2 0-1,3-1 1,35 87-1,-31-96-76,3-1-1,0-1 1,3-1-1,1-1 0,2-2 1,1 0-1,36 35 1,-43-51-471,0 0 0,1-2 0,28 18 0,-36-26-336,0-1-1,0-1 0,1 0 0,0-1 0,0 0 1,0-2-1,19 4 0,20-4-7167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4:44.4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1 10709,'0'0'11515,"-5"-1"-10990,4 1-513,0 0 1,0 0-1,1 0 0,-1 0 1,0 0-1,0 0 0,0 0 1,0 0-1,1 1 0,-1-1 0,0 0 1,0 0-1,1 1 0,-1-1 1,0 0-1,0 1 0,1-1 1,-1 1-1,0-1 0,1 1 0,-1-1 1,1 1-1,-1-1 0,0 1 1,1-1-1,0 1 0,-1 0 1,1 0-1,-1-1 0,1 1 0,0 0 1,-1 0-1,1-1 0,0 1 1,0 0-1,-1 0 0,1 1 1,-1 5 77,0 1 0,1 0 0,0 12 1,0-5 46,28 384 1846,0 0-1426,-28-342-623,0 14 38,0-24-4440,0-79-12743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4:44.7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488 0 9124,'0'0'9394,"-18"21"-8559,11-12-742,-265 289 2909,237-266-2637,-2-1 1,-63 39-1,99-69-292,0-1-1,-1 1 1,1 0-1,0-1 1,0 1-1,0 0 1,0 0 0,-1 0-1,1 0 1,0 0-1,0 0 1,1 0-1,-1 0 1,0 0-1,-1 3 1,2-3-55,1 0 1,-1 0-1,1 0 1,-1 0-1,1-1 0,0 1 1,-1 0-1,1 0 1,0-1-1,0 1 1,0 0-1,-1-1 0,1 1 1,0-1-1,0 1 1,0-1-1,0 1 1,0-1-1,0 0 0,0 1 1,2-1-1,74 28 193,95 19-1,-39-12-1962,-3 11-4728,-73-20 306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4:45.1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5 153 9668,'0'0'10600,"-2"-2"-10000,0 0-365,12 0 29,192-1 1074,-15 2-816,352-41 267,-379 27-471,50-9 127,-198 23-414,27-5 17,-38 6-43,-1 0 0,1 0 0,0-1 0,-1 1 0,1 0 0,0 0 0,-1 0-1,1-1 1,0 1 0,-1-1 0,1 1 0,0 0 0,-1-1 0,1 1 0,-1-1-1,1 1 1,-1-1 0,1 1 0,-1-1 0,1 0 0,-1 1 0,1-1-1,-1 1 1,0-1 0,1 0 0,-1 1 0,0-1 0,0 0 0,0 0 0,1 1-1,-1-1 1,0 0 0,0 0 0,0 1 0,0-1 0,0 0 0,-1-1-1,0 0-54,0 1 0,0-1 0,0 0 0,0 1-1,0-1 1,-1 1 0,1-1 0,0 1-1,-1-1 1,1 1 0,-1 0 0,0 0-1,0 0 1,1 0 0,-1 0 0,0 0 0,0 0-1,0 1 1,0-1 0,0 1 0,-3-1-1,-45-5-2243,47 6 2084,-19-2-2948,-1 2 0,-35 4 0,7 10-6401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4:45.5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287 1 8564,'0'0'10773,"8"13"-9986,-6-8-710,8 11 105,-1 0 0,0 1 1,-2 0-1,0 1 1,6 23-1,-9-18-105,0 0 1,-2 0-1,0 1 0,-3 27 1,1-38-63,-2-1 0,1 0 0,-2 0 1,0 0-1,0 0 0,-1 0 0,-1-1 1,0 0-1,-10 18 0,0-7 31,-1-1 1,-1 0-1,-1-1 1,-1-1-1,-23 18 0,26-24 195,-1 0 0,0-2 0,-1 0 0,0-1 0,-1-1 0,0-1 0,-22 7 0,13-9 1149,27-6-709,26-1 156,126-22-596,-67 8-231,458-57-1344,-538 71 1265,103-19-2990,-95 17 1990,0-1 0,0-1-1,0 0 1,-1 0 0,0-1 0,18-13-1,20-26-6370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4:45.8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 12294,'0'0'7278,"37"-4"-6507,-17 2-660,2-1 18,-1 1 0,1 1 0,35 2 0,-45 1-68,0 0-1,0 0 1,0 1 0,0 1 0,-1 0 0,1 1 0,-1 0 0,0 0 0,-1 2 0,1-1 0,9 9 0,36 31 259,-2 4 0,-3 1 0,-1 3 0,64 92 0,-61-67-99,-4 1 1,-3 3 0,38 96-1,-50-91-111,-4 2-1,-4 1 0,21 131 1,-30-88-2,2 241 0,-21-290-3,-13 87 0,7-117-42,-3-2-1,-30 91 0,13-73-25,-3-1-1,-3-1 1,-4-3-1,-2 0 1,-73 89 0,-5-15 121,-153 138 0,253-262-159,-21 25-174,37-38-1052,5-7-1406,16-24-1468,15-26-3307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5:54.0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125 0 1105,'0'0'6941,"-16"1"-5855,-10-1-532,-12 1 98,-7 5 2998,67-7-79,39 2-2964,12 1-663,94-7 245,-167 5-61,-10 0 22,-132 0-508,142 0 713,-6 259-123,6-254-168,3 24-1884,-3-28 1567,1 0-1,-1 0 1,1 0-1,-1 0 0,1 0 1,0 0-1,-1 0 1,1 0-1,0 0 1,0 0-1,0 0 0,0 0 1,0 0-1,0-1 1,0 1-1,0 0 1,0-1-1,0 1 1,0-1-1,2 2 0,15 1-5148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5:54.4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148 0 3298,'0'0'8969,"-15"11"-7907,2-2-816,6-4-137,0-1-1,1 1 0,0 0 0,-1 1 0,2-1 0,-1 1 0,1 1 1,0-1-1,0 1 0,0-1 0,1 1 0,0 1 0,-3 7 1,-2 14 293,1 0 0,1 0 1,1 1-1,-2 44 1,6 120 466,2-183-891,0-1-1,1 0 1,1 0-1,-1-1 1,2 1 0,-1 0-1,1 0 1,1-1 0,0 0-1,0 0 1,1 0-1,0 0 1,0 0 0,1-1-1,0 0 1,0-1 0,1 1-1,0-1 1,1 0-1,0-1 1,0 0 0,0 0-1,0-1 1,1 0 0,17 7-1,-4-4-1194,0-2 0,1 0 0,0-2 1,0 0-1,0-2 0,30 0 0,7-1-4340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5:54.8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1 5026,'0'0'7468,"0"17"-6583,-1-11-766,1 13 218,0 0 0,1 0 0,1-1 0,6 30 0,-3-18 491,0 0 1,-2 0-1,-2 50 0,-1-79-414,-1 0 165,-1-6 29,2-11-487,0 1-75,0-1-1,1 1 1,4-19 0,-4 28-51,0 1 0,1-1-1,0 1 1,0 0 0,1 0 0,0-1 0,0 2 0,0-1 0,0 0 0,1 1 0,-1-1 0,8-6 0,-3 5-2,0-1 1,1 2 0,0-1-1,-1 1 1,2 0 0,-1 1-1,1 0 1,-1 0 0,1 1-1,0 1 1,0 0 0,0 0 0,1 0-1,-1 2 1,0-1 0,0 1-1,1 1 1,13 2 0,-21-2 1,1 0 0,-1 1 0,0 0 0,-1 0 0,1 0 0,0 0 0,0 0 1,-1 0-1,1 1 0,-1-1 0,0 1 0,0 0 0,0-1 0,0 1 0,0 0 0,-1 0 1,1 0-1,-1 1 0,0-1 0,2 6 0,1 4-11,-1 0 0,-1 0 1,0 1-1,0 14 0,-2-13 31,2 0-695,-2-1-1,0 1 1,0-1-1,-2 1 1,1-1-1,-2 1 1,-4 13-1,-5 1-2966,6-4-1099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5:55.1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 1 7443,'0'0'6483,"80"164"-5042,-64-97-208,-8 0-113,-2-4-496,-6-1-207,0-1-225,0-4 32,-24-9-192,-3-7 0,-2-7-32,5-12-1201,5-8-1616,5-7-1409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5:55.5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 22 8148,'0'0'8580,"104"-7"-8388,-69 2-192,-6-2-160,-2 4-1857,-8 3-1745,-11 0-2033</inkml:trace>
  <inkml:trace contextRef="#ctx0" brushRef="#br0" timeOffset="1">1 159 4802,'0'0'10245,"42"3"-9749,-7-3-496,3 0 0,4 0-784,-1 0-2114,-4 0-2624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5:56.2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18 6515,'0'0'7545,"33"1"-6844,106 1-266,-118-3-290,0 0 0,1-2 0,20-4-1,-29 4-685,0 1-1,-1 0 1,16 1-1,-39 2-148,0 0 0,0 0-1,1 1 1,-15 5 0,-14 2 171,37-9 946,1 1-1,0-1 0,-1 1 1,1-1-1,0 1 1,-1 0-1,1-1 1,0 1-1,0 0 1,0 0-1,0 0 1,-1 0-1,1 0 1,1 0-1,-3 2 1,-9 23 995,10-14-1701,-1 1-1,0 20 0,3-28 679,-1 119 311,1-69-454,0-45-219,1 0 0,0 1 0,0-1 0,1 0 0,1 0-1,-1 0 1,9 19 0,-8-24-331,0 1-1,0-1 0,0 0 1,1 0-1,0 0 0,5 5 1,-5-6-473,0-1 0,0 0 1,0 0-1,0-1 0,0 1 0,0-1 1,1 0-1,7 3 0,22 3-3934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5:56.6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132 0 6723,'0'0'6166,"-15"22"-5385,-50 77-87,58-89-589,2 1 1,0 0 0,0 1-1,1 0 1,0-1-1,1 1 1,1 0-1,-2 17 1,1-9 43,-2 33 482,1 82 0,4-108-554,0-14-85,0-1 0,1 1 0,1 0 0,-1-1 0,2 1-1,0-1 1,1 0 0,0 0 0,0 0 0,2-1 0,-1 1 0,1-1-1,1 0 1,0-1 0,1 1 0,0-2 0,0 1 0,17 14 0,-7-10-938,1-1 0,1-1 0,0 0 0,0-2 0,1 0 0,0-1 0,1-1 0,44 9 0,25 2-5507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5:57.2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1 2993,'0'0'7446,"0"15"-6013,0 11-899,-1 20 1280,9 87 0,-6-115-1309,-1-8 81,0-16 1810,-1-7-2343,1 1 1,0-1 0,1 0-1,1 1 1,0-1-1,1 1 1,0 0-1,1 0 1,10-18-1,-13 25-61,1 0-1,1 0 0,-1 0 1,1 0-1,0 0 0,0 1 1,0 0-1,1 0 0,-1 0 1,1 0-1,0 1 0,0 0 1,1 0-1,-1 0 0,0 0 1,1 1-1,0 0 0,-1 0 1,1 1-1,0-1 0,0 1 1,10 0-1,-8 1-19,0 0-1,-1 0 1,16 3-1,-20-2 22,0 1 0,0-1 0,0 0-1,0 1 1,0-1 0,0 1 0,-1 0 0,1 0 0,-1 0-1,1 0 1,3 5 0,1 2-1,0 0 1,0 1-1,-1-1 0,0 1 0,-1 1 1,0-1-1,0 1 0,-1 0 0,-1 0 1,0 0-1,2 14 0,-1 0-785,0 41 0,-5-4-3499,1-16-1481,0-32-715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5:57.5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 3 6643,'0'0'9845,"-11"-3"-9781,11 35 288,-2 9 48,2 4-112,-3-4-208,0-2 0,3-6-80,0-4-624,0-5-1425,0-4-1361,19-13-2160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5:57.9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404 1 6451,'0'0'9284,"-96"175"-8483,55-119-161,-1-6-272,-6-2-272,2-4-80,3-6-16,3-4-1569,8-5-2208,16-10-3507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5:58.2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6675,'0'0'6726,"17"14"-5998,51 47-210,-66-59-491,-1-1 1,1 1 0,-1 0 0,1 0-1,-1 0 1,1 0 0,-1 0-1,0 0 1,0 0 0,0 1-1,0-1 1,-1 0 0,1 1-1,-1-1 1,1 0 0,-1 1 0,0-1-1,0 1 1,0-1 0,0 0-1,0 1 1,-1 2 0,0 4 148,1-6-107,-1 0 0,0 0-1,0 1 1,0-1 0,0 0-1,0 0 1,-1 0-1,1 0 1,-1-1 0,0 1-1,0 0 1,0-1 0,0 1-1,0-1 1,-4 3-1,2-1 219,-1 0 0,0-1-1,1 0 1,-2 0-1,1 0 1,0 0 0,-10 3-1,61-7 1755,86-22-3302,-44 4-7706,-58 12 464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5:58.6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 0 5619,'0'0'9316,"11"24"-7876,71 163 729,-69-155-1898,-2 0-1,-2 1 0,0 0 0,4 43 0,-11-52-226,-1-1-1,0 0 1,-2 0 0,0 0-1,-2 1 1,-1-2-1,-8 30 1,-1-14 8,-2-2 1,-24 43 0,24-54-587,2 2-1,0 0 1,2 1 0,1 0 0,-10 47 0,17-10-5042,3-14-3676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5:59.0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29 4578,'0'0'10693,"83"5"-9637,-27-5-543,6 0-225,-1 0-192,-4 0-96,-12-7-16,-16-3-945,-15 1-1216,-14 1-1232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5:59.3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 6 5042,'0'0'9909,"-2"-4"-9199,2 4-704,0 0 0,0 1 0,0-1 0,0 0 0,0 0 0,0 0 0,0 0 0,0 0 0,0 0 0,-1 0 0,1 0 0,0 0 0,0 0 0,0 0 0,0 0 0,0 0 1,0 0-1,0 0 0,0 0 0,-1 0 0,1 0 0,0 0 0,0 0 0,0 0 0,0 0 0,0 0 0,0 0 0,-1 0 0,1 0 0,0 0 0,0 0 0,0 0 1,0 0-1,0 0 0,0 0 0,0 0 0,0 0 0,0 0 0,-1 0 0,1 0 0,0 0 0,0-1 0,0 1 0,0 0 0,0 0 0,0 0 0,0 0 0,0 0 1,0 0-1,0 0 0,0 0 0,0-1 0,0 1 0,0 0 0,0 0 0,0 0 0,-2 20 337,1 44 351,2-41-380,1 161 1101,1 3-5252,-1-162-426,9-6-2231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5:59.7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326 96 6995,'0'0'8004,"-17"-16"-7441,-59-46-187,73 59-354,-1 1-1,1 0 1,0 0-1,-1 1 1,1-1-1,-1 1 1,0 0 0,0 0-1,1 0 1,-1 0-1,0 1 1,0-1-1,0 1 1,0 0 0,1 0-1,-1 0 1,0 1-1,0 0 1,0-1-1,0 1 1,1 1 0,-8 2-1,3-1 6,1 1 0,-1 0 0,0 0 1,1 1-1,0 0 0,0 1 0,0-1 0,1 1 0,0 1 0,0-1 0,1 1 0,-1 0 0,1 0 0,1 0 1,0 1-1,-6 11 0,4-4-13,1 0 0,0 0 0,1 1 0,1-1 0,0 1 0,1 0 0,1 0 0,0 18 0,2-29-13,-1 0 1,1 0-1,0-1 0,0 1 0,1-1 0,0 1 1,-1-1-1,1 0 0,1 1 0,-1-1 1,1 0-1,-1 0 0,1-1 0,0 1 0,1-1 1,-1 1-1,0-1 0,1 0 0,0 0 1,0 0-1,0-1 0,0 0 0,0 1 0,9 2 1,5 2 16,-1-1 1,1-1-1,0-1 1,1 0-1,20 0 1,16 1 710,90-5 1,-141 0-535,1 0 0,-1-1 0,1 1 0,0-1 0,-1 0 0,0 0 0,1-1 0,-1 1 0,0-1 0,6-3 0,-10 5-72,0 0-147,0 0 1,0 0 0,0 0 0,0-1 0,0 1 0,0 0 0,0 0 0,0 0 0,0 0-1,0-1 1,0 1 0,0 0 0,0 0 0,0 0 0,0 0 0,0 0 0,0-1-1,0 1 1,0 0 0,0 0 0,-1 0 0,1 0 0,0 0 0,0 0 0,0-1 0,0 1-1,0 0 1,0 0 0,0 0 0,-1 0 0,1 0 0,0 0 0,0 0 0,0 0-1,0 0 1,0 0 0,0 0 0,-1 0 0,1 0 0,0 0 0,0-1 0,0 1 0,0 0-1,-1 0 1,1 1 0,0-1 0,0 0 0,0 0 0,-12-1-1500,8 1 788,-33 1-5716,-18 3-4373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6:22.1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19 3858,'0'0'11448,"-2"3"-9885,0-1-1204,1 0 1,0 0-1,-1 0 0,0 0 1,1-1-1,-1 1 0,0 0 1,0-1-1,0 0 1,0 1-1,0-1 0,-5 2 1,3 0 139,8-1 297,17-2 675,-13 0-1287,888-5-69,-879 5-115,48-3 24,-65 3-24,0 0 0,1 0 1,-1-1-1,1 1 0,-1 0 1,0-1-1,1 1 0,-1 0 0,0-1 1,1 1-1,-1-1 0,0 1 0,0 0 1,1-1-1,-1 1 0,0-1 0,0 1 1,0-1-1,0 1 0,1-1 0,-1 1 1,0-1-1,0 1 0,0-1 0,0 1 1,0-1-1,0 1 0,0-1 1,-1 1-1,1-1 0,0 0 0,0 0-120,0 0 0,0 1-1,-1-1 1,1 0 0,0 0-1,0 0 1,-1 0 0,1 0-1,-1 1 1,1-1 0,-1 0-1,1 0 1,-1 1 0,1-1-1,-1 0 1,1 1 0,-1-1-1,0 0 1,0 1 0,-1-1-1,-10-3-1130,-1 1 0,0 1 0,0 1 0,0 0 0,0 0 0,-20 2 0,2 0-1077,-42-1-3015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6:22.5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226 1 2097,'0'0'7462,"-20"6"-6203,-128 33 2463,129-36-2681,16-3-677,0 1 0,-1-1 0,1 1 0,0-1-1,0 1 1,0 0 0,-1 0 0,1 0 0,-5 4 30,8-5-373,0 0 0,0 0-1,0 0 1,0 0 0,0 0 0,0 0-1,0 1 1,-1-1 0,1 0 0,0 0-1,0 0 1,0 0 0,0 0-1,0 1 1,0-1 0,0 0 0,0 0-1,0 0 1,0 0 0,0 1 0,0-1-1,0 0 1,0 0 0,0 0 0,0 0-1,0 1 1,0-1 0,0 0 0,0 0-1,0 0 1,0 0 0,1 0 0,-1 1-1,0-1 1,0 0 0,0 0-1,0 0 1,0 0 0,0 0 0,0 0-1,1 1 1,-1-1 0,0 0 0,0 0-1,0 0 1,0 0 0,0 0 0,1 0-1,-1 0 1,0 0 0,0 0 0,0 0-1,0 0 1,1 0 0,-1 0 0,0 0-1,0 0 1,0 0 0,0 0-1,1 0 1,-1 0 0,0 0 0,0 0-1,35 4 104,0-2 0,41-2-1,-21-1 0,788-33 2654,-828 33-2695,-7 0 58,-1 1 0,1-1 0,0 0-1,-1-1 1,13-4 0,-20 6-85,0 0 1,0-1-1,0 1 1,1 0-1,-1 0 1,0 0-1,0-1 1,0 1-1,0 0 0,1 0 1,-1-1-1,0 1 1,0 0-1,0-1 1,0 1-1,0 0 1,0 0-1,0-1 1,0 1-1,0 0 1,0-1-1,0 1 1,0 0-1,0 0 1,0-1-1,0 1 1,0 0-1,0-1 1,0 1-1,-5-4-3408,-4 4-606,-4 0-2068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6:35.4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22 212 4258,'0'0'7569,"-4"-9"-6585,1-1-621,-1 0 0,1 0 0,1 0 0,0 0-1,0 0 1,1-13 0,0 19-313,1 1-1,1-1 1,-1 0 0,0 0 0,1 1-1,0-1 1,0 0 0,0 1 0,0-1-1,1 1 1,-1-1 0,1 1 0,0 0-1,0-1 1,0 1 0,0 0-1,1 0 1,-1 1 0,1-1 0,0 0-1,-1 1 1,1 0 0,1-1 0,4-2-1,0 1-46,0-1 0,0 1 0,1 0-1,0 1 1,-1-1 0,1 2 0,0 0 0,14-2-1,6 1-12,38 1-1,-55 2 5,-9 0 0,1 1 1,0 0 0,0-1 0,-1 1 0,1 0-1,0 1 1,-1-1 0,1 1 0,-1-1 0,1 1-1,-1 0 1,0 0 0,0 1 0,0-1 0,0 1-1,0-1 1,-1 1 0,1 0 0,-1 0 0,0 0-1,0 0 1,0 1 0,0-1 0,0 1 0,2 5-1,0 3 2,0-1 0,-1 1-1,0 0 1,-1 0 0,0 0-1,0 25 1,-2 59 1989,0-102-851,0-16-1007,1 0-1,0 1 1,7-30 0,-6 43-136,0 0 1,0 1-1,1-1 0,0 1 1,1 0-1,0 0 0,0 0 1,0 0-1,1 1 1,0-1-1,0 1 0,12-10 1,-10 10-2,1 0 0,-1 1-1,1 0 1,11-5 0,-16 9-4,0-1 1,1 1-1,-1 0 0,0 0 1,1 0-1,-1 0 0,1 1 1,-1-1-1,1 1 0,-1 0 0,1 0 1,-1 0-1,1 1 0,6 1 1,-8-1 2,0 0 1,0 1-1,0-1 1,0 1-1,0-1 1,0 1-1,-1 0 1,1 0-1,0 0 1,-1 0-1,0 0 1,1 0-1,-1 0 1,0 1-1,0-1 1,0 0-1,-1 0 1,2 5-1,8 48-54,-9-50 66,5 120 43,-5-85-344,1 1-1,9 41 1,-11-77-166,2 1-1,-1-1 1,0 0-1,1 0 1,0 0-1,0 0 1,1 0-1,0-1 1,-1 1-1,1 0 1,1-1 0,4 5-1,25 15-5597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6:35.7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4994,'0'0'8900,"22"0"-8692,10 0-79,5 0-65,1 0-64,-1 0-48,3 0-1745,-8 0-2241,-8 0-1201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6:36.1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24 5410,'0'0'9141,"54"5"-8261,-6-5-608,11 0-272,10 0-16,11 0-1713,3-12-2865,-5-5-2097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6:36.9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86 5891,'0'0'9001,"1"-14"-8451,0 5-492,-1 5-42,0-1 0,1 1 1,-1-1-1,1 1 0,0-1 0,3-6 1,-3 9-15,-1 1 0,1-1 0,0 1 0,0-1 0,0 1 0,0 0 0,1-1 0,-1 1 0,0 0 0,0 0 0,1 0 0,-1 0 0,0 0 0,1 0 0,-1 1 0,1-1 0,0 0 0,-1 1 0,1-1 0,-1 1 0,1-1 0,0 1 0,-1 0 0,1 0 0,2 0 0,17-1-1,0 1 1,-1 1-1,28 4 1,-39-3-2,-1 0-1,0 1 1,0 0 0,0 0-1,-1 1 1,1-1 0,-1 2 0,0-1-1,0 1 1,0 0 0,6 6 0,-8-5-9,0-1 1,-1 0 0,1 1-1,-1 0 1,0 0 0,-1 0 0,1 1-1,-1-1 1,0 1 0,-1 0 0,0 0-1,3 13 1,-4-15 13,-1-1-1,1 0 0,-1 1 1,0-1-1,0 0 1,-1 1-1,1-1 1,-1 0-1,0 1 0,0-1 1,-1 0-1,1 0 1,-1 0-1,0 0 1,0 0-1,0 0 1,0-1-1,-1 1 0,0-1 1,1 1-1,-1-1 1,-4 3-1,-11 7 146,-1-1-1,0-1 0,0-1 1,-1-1-1,0-1 1,-37 11-1,56-18 3,-1-1 1,1 1-1,0 0 0,-1 1 1,1-1-1,0 0 1,0 0-1,0 0 0,0 1 1,0-1-1,0 1 0,0-1 1,0 0-1,1 1 1,-1 0-1,1-1 0,-1 1 1,1-1-1,-1 1 0,1 0 1,0-1-1,0 3 1,-3 39-629,3-41 603,0 74-98,0-74-23,0-1 0,1 0 0,-1 1 0,0-1 0,1 0 0,-1 1 0,1-1 0,-1 0-1,1 0 1,0 1 0,0-1 0,0 0 0,-1 0 0,1 0 0,0 0 0,0 0-1,0 0 1,0 0 0,1 0 0,-1-1 0,0 1 0,0 0 0,0-1 0,1 1 0,-1 0-1,0-1 1,1 0 0,-1 1 0,0-1 0,1 0 0,-1 0 0,1 0 0,1 0 0,-2 0 146,16 0 989,278-7-794,-294 7-216,-1 0-339,-1-1-1,1 0 1,0 1 0,0-1 0,0 0-1,0 1 1,0-1 0,-1 1 0,1-1-1,0 0 1,0 1 0,-1-1 0,1 1-1,0-1 1,-1 1 0,1-1 0,-1 1-1,1-1 1,-1 1 0,1 0 0,-1-1-1,1 1 1,-1 0 0,1-1 0,-1 1-1,0-1 1,-2 0-809,-14-10-8446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6:37.4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53 4626,'0'0'10490,"1"-10"-9025,-1 4-1228,1-24 231,0 23-218,-1 20 140,8 186 1221,0 5-1910,-8-203 112,1 7-2215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6:37.8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156 1 4322,'0'0'9807,"3"1"-9335,-3 0-437,1-1-1,-1 1 1,1-1-1,-1 1 1,0-1-1,1 1 1,-1-1-1,0 1 1,1-1-1,-1 1 1,0 0-1,1-1 1,-1 1-1,0 0 1,0-1-1,0 1 1,0 0-1,0-1 1,0 1-1,0-1 1,0 1-1,0 0 1,0-1-1,0 1 1,0 0-1,0-1 1,0 1-1,-1 0 1,1 0-1,-13 22 697,8-15-429,-12 21 344,-3 6 238,-2 0 1,-49 57 0,59-85-397,9-5 1201,16 3-1137,128 32-586,48 15-627,-155-40-1246,51 26 1,-22-2-3286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6:46.1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353 9 2513,'0'0'10645,"-10"-8"-4565,8 15-6042,1 0-1,0 0 1,0 0-1,1 0 1,0 0-1,1 11 1,0 4 110,-2 39 302,0-10-145,2 1 0,2 0 0,11 55 0,-8-74-87,0 1 0,1 65 0,-7-99-80,-2 10 215,-5-5-295,1-1 0,-1 0 1,0 0-1,0-1 0,-1 0 0,1 0 1,-1-1-1,-8 2 0,2 0 5,-68 16 399,-101 13 1,182-33-445,0 0-1,-1 0 0,1 0 0,0 1 0,-1-1 0,1 0 0,0 0 0,-1 1 0,1-1 0,0 1 0,0-1 0,-1 1 0,1 0 0,-2 1 0,3-2-99,21 0-8706,7 0 2102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6:49.9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 51 3762,'0'0'12678,"-8"0"-11318,16 0-1072,19 0 193,10-9-337,8-3-128,4 0-16,1-3-1041,1 13-1776,-13 2-1937,-17 0-1297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6:50.3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7 4290,'0'0'12118,"-3"5"-11590,30-2 368,13-3 17,8 0-689,8 0-128,8 0-96,8 0-529,6-3-2224,-3-9-4210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6:50.9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62 38 2545,'0'0'9402,"-13"-2"-7959,-2 0-1386,-18-3 1616,32 4-1202,6 0-81,25 0-57,30 0 299,0-3 1,61-12-1,-104 12-627,-16 4-254,-3-1-111,-28 3-1328,16-1 1293,-6 0-217,1 1 0,-1 1 0,1 1-1,0 0 1,0 2 0,0 0-1,-23 20 7283,50-3-7554,-6-16 1505,10 36-278,-3 1 0,-2 0-1,2 54 1,-5-47-442,3 0 1,12 52 0,-7-68-2675,0-13-2519,4-4-4516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6:51.5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276 1 6451,'0'0'7505,"-15"1"-6665,12-1-802,-3 0 18,1 0-1,-1 1 1,1-1-1,0 1 1,-1 0 0,1 1-1,0-1 1,0 1-1,0 0 1,0 0-1,0 1 1,0-1-1,1 1 1,-1 0-1,1 1 1,-1-1-1,1 1 1,1-1-1,-1 1 1,0 0-1,1 1 1,-4 5-1,-13 24 242,2 0 0,1 2 0,2 0 0,2 1 0,1 1-1,2 0 1,-7 44 0,5 10 373,0 175-1,12-226-596,1-1 0,3 1 0,1 0 0,2-1 0,2 0 0,1 0 0,2-1-1,20 42 1,-17-48-48,2 0 0,2-2-1,0 0 1,3-1 0,0-1-1,40 40 1,-41-50-341,1 0-1,0-1 1,1-1 0,1-2 0,1 0 0,0-1 0,1-2-1,50 17 1,-47-21-1156,1 0 1,36 3-1,64-3-6158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6:52.1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32 119 6739,'0'0'8436,"-1"-19"-7841,-1 5-533,1 1 0,1-1 0,2-24 0,-1 37-59,-1 0-1,0 0 1,1 0-1,-1 0 1,1-1-1,0 1 1,-1 0 0,1 0-1,0 1 1,0-1-1,0 0 1,-1 0 0,1 0-1,0 0 1,0 1-1,0-1 1,0 0-1,1 1 1,-1-1 0,0 1-1,0-1 1,0 1-1,0 0 1,0-1-1,1 1 1,0 0 0,36 0 13,-24 1-14,-6-1 0,-1 0-1,1 0 1,0 1-1,-1 1 1,0-1-1,1 1 1,-1 0-1,0 1 1,0 0-1,0 0 1,0 1-1,0-1 1,-1 1-1,0 1 1,0-1-1,0 1 1,0 0-1,-1 1 1,0-1-1,0 1 1,0 0-1,-1 0 1,0 1-1,0-1 1,0 1-1,-1 0 1,0 0-1,0 0 1,2 11-1,-2-4 3,0 0 0,0 0 0,-2 1 0,0-1 0,-1 16 0,0-22 4,0-1 1,-1 1 0,-1 0 0,1-1 0,-1 1-1,0-1 1,-1 1 0,0-1 0,0 0 0,-8 12-1,2-6 64,-2 0-1,0-1 0,0-1 0,-1 0 0,-20 15 0,23-20 144,0 0-1,-1 0 1,0-1 0,0 0-1,0-1 1,0 0 0,-1 0-1,-21 3 1,29-6-35,-1 0-1,1-1 1,0 1 0,-1-1 0,1 0 0,0 0 0,-1 0-1,1-1 1,0 1 0,-1-1 0,1 0 0,0 0-1,-1 0 1,1 0 0,0 0 0,0-1 0,0 1 0,0-1-1,-2-2 1,4 4 151,14 0-139,-12 0-201,259-4 126,-176-1-1679,93-18 1,-118 10-1984,-11-5-2335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6:52.5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 30 4738,'0'0'9578,"-1"-5"-8586,-5-16-431,4 17-207,1 6-261,0 8-68,3 100 997,0 31 3,-3-94-4637,-2 0-3491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6:53.1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199 10 3362,'0'0'8297,"1"-2"-7393,4-5-253,-7 13-68,-11 17-61,1-9-287,0-1 0,-1-1 1,-27 22-1,31-28-136,0 1-1,-1-2 0,1 1 1,-1-1-1,-1-1 1,1 1-1,-17 3 0,14-7 933,13-2-947,0 1 0,-1 0 0,1 0-1,0 0 1,-1-1 0,1 1 0,0 0 0,0 0 0,-1-1-1,1 1 1,0 0 0,0-1 0,0 1 0,0 0-1,-1-1 1,1 1 0,0 0 0,0-1 0,0 1-1,0 0 1,0-1 0,0 1 0,0 0 0,0-1-1,0 1 1,0-1 0,0 1 0,0-1-92,3 2-53,-1 0 50,1-1 1,0 1-1,-1-1 1,1 0-1,0 0 1,-1 0-1,1 0 1,3-1-1,16 1-4,-10 3 9,0 0 0,0 1-1,-1 0 1,0 1 0,18 9 0,53 39-114,-60-37-16,42 28-2054,-3 0-3536,-25-17-413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6:54.0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332 30 3474,'0'0'9233,"4"-7"-7947,7-10-742,-7 11-322,-6 11 82,-78 109 689,25-40-332,-11 19-102,-69 109-174,125-179-598,8-7-3354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6:54.5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11 7075,'0'0'6859,"13"-3"-6667,-8 2-176,3-1 67,0 1 0,0-1 1,0 1-1,13 1 0,-18 0-44,1 0 0,0 1 0,-1 0-1,1-1 1,-1 1 0,1 1 0,-1-1 0,1 0-1,-1 1 1,0 0 0,0 0 0,1 0-1,-1 0 1,-1 0 0,1 0 0,3 4 0,-3-3-22,-1 0 0,0 1 0,1-1 0,-1 1 0,-1-1 1,1 1-1,0-1 0,-1 1 0,0 0 0,0 0 0,1 5 0,1 44 71,-3-43-59,0-9-21,0 1 0,0 0-1,-1 0 1,1 0 0,-1 0-1,1 0 1,-1 0-1,1-1 1,-1 1 0,0 0-1,0-1 1,0 1 0,0 0-1,0-1 1,0 1-1,-1-1 1,1 0 0,0 1-1,-3 1 1,-1 0 52,1 0 1,-1-1-1,1 1 1,-1-1-1,0 0 0,0-1 1,-6 2-1,-6 1 628,0-1 0,-1-1 1,-24 0-1,225-2 1464,-50 0-5355,-117-1-954,-2-1-3097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6:55.8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21 5523,'0'0'8900,"2"-3"-8113,-1 2-751,-1 0 1,1 0-1,0 0 1,0-1-1,0 1 1,0 0-1,0 0 1,0 0-1,0 0 1,0 1-1,0-1 1,1 0-1,-1 0 1,0 1-1,0-1 1,1 1 0,-1-1-1,0 1 1,1 0-1,-1-1 1,3 1-1,0 0 22,-1 0-1,1 0 1,-1 1-1,0-1 1,1 1-1,-1 0 1,1 0-1,5 3 1,0 0 28,0 1-1,0 0 1,-1 1 0,1 0-1,-1 0 1,9 10 0,8 13 83,0 1 1,-2 2-1,-1 0 1,-2 1-1,-1 1 1,-2 1 0,-1 1-1,-2 0 1,14 58-1,-14-34-63,-2 0-1,-4 0 1,-2 1-1,-2 0 1,-7 85 0,0-115-78,-1 1 1,-2-1 0,-1 0-1,-2-1 1,-1 1 0,-1-2-1,-20 38 1,8-25-3,-2-1-1,-2 0 1,-1-2-1,-36 37 1,55-68-49,7-5-20,-1-1 1,1 1-1,0 0 0,0-1 0,0 1 0,0 0 0,0 0 1,-1 4-1,3-7-37,0 0 0,0 1 0,1-1 0,-1 0 0,0 0 1,0 1-1,0-1 0,0 0 0,1 0 0,-1 1 0,0-1 0,0 0 0,0 0 1,1 0-1,-1 0 0,0 1 0,0-1 0,1 0 0,-1 0 0,0 0 0,1 0 0,-1 0 1,0 0-1,0 0 0,1 0 0,-1 0 0,0 0 0,0 0 0,1 0 0,-1 0 0,0 0 1,1 0-1,-1 0 0,0 0 0,0 0 0,1 0 0,16-2-1769,-9 1 967,-1 0 0,1-1-1,-1 0 1,0 0 0,9-4 0,3-4-3061,29-22 0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6:56.1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121 107 4482,'0'0'10450,"-20"0"-8862,-80 0 655,111-1-1912,0 1 1,20-6-1,2 0-228,346-34 349,-314 33-421,-65 7-46,0 0 1,0 0 0,0 0 0,1 0 0,-1 0-1,0 0 1,0 0 0,1 0 0,-1 0 0,0 0-1,0 0 1,0 0 0,1 0 0,-1 0 0,0 0-1,0 0 1,1 0 0,-1 0 0,0 0 0,0 0-1,0-1 1,0 1 0,1 0 0,-1 0-1,0 0 1,0 0 0,0 0 0,0-1 0,1 1-1,-1 0 1,0 0 0,0 0 0,0-1 0,0 1-1,0 0 1,0 0 0,0-1 0,-10-5-1237,-71-14-6288,29 4 1824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6:56.5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 72 6963,'0'0'9410,"-5"-13"-8207,-17-40-400,19 47-441,1 9-261,2 11-152,0-11 85,24 305 1312,-5-123-1036,-17-133-342,-2-35-348,0 1 0,1 0 0,2-1 0,-1 1 0,2-1 0,9 29 0,-12-43 13,1 0-1,0 0 1,-1 0-1,1-1 1,0 1-1,0-1 1,0 1-1,1-1 1,-1 1-1,1-1 1,-1 0-1,1 0 1,0 0-1,0-1 1,0 1-1,-1-1 1,2 1-1,-1-1 1,5 1-1,31 3-5557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6:56.8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543 99 8756,'0'0'6779,"-35"-18"-5906,-2-2-695,0 1 1,-44-14 0,73 31-148,1 0 1,-1 1-1,0-1 1,0 2-1,0-1 1,0 1-1,0 0 1,0 1-1,0 0 0,0 0 1,-8 3-1,1 1 45,0 0 0,1 1 0,-22 13 0,24-12-26,-1 0-1,1 0 0,1 0 0,0 1 0,0 1 0,0 0 0,1 1 0,1-1 0,0 2 0,-15 21 0,18-23-38,1 0 0,1 1 0,-1 0 0,2 0 0,-1 1 0,2-1-1,-1 1 1,1-1 0,1 1 0,0 0 0,0 0 0,1-1 0,2 14 0,-2-17-6,1-1 0,1 1 1,-1-1-1,1 0 0,0 1 1,1-1-1,-1 0 0,1 0 1,1 0-1,-1-1 0,8 10 1,-3-7 8,-1 0 1,1 0-1,0-1 0,1-1 1,-1 1-1,17 8 1,-1-4 36,1 0 0,-1-2 0,2-1 1,-1 0-1,33 3 0,10-2 472,1-3 0,72-4 0,-127-2-246,-14-3-122,0 3-217,0-1 1,0 1 0,0 0 0,0-1 0,0 1 0,0 0-1,0-1 1,0 1 0,0-1 0,0 1 0,0 0-1,0-1 1,0 1 0,0-1 0,0 1 0,0 0-1,0-1 1,-1 1 0,1 0 0,0-1 0,0 1 0,0 0-1,-1-1 1,1 1 0,0 0 0,0-1 0,-1 1-1,1 0 1,0 0 0,-1-1 0,1 1 0,-23-1-4627,-12 1-4255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6:59.0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156 116 896,'0'0'4629,"0"0"-4522,0-1 0,0 1 0,0 0 0,0-1 0,0 1 0,0-1 0,0 1 0,0-1 0,0 1 0,0 0 0,0-1 0,0 1 0,0-1-1,0 1 1,0 0 0,-1-1 0,1 1 0,0-1 0,0 1 0,0 0 0,-1-1 0,1 1 0,-45 0 3446,35 0-1081,33 0-1723,221-22 22,3 0 235,-244 22-918,-17 0 475,-562 0 2875,950-12-3253,-313 6-174,60-2 7,-392 17-96,-39 1 159,369-10-113,166-2 59,1-19 100,-172 13-52,-49 6 198,-9-1 220,-10-1-412,0 1 0,-1 1 0,1 0 0,-19 0 0,-27-2-43,55 2-46,4 2-123,6 4-2748,21 39-6995,-15-25 1478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6:47.0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185 22 4626,'0'0'6929,"-25"-3"-5291,-78-12-552,56 11 290,38 5-197,9-1-424,2 0-322,431 0 1349,-433 0-1766,-7 0 53,-24 0-56,-116 4-109,119-3 2548,28 13-2166,-11 577 493,11-515-1569,0-27-6571,0-34 401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6:47.3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271 10 7780,'0'0'9086,"-20"-3"-8171,4 0-755,1 1-1,-1 1 1,-22 0-1,35 2-141,0-1 0,0 1-1,1 0 1,-1 0 0,0 0-1,1 0 1,-1 0 0,1 0 0,-1 1-1,1 0 1,0-1 0,0 1 0,0 0-1,0 0 1,0 0 0,0 0 0,-2 2-1,-1 4 37,1 0-1,0 0 1,-6 14-1,4-8 33,-11 25 131,3 1-1,1 0 1,3 1-1,-12 84 1,7 171 410,15-268-560,1 0 0,9 50 0,-8-66-59,1 0 1,1 0-1,0-1 0,1 0 0,0 1 0,1-2 1,0 1-1,14 18 0,-7-15-23,0 0 0,0-1 0,1 0 0,1-1 0,0-1 1,1-1-1,0 0 0,1-1 0,29 12 0,-18-10-1014,0-2 1,0-2-1,1 0 1,0-2-1,43 3 1,10-7-5895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6:48.4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65 97 7091,'0'0'9132,"-8"-14"-8347,3 4-721,0 0 1,1 0 0,-7-20 0,11 29-64,0 1 1,0-1-1,0 0 1,0 0 0,0 1-1,0-1 1,0 0-1,1 0 1,-1 0 0,0 1-1,0-1 1,1 0-1,-1 0 1,0 1 0,1-1-1,-1 0 1,1 1-1,-1-1 1,1 1-1,-1-1 1,1 0 0,-1 1-1,1-1 1,-1 1-1,1-1 1,0 1 0,-1 0-1,1-1 1,0 1-1,0 0 1,-1-1 0,1 1-1,0 0 1,0 0-1,-1 0 1,2-1 0,33 0 8,-27 1-10,2 0 3,0 0-1,0 1 1,0 0 0,15 4-1,-21-4 1,1 1-1,-1-1 0,0 1 0,0 0 1,0 1-1,0-1 0,0 1 0,-1 0 1,1-1-1,-1 2 0,0-1 0,4 5 1,1 3-2,-1 0 0,0 1 0,-1 0 1,0 0-1,-1 0 0,0 1 0,-1 0 1,-1 0-1,0 0 0,0 0 0,-2 1 1,0-1-1,0 1 0,-1-1 0,0 1 1,-6 25-1,4-31 43,-1-1 0,0 1-1,-1-1 1,0 0 0,0 0 0,0 0 0,-1-1 0,0 1-1,0-1 1,-1-1 0,1 1 0,-1-1 0,-1 0-1,1 0 1,-14 7 0,7-4 174,-1 0-1,0-2 1,-1 0-1,0 0 1,0-2-1,0 0 1,-20 3-1,9-3 2115,32-5-1661,45-1-713,276 2 82,-462-5 46,-126 5-164,261 0 41,4 0 13,200 12-109,-156-11-588,36 0-3170,-75-2 2205,1 0 1,0-1-1,13-3 0,12-12-6638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6:48.8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 87 1809,'0'0'10735,"0"-15"-8952,0-42-287,0 42 1121,0 19-2443,-5 180 1044,0-68-2101,4-41-3171,20-74-6359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6:49.1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268 1 6435,'0'0'9290,"-9"4"-8872,-19 14 334,1 0-1,-26 23 0,21-15 116,-54 32 1,67-48-1043,6-2 2280,14-7-2043,0-1 0,-1 1 1,1 0-1,0 0 0,1-1 0,-1 1 0,0-1 0,0 1 0,0-1 0,0 1 0,0-1 0,0 0 1,1 0-1,-1 1 0,2-1 0,164 56-405,-72-21-2736,3-8-6001,-58-21 1791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6:49.5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75 0 8148,'0'0'8910,"-3"2"-8701,2-1-190,1 0 0,-1 0 0,0-1 0,1 1 0,-1 0 0,0 0 0,1 0 0,-1 0 0,1 0 0,-1 0 0,1 0 0,-1 0 0,1 0 0,0 0 0,0 0 0,-1 0 0,1 0 0,0 0 0,0 0 0,0 0 0,0 0 0,0 0 0,0 0 0,1 1 0,-1-1 0,0 0 0,0 0 0,1 0 0,-1 0 0,1 0 0,-1 0 0,1 0 0,-1-1 0,2 3 0,4 6 231,0 0 1,12 15-1,-11-16-170,17 22 249,72 95 832,-82-102-978,0 0 0,-1 0 0,18 51 1,-19-36-77,-3 0 1,-1 0 0,6 74 0,-9 123 129,-6-175-214,1-30-5,-1 1 0,-2 0 0,-1-1 0,-9 36 0,8-48-27,-1 0 0,-1-1 0,-1 0 0,0 0-1,-1 0 1,-1-1 0,-1-1 0,-14 17 0,11-15-557,-1-2 1,-1 0 0,0-1 0,-1 0 0,0-2-1,-36 20 1,-33 4-6182,86-35 6683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7:07.8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156 24 144,'0'0'7902,"-20"1"-6656,-10 1-621,-17 0-121,-11-2 4832,64 0-4811,118 0 73,2137 0 2641,-2214 1-3228,-11-1 5,-1 0 1,45-8 0,-63 3 229,-17 4-238,0 1 0,0 0 0,-1 0 0,1-1 1,0 1-1,0 0 0,0 0 0,0-1 0,0 1 0,0 0 1,0 0-1,0-1 0,-1 1 0,1 0 0,0 0 0,0 0 0,0-1 1,0 1-1,-1 0 0,1 0 0,0 0 0,0 0 0,0-1 0,-1 1 1,1 0-1,0 0 0,0 0 0,-1 0 0,1 0 0,0 0 1,0 0-1,-1 0 0,-29-8 80,-46 6-3767,1 2 0,-77 12 1,108-8 1609,-91 6-4809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7:08.2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176 108 2897,'0'0'6758,"-22"-2"-5755,-111-6 667,114 7-342,17 0-522,4 1 11,33-1 1315,-14 1-2610,2149-50 4525,-2129 50-4028,-21 0-13,0-1 0,1 0 0,36-9 0,-57 10 1,1 0 0,-1 0-1,0 0 1,1 0 0,-1 0 0,1 0 0,-1 0 0,0-1-1,1 1 1,-1 0 0,0 0 0,1 0 0,-1-1 0,0 1-1,1 0 1,-1-1 0,0 1 0,0 0 0,1-1 0,-1 1-1,0 0 1,0-1 0,0 1 0,1 0 0,-1-1 0,0 1-1,0 0 1,0-1 0,0 1 0,0-1 0,0 0 0,0 1-2,0-1 1,0 0 0,0 1 0,-1-1 0,1 1-1,0-1 1,-1 1 0,1-1 0,0 1 0,-1-1-1,1 1 1,-1-1 0,1 1 0,-1 0 0,1-1-1,-1 1 1,1-1 0,-1 1 0,1 0 0,-1 0-1,1-1 1,-2 1 0,-8-3-127,-1 0-1,1 0 1,-1 1-1,1 1 1,-13-1-1,-62 3-2004,34 0 456,-183 0-6800,87 7 3067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7:08.6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70 0 1409,'0'0'8750,"-15"0"-7525,-22 0-791,22 0-130,12 0 8,6 0 159,1194 0 5118,-392 0-7233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7:10.7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506 184 3570,'0'0'4492,"3"-22"-2061,0 3-1675,-1 0 0,-1-32 0,-1 49-693,0-1 1,-1 1-1,1 0 1,-1 0-1,1-1 1,-1 1-1,0 0 1,0 0-1,0 0 1,0 0-1,0 0 1,-1 0-1,1 0 1,-1 1-1,1-1 1,-1 0-1,0 1 1,1-1-1,-1 1 1,-4-3-1,0 1 53,1 1 0,-1 0 1,0 0-1,0 0 0,-10-1 0,7 1 25,-18-3 108,0 1 0,0 2 0,0 0 0,-1 2 0,-46 5 0,64-3-193,1 0 0,0 0 0,-1 0 0,1 1 0,1 1 0,-1 0 0,0 0 0,1 0 0,0 1 0,0 0 0,0 1 0,1 0 0,-9 8 0,11-9-34,1 1 0,-1-1 0,1 1-1,0 0 1,0 0 0,1 1 0,0-1 0,0 1-1,0 0 1,1 0 0,0 0 0,0 0 0,1 0-1,0 0 1,0 0 0,1 0 0,0 14 0,1-17-11,0-1 0,0 1 0,0 0 0,0-1 0,1 1 0,-1-1 1,1 0-1,0 1 0,0-1 0,0 0 0,1 0 0,-1 0 0,0-1 0,1 1 1,0 0-1,0-1 0,0 0 0,0 0 0,6 3 0,8 5 72,-1-2-1,32 11 1,-36-15-52,42 16 69,1-3-1,1-2 0,0-2 0,90 8 1,-118-19-64,-1 1 1,1 0 0,-1 2 0,35 11 0,-53-12-27,1 0 0,-1 0 0,0 1 0,0 0 0,0 0 0,0 1 1,-1 0-1,0 1 0,-1-1 0,1 2 0,-1-1 0,0 1 0,-1 0 1,9 16-1,-7-10-3,-1 0-1,0 0 1,5 19 0,-10-27-3,0 1-1,-1 0 1,0-1-1,0 1 1,0 0-1,-1 0 1,0 0 0,0 0-1,-1-1 1,-1 10-1,1-14 7,0 0 0,0 0 1,0 0-1,0 0 0,-1 0 0,1 0 0,-1 0 0,1-1 0,-1 1 0,1 0 0,-1-1 0,0 1 0,0-1 0,0 0 0,0 1 0,0-1 0,0 0 0,0 0 0,-4 1 0,-7 2 73,1-1 0,-19 3 0,23-4-44,-64 6 319,0-2 1,-85-5 0,92-1-232,10 0-35,-132-5 406,169 3-412,0-1-1,0-1 1,1 0 0,-1-1-1,1-1 1,0 0-1,1-2 1,-18-9-1,33 16-98,0 1 0,0 0-1,0-1 1,0 0-1,0 1 1,0-1 0,0 0-1,0 1 1,0-1 0,1 0-1,-1 0 1,0 1-1,0-1 1,1 0 0,-1 0-1,1 0 1,-1-1-1,1 1-90,0 1 0,1-1 0,-1 1 1,1 0-1,-1 0 0,1-1 0,-1 1 0,1 0 0,-1 0 0,1 0 0,-1-1 0,1 1 0,0 0 0,-1 0 0,1 0 0,-1 0 0,1 0 0,-1 0 0,1 0 0,-1 0 0,1 0 0,0 1 0,43 7-5649,-10 5-346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7:11.1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134 91 4002,'0'0'9695,"-1"-17"-8294,-3-48-401,4 65-990,0-1-1,0 1 1,0 0 0,0-1 0,0 1-1,0 0 1,0-1 0,0 1-1,0 0 1,0-1 0,0 1 0,-1 0-1,1 0 1,0-1 0,0 1-1,0 0 1,0-1 0,0 1 0,-1 0-1,1 0 1,0-1 0,0 1-1,-1 0 1,1 0 0,0-1-1,0 1 1,-1 0 0,1 0 0,0 0-1,-1 0 1,1-1 0,0 1-1,0 0 1,-1 0 0,-8 9 224,-3 11-145,2-1 0,1 1 1,0 0-1,1 1 0,-6 26 1,-18 116 785,21-62-209,2 140-1,9-210-490,2 0-1,1 1 0,12 56 1,-9-69-118,0 0 1,1 0-1,1 0 1,1-1-1,0 0 1,1-1 0,15 19-1,-15-23-58,1 0 0,0 0-1,1-1 1,1-1 0,0 0 0,0-1-1,1 0 1,0-1 0,1 0 0,0-2-1,17 8 1,-20-11-639,1 0 0,0-1 0,0-1 0,0 0 0,16 1 0,5-3-3554,-3 0-1910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7:11.4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91 3378,'0'0'12747,"0"-19"-11085,-1-23-1122,1 13 761,4 80-493,26 202 1021,1 32-1169,-31-279-717,2 16-274,-2-21 195,0-1-1,0 0 0,1 1 1,-1-1-1,0 0 0,0 1 1,0-1-1,0 0 0,1 0 1,-1 1-1,0-1 0,0 0 1,1 0-1,-1 1 0,0-1 0,0 0 1,1 0-1,-1 0 0,0 1 1,1-1-1,-1 0 0,0 0 1,1 0-1,-1 0 0,0 0 1,1 0-1,-1 0 0,0 0 1,1 0-1,-1 1 0,0-2 0,1 1 1,-1 0-1,0 0 0,1 0 1,-1 0-1,0 0 0,1 0 1,-1 0-1,0 0 0,1 0 1,-1-1-1,0 1 0,1 0 1,-1 0-1,0 0 0,0-1 0,1 1 1,-1 0-1,0 0 0,0-1 1,1 1-1,-1-1 0,12-14-3891,5-13-2058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7:11.8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243 1 4114,'0'0'11517,"-2"5"-11005,-11 17 123,-1 0-1,-1-1 0,-30 34 1,13-16-153,23-28-343,-1 3 43,0-1 0,-1 0 0,-1-1-1,0 0 1,0-1 0,-1 0-1,-19 11 1,38-22 305,1 0 0,-1 1 0,0 0 1,0 0-1,12 3 0,50 17-737,116 59-333,-68-28-2085,2-6-3410,-56-29 134,0-8-1524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7:12.1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6259,'0'0'9634,"30"16"-8837,-5-4-637,-9-5-59,0 0 0,0 2 0,-1 0 0,0 0 0,-1 2 0,0 0 0,0 0 0,-1 1 0,-1 1 0,0 0 0,15 23 0,-7-3 150,-2 2 1,-1 0-1,-1 1 0,-3 1 1,-1 0-1,14 76 1,-17-50 35,-2 0 1,-4 0 0,-6 99-1,0-138-232,-1-1 1,0 0-1,-2 1 0,-1-1 0,0-1 0,-2 0 0,-1 0 0,0-1 0,-1 0 1,-25 34-1,18-33-98,0 1-1,-1-2 1,-1-1 0,-1 0 0,-1-2 0,-1 0 0,0-2 0,-41 23 0,100-44-8329,33-23 2804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7:12.5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 27 4946,'0'0'14327,"-91"-10"-13655,107 10-320,21 0 177,17-2 143,-1-3-464,1 0-128,-1 3-64,-10-1-16,0 3-1024,-14 0-1378,-5 0-1743,-13 7-2386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7:12.9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5715,'0'0'13142,"123"2"-12566,-58-2-352,4 0-192,6 0-32,-5 0-384,-1 0-1729,-2 0-2305,-8 0-3922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7:13.3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537 197 2305,'0'0'2412,"1"-25"-56,0-3-1188,-4-49 1,2 75-1080,1-1 1,-1 0 0,1 0 0,-1 1-1,0-1 1,0 0 0,0 1 0,0-1-1,-1 1 1,1-1 0,-1 1-1,1 0 1,-1-1 0,0 1 0,0 0-1,0 0 1,0 1 0,0-1 0,0 0-1,-3-1 1,-1 1 80,1-1 0,-1 2 0,1-1 0,-1 1 0,0 0 0,-10-1 0,13 1-110,-15-1 85,0 1 0,1 0 0,-1 1 0,1 1 0,-1 1 0,1 0 0,-1 1 0,1 1-1,0 1 1,0 0 0,1 1 0,-20 10 0,15-4-5,0 1 0,1 0 0,1 2 0,-26 23 0,37-31-73,1 1 0,-1 1 0,2-1 0,-1 1 1,1 1-1,0-1 0,1 1 0,0 0 0,1 0 0,0 0 0,-5 21 0,7-22-29,1 0 0,0-1 0,0 1 0,1 0 1,0 0-1,1-1 0,1 14 0,0-18-23,-1 1 0,1 0-1,-1-1 1,1 0 0,0 1-1,1-1 1,-1 0 0,1 0-1,0 0 1,0 0 0,0-1-1,0 1 1,1-1 0,6 5-1,5 2 60,0-1 1,0-1-1,1 0 0,0-1 0,0 0 0,1-2 1,-1 0-1,19 3 0,24 1 258,63 2 1,34 5 194,-137-13-493,0 2 0,-1-1 0,0 2 1,27 12-1,-40-16-33,-1 0-1,1 1 1,-1-1 0,1 1-1,-1 0 1,0 0 0,-1 0-1,1 1 1,0 0 0,-1-1-1,0 1 1,0 0 0,0 1-1,0-1 1,-1 0 0,1 1-1,-1 0 1,-1-1 0,1 1-1,0 0 1,-1 0 0,1 5-1,-2-5 18,1 0-1,-1-1 0,0 1 0,0 0 0,-1 0 0,1 0 0,-1-1 0,0 1 0,0 0 0,-1-1 0,0 1 0,-3 6 0,2-7 18,0 1 1,0-1-1,-1 0 0,0 0 0,0-1 0,0 1 0,0-1 0,-1 1 0,1-2 0,-1 1 0,-5 2 0,-7 3 96,-1 0 0,0-2 0,0 0-1,-1-1 1,0-1 0,-28 3 0,-116-1 224,135-6-302,27 0-74,-24-3 178,24 3-237,0 0 1,1-1 0,-1 1 0,1 0 0,-1-1-1,0 1 1,1-1 0,-1 1 0,1-1 0,-1 1-1,1-1 1,-1 0 0,1 1 0,0-1 0,-1 0-1,1 1 1,0-1 0,-1 0 0,1 1 0,0-1-1,0 0 1,-1 1 0,1-1 0,0 0 0,0 0-1,0 1 1,0-1 0,0-1 0,5-1-3563,19 1-2593,12 1-1654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7:13.7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167 73 4370,'0'0'11541,"4"-12"-10388,11-36-275,-15 47-865,0 1 1,0-1-1,0 1 1,0 0-1,0-1 1,0 1-1,0-1 1,0 1-1,0 0 1,0-1-1,0 1 1,0-1-1,0 1 1,0 0 0,-1-1-1,1 1 1,0-1-1,0 1 1,0 0-1,-1-1 1,1 1-1,0 0 1,0-1-1,-1 1 1,1 0-1,0 0 1,0-1-1,-1 1 1,1 0 0,0 0-1,-1-1 1,1 1-1,-1 0 1,1 0-1,0 0 1,-1 0-1,1 0 1,-1-1-1,1 1 1,0 0-1,-1 0 1,1 0-1,-1 0 1,1 0 0,0 0-1,-1 0 1,1 1-1,-1-1 1,1 0-1,-2 0 24,0 1 1,0-1-1,0 1 0,0 0 0,0-1 0,1 1 0,-1 0 1,0 0-1,-2 3 0,-2 2 9,1 0 1,-1 0-1,2 1 0,-1 0 0,1 0 1,0 0-1,0 0 0,-4 12 1,-18 70 290,21-69-232,-17 73 466,-17 180 1,25 101 593,15-307-987,3 0 0,3-1-1,2 0 1,4 0 0,38 115 0,-29-119-161,4-2 0,1-1 0,4-1 1,1-1-1,4-2 0,1-1 0,3-2 0,2-2 0,3-2 0,1-2 1,2-1-1,3-3 0,56 36 0,-92-68-459,0-1 1,1-1-1,1 0 0,-1-1 1,35 10-1,-45-16 30,0 1 0,0-1-1,0 0 1,0-1 0,0 0 0,0 0 0,0 0 0,0 0 0,0-1-1,-1 0 1,1 0 0,0-1 0,0 0 0,-1 0 0,1 0 0,-1-1-1,1 1 1,-1-1 0,0-1 0,0 1 0,7-7 0,-1-3-1983,0 0 0,14-22 0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7:14.1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45 4210,'0'0'11282,"0"-9"-9830,0-16-800,0 15-172,0 13 802,3 91-549,22 143 0,43 93 229,-65-323-1023,-3-6-390,0-23-10989,0-2 4855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7:14.5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0 391 5859,'0'0'9802,"23"-11"-8199,77-35-459,162-78 857,-150 65-1614,111-81 0,-212 130-439,-14 9-450,-25 11-814,-60 37-3265,59-30 2586,-40 23-3667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7:14.9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28 5699,'0'0'11994,"2"-5"-11196,-2 4-774,1 0 1,-1 0-1,0 0 0,1 0 1,-1-1-1,1 1 0,-1 0 0,1 0 1,-1 0-1,1 0 0,0 0 0,0 0 1,-1 1-1,1-1 0,0 0 1,0 0-1,0 0 0,0 1 0,0-1 1,0 1-1,0-1 0,0 0 1,0 1-1,0 0 0,0-1 0,0 1 1,1 0-1,-1-1 0,0 1 0,0 0 1,0 0-1,0 0 0,1 0 1,-1 0-1,0 0 0,0 1 0,0-1 1,0 0-1,3 1 0,15 6 322,0 1 0,35 20 0,1 1 38,11-1 6,70 18 1,37 14-1068,-144-47-1201,50 30 0,-41-14-3479,-13 0-2932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7:15.2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35 4322,'0'0'11002,"3"2"-9913,-2-1-1005,1 0 1,0 0-1,0 0 0,0 0 1,0-1-1,0 1 1,0 0-1,0-1 0,0 1 1,3-1-1,147 6 1711,-105-6-1506,867 0 2552,-854 0-2637,125-4 454,-142 2-542,0-3-1,48-12 1,-87 16-112,15-5 24,-18 6-23,-1 0-1,1 0 1,-1-1 0,1 1 0,-1 0-1,0-1 1,1 1 0,-1 0-1,1-1 1,-1 1 0,0-1 0,1 1-1,-1-1 1,0 1 0,1-1-1,-1 1 1,0-1 0,1 1-1,-1-1 1,0 1 0,0-1 0,0 1-1,0-1 1,0 0 0,0 0-1,-4-2-113,-24 2-2141,-39 3-1,37 0-2140,-40 10 0,-6 7-5622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7:15.6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156 0 7379,'0'0'10424,"19"13"-9173,64 44-360,-70-48-743,-1-2 71,0 1-1,-1 1 0,20 18 0,-28-24-190,-1 0 0,0 1 1,1-1-1,-2 1 0,1-1 0,0 1 1,-1 0-1,1 0 0,-1 0 0,0 0 1,0-1-1,-1 1 0,1 0 0,-1 1 1,0 5-1,0-4-3,0 0 0,0 0 0,-1 1 0,1-1 0,-1 0 0,-1 0 0,1 0 0,-1 0 1,0 0-1,-1 0 0,1 0 0,-1-1 0,0 1 0,-1-1 0,1 0 0,-1 0 0,0 0 0,0 0 0,-7 5 0,-5 4 65,-1-1 0,-1 0 0,0-1-1,-1-1 1,-37 17 0,-107 28 1487,162-56-987,328-12 729,-6 0-1062,-125 13 403,-97 0-2189,-1 0-6891,-97-1 8296,-1 0-1,0-1 1,0 1 0,0 0 0,1 0 0,-1 0 0,0 0 0,0 0 0,0 0 0,0 0-1,1 0 1,-1 0 0,0 0 0,0 0 0,0-1 0,1 1-373,-1 0 373,0 0 0,0-1 0,0 1 0,0 0 0,0 0 0,0 0-1,0-1 1,0 1 0,1 0 0,-1 0 0,0 0 0,0 0 0,0-1 0,0 1-1,0 0 1,0 0 0,0 0 0,0-1 0,-1 1 0,6-28-5884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7:15.9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7395,'0'0'8858,"24"12"-8181,40 21 317,99 71 0,-100-56-324,-2 3 0,106 115 0,-134-127-480,-2 1 0,-2 2 0,-2 1 1,-1 1-1,35 86 0,-32-49 3,-4 1 0,-3 1 1,17 134-1,-26-100-11,-6 1-1,-9 127 1,0-204-173,-3-1 0,-1 0 0,-2 0 0,-2-1 0,-1 0 0,-2-1 0,-2 0 0,-1-1 0,-2 0 0,-2-2 0,-1 0 0,-1-1 0,-2-2 0,-1 0 0,-43 40 0,34-40-664,-1-1 0,-2-3 0,-45 28 0,59-42-325,0-1-1,-2-1 1,1-1 0,-1-2 0,-1 0-1,-43 8 1,11-13-9787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7:16.3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20 152 3265,'0'0'12406,"-6"-3"-11003,-7-5-672,13 7-719,0 1-1,0 0 0,0 0 1,0 0-1,0 0 1,0 0-1,0-1 1,0 1-1,0 0 1,0 0-1,0 0 1,0 0-1,0 0 1,0-1-1,0 1 1,0 0-1,0 0 1,0 0-1,0 0 1,0 0-1,0-1 1,0 1-1,0 0 1,0 0-1,1 0 1,-1 0-1,0 0 1,0 0-1,0-1 0,0 1 1,0 0-1,0 0 1,0 0-1,1 0 1,-1 0-1,0 0 1,0 0-1,0 0 1,0 0-1,0 0 1,0 0-1,1 0 1,-1-1-1,0 1 1,0 0-1,1 0 1,43-5 774,-7 2-470,513-59 2447,-543 62-2842,21-7 431,-27 7-375,-1 0 0,1 0 0,-1 0-1,1 0 1,-1-1 0,0 1 0,1 0 0,-1 0 0,1 0 0,-1-1 0,1 1 0,-1 0 0,0 0 0,1-1 0,-1 1 0,0 0 0,1-1 0,-1 1 0,0-1 0,0 1 0,1 0 0,-1-1-1,0 1 1,0-1 0,0 1 0,1-1 0,-1 1 0,0-1 0,0 1 0,0 0 0,0-1 0,0 1 0,0-1 0,0 1 0,0-1 0,0 1 0,0-1 0,0 1 0,0-1 0,-1 1-1,1-1 1,0 1 0,0 0 0,0-1 0,-1 1 0,1-1 0,-1 0-173,-1-1 1,1 1-1,0 0 0,0 1 0,-1-1 0,1 0 1,-1 0-1,1 1 0,-1-1 0,1 0 1,-1 1-1,1 0 0,-1-1 0,1 1 1,-1 0-1,0 0 0,-2 0 0,-5-1-714,-76-14-7520,33 1 2952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7:16.8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71 3906,'0'0'12512,"-3"-14"-11210,-11-42-584,10 127-107,8-11-182,3 0 1,2-1 0,20 66-1,-3-7 14,-8-18-346,5 127 1,-19-86-3076,-1-94-1557,8-13-2794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7:17.1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529 102 9060,'0'0'6510,"-25"-17"-5694,-4-3-672,-53-29 0,76 46-131,0 1-1,-1 0 1,1 0-1,-1 0 1,1 0-1,-1 1 0,0 0 1,1 1-1,-1 0 1,0 0-1,0 0 1,-9 2-1,3 1 18,0 1 0,0 1 0,1-1 0,-14 9 0,19-10-14,-10 5 83,-1 2 0,1 0-1,1 0 1,0 2 0,1 0-1,0 0 1,0 2 0,-15 19-1,23-25-54,1 1 1,0-1-1,1 1 0,0 0 0,1 0 0,0 1 1,0 0-1,1-1 0,0 1 0,0 0 0,1 1 1,1-1-1,0 0 0,0 0 0,1 1 0,0-1 1,3 15-1,-2-18-24,1 0 1,0 0-1,0 0 1,1 0-1,0 0 1,0-1-1,0 1 1,1-1 0,0 0-1,6 7 1,-2-4 15,0 0 0,1 0 0,1-1 0,-1-1 0,16 11 0,2-4 50,1 0-1,0-1 1,58 17-1,-37-18 168,0-1 0,1-3-1,0-2 1,1-2 0,-1-2-1,54-6 1,-96 4-61,0-1 0,0 0-1,0-1 1,10-3 0,-15 4-105,0 0-1,0 0 1,-1-1 0,1 1-1,-1-1 1,1 1 0,-1-1 0,0 0-1,0 0 1,0 0 0,0 0 0,0 0-1,0 0 1,2-4 0,-4 5-85,1 1 1,-1 0-1,0 0 0,0-1 1,0 1-1,0 0 1,1-1-1,-1 1 1,0 0-1,0-1 0,0 1 1,0 0-1,0 0 1,0-1-1,0 1 0,0 0 1,0-1-1,0 1 1,0 0-1,0-1 1,0 1-1,0 0 0,0-1 1,0 1-1,0 0 1,-1-1-1,-12 1-1118,-8 5-577,1 2 1,-20 8 0,20-7 299,-66 25-5205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7:25.8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508 352 2881,'0'0'635,"2"-22"312,1-4-410,2-14 1061,-2-50 0,-3 70-954,1 8-125,-1 0 0,0 0 1,-1 0-1,-1 1 0,1-1 0,-5-14 1,4 23-412,1-1 0,-1 1-1,0 0 1,0 0 0,0 0 0,0 0 0,-1 0 0,1 0 0,-1 0 0,0 1 0,0 0 0,1-1-1,-1 1 1,-1 0 0,1 0 0,0 1 0,-1-1 0,1 1 0,0-1 0,-1 1 0,0 0 0,1 0-1,-1 1 1,-5-1 0,-4-1-36,1 2 0,-1-1 0,1 2 0,0 0 0,-1 0 0,1 1 1,0 0-1,0 1 0,0 1 0,0 0 0,1 1 0,-1 0 0,1 0 0,-16 11 0,6-1-48,1 1 0,0 0 0,2 1 0,0 1 0,0 1 0,-15 24 0,21-29-11,2 2-1,0-1 1,1 1 0,1 1 0,0-1-1,1 2 1,1-1 0,0 1 0,2-1 0,0 1-1,1 1 1,0-1 0,1 29 0,2-43-13,0 0 0,1 0 0,-1 1 0,1-1 1,0 0-1,0 0 0,1 0 0,-1 0 0,1 0 1,0 0-1,0 0 0,0 0 0,0-1 0,1 1 1,-1-1-1,6 5 0,-2-3 5,0 0 0,1 0 1,-1-1-1,1 0 0,0 0 1,1-1-1,-1 0 0,9 3 0,10 0 49,-1-1-1,1-1 0,0-2 1,-1 0-1,51-3 0,-66 0 3,1 0-1,0 0 0,0-1 1,-1-1-1,0 0 0,1 0 1,-1-1-1,0 0 0,0-1 0,-1 0 1,0 0-1,1-1 0,-2 0 1,1-1-1,-1 0 0,12-12 1,-10 7 103,-1 1 0,-1-2 1,0 1-1,-1-1 0,0 0 0,0 0 1,-2-1-1,0 0 0,0 0 1,-1 0-1,3-23 0,-4 8 1230,0-39 0,-3 100-1413,2-1 0,0 0 1,9 35-1,-8-51 27,1-1 1,1 0-1,0-1 0,0 1 1,2-1-1,0 0 0,0-1 1,1 1-1,13 14 0,-13-18-14,1 0 0,0 0-1,1-1 1,0 0 0,0 0 0,1-1-1,0-1 1,0 0 0,19 7-1,-12-7-522,0 0-1,0-2 0,1-1 0,-1 0 1,37 1-1,81-5-7528,-62-5 799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7:26.2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 6499,'0'0'12694,"0"-12"-12534,43 12 80,10 0-224,1 0-32,-1 0-208,-2 0-1601,-11 0-1617,-11 0-2048,-10 12-1569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7:26.6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1 641 5090,'0'0'12742,"106"5"-12038,-44-5-495,10 0-145,3-10-64,5 3-1009,0 0-2240,-5-3-2898</inkml:trace>
  <inkml:trace contextRef="#ctx0" brushRef="#br0" timeOffset="1">1089 68 7139,'0'0'12427,"-4"-15"-11693,1 0-614,-7-22 67,8 36-133,1 6 13,-1 29 135,5 11 194,1 0 0,17 66 1,2 24-239,-16-21-1174,-6-41-7215,-1-49 35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7:26.9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466 3 5442,'0'0'9202,"7"-1"-8508,-5 0-647,0 1 0,0 0-1,0 0 1,0 0 0,1 0 0,-1 0 0,0 0 0,0 1 0,0-1 0,0 1 0,0-1 0,0 1 0,0 0-1,0 0 1,0 0 0,0 0 0,1 2 0,0-1 22,-1 1-1,1 0 1,-1 0 0,0 0-1,0 0 1,-1 0 0,1 1-1,-1-1 1,1 0 0,-1 1-1,0-1 1,1 7-1,2 17 385,-1-1 0,-1 1-1,-3 43 1,1-50-268,-1-3-37,-1 0-1,0 0 1,-1 0-1,-1 0 1,-1-1 0,0 1-1,-1-1 1,-1 0-1,-1-1 1,0 0 0,-1 0-1,0 0 1,-1-1-1,-19 20 1,5-9-95,-2-2-1,0 0 1,-1-2 0,-1-1-1,-2-1 1,-41 21 0,-66 23-4570,72-39-2070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7:27.6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24 6307,'0'0'11891,"1"-6"-10982,3-11-484,-3 35-302,0 17-97,0 2 112,3 63 787,33 191 0,-34-277-889,-2-5-21,1 0 0,1 0 0,-1 1 0,1-1-1,1-1 1,0 1 0,0 0 0,6 9 0,-10-18-7,0 0-1,1 0 0,-1 0 0,0 0 0,0 0 0,0 0 1,0 0-1,0 0 0,0 0 0,0 0 0,0 0 1,0 0-1,0 1 0,0-1 0,0 0 0,1 0 1,-1 0-1,0 0 0,0 0 0,0 0 0,0 0 1,0 0-1,0 0 0,0 0 0,0 0 0,0 0 0,0 0 1,0 0-1,1 0 0,-1-1 0,0 1 0,0 0 1,0 0-1,0 0 0,0 0 0,0 0 0,0 0 1,0 0-1,0 0 0,0 0 0,0 0 0,0 0 1,0 0-1,0 0 0,1 0 0,-1 0 0,0 0 1,0-1-1,0 1 0,0 0 0,0 0 0,0 0 0,0 0 1,0 0-1,0 0 0,0 0 0,0 0 0,0 0 1,0 0-1,0 0 0,0-1 0,0 1 0,1-10 142,0-11-105,-1 11-48,0 0 1,1 1-1,0 0 1,1-1-1,0 1 0,0 0 1,1-1-1,0 1 1,0 1-1,1-1 0,0 0 1,1 1-1,0 0 1,0 0-1,1 0 1,0 1-1,0 0 0,1 0 1,0 0-1,0 1 1,1 0-1,-1 1 0,1-1 1,0 2-1,10-5 1,-4 3-6,0 0 0,0 2 1,0-1-1,1 2 0,22-3 1,76 1-50,-106 5 50,0 0 1,0 0-1,0 1 0,0 0 0,0 0 0,0 1 1,0 0-1,0 0 0,0 0 0,-1 1 0,1 0 1,-1 1-1,0-1 0,0 1 0,0 0 0,-1 1 0,1-1 1,-1 1-1,0 0 0,-1 1 0,1-1 0,-1 1 1,0 0-1,0 0 0,-1 0 0,5 12 0,-4-9-1,-2 1 0,0-1 0,0 1-1,0 0 1,-1 0 0,-1 0 0,0 14-1,0-14 4,-1-6 6,1 0-1,-1-1 1,0 1-1,0 0 1,0-1-1,0 1 1,-1-1-1,1 1 1,-1-1-1,0 0 1,0 0-1,0 0 1,0 0-1,-1 0 0,1 0 1,-1 0-1,0-1 1,0 1-1,0-1 1,0 0-1,-4 2 1,-7 4 8,0 0 0,0-1 1,-28 8-1,3-4 37,0-2 0,-1-2 1,0-2-1,0-1 1,-63-3-1,101-1-45,1 0 1,-1 0-1,1-1 0,-1 1 1,1 0-1,-1-1 1,1 1-1,0-1 1,-1 0-1,1 1 0,0-1 1,-1 0-1,1 0 1,0 0-1,0 0 0,0 0 1,0 0-1,0 0 1,0 0-1,0 0 0,0-1 1,0 1-1,0 0 1,1-1-1,-1 1 0,0 0 1,1-1-1,0 1 1,-1-1-1,1 1 0,0-1 1,-1-2-1,0-5-381,1 1 0,-1-1 0,1 0 0,2-11 0,-2 18 146,1 0 0,-1 0 0,1 0 0,-1 0 0,1 0 0,0 0 0,0 0 0,0 0 0,0 0 0,0 0 0,0 1 0,1-1 0,-1 0 0,0 1 0,1-1 0,-1 1 0,1-1 0,0 1 0,-1 0 0,4-2 0,1 0-1264,1 0-1,-1 0 1,1 1-1,14-4 1,23-2-6462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7:28.0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49 6755,'0'0'12902,"-14"-22"-12406,46 17-240,14-2-48,10 5-208,5-6 0,6 6-16,-5 0-896,-11 2-1233,-14 0-2321,-18 0-2929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7:28.3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82 6211,'0'0'13270,"104"-9"-12614,-50 4-288,5-3-272,5-1-96,0 2-16,5-5-1424,6 0-2130,3-8-3057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7:29.0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41 7619,'0'0'10056,"28"-9"-9557,-1 0-362,0 1 1,37-6 0,-60 14-124,0 0-1,0 0 0,-1 0 1,1 0-1,0 1 0,0-1 1,-1 1-1,1 0 1,-1 0-1,1 0 0,0 1 1,-1-1-1,0 1 1,7 4-1,-4-1 16,0 0 1,-1 0-1,1 1 0,7 11 0,-6-8 11,0 1-9,0 0-1,-1 0 0,0 0 1,-1 0-1,0 1 1,-1 0-1,0 0 1,4 23-1,-6-27-15,-1-1 0,0 1 0,-1 0 0,1-1 0,-1 1 0,-1 0 0,1 0 0,-1-1 0,0 1 0,-1 0 0,0-1 0,0 1 0,0-1 0,-1 0 0,1 0 0,-2 0 0,-4 7 0,0-4 28,0-1 0,-1 0 0,0 0 0,0-1 0,-1 0 0,0-1 0,-1 0 0,1 0 0,-16 5 0,4-3 244,-1 0 1,0-2-1,-41 7 1,-5-10 3820,59 1-4102,6 2-1,0 0 0,1 0 1,-1 0-1,2 1 1,-1-1-1,1 1 1,0-1-1,0 1 1,0 0-1,1 0 1,1 0-1,-1 0 0,1 0 1,0 0-1,0 0 1,1 0-1,0 0 1,0 0-1,1-1 1,0 1-1,4 11 1,10 28-1,-13-35 11,0-1 0,1 0 0,6 13 0,12-22 3192,-15-2-3569,631-3 494,-633 4-137,-4 0 2,-1 0 1,1 1-1,0-1 1,0 0-1,-1 0 1,1 0-1,0 0 1,0 0-1,0 0 1,-1 0-1,1 0 1,0 0-1,0 0 1,0-1-1,-1 1 1,1 0-1,0 0 1,0-1-1,-1 1 1,1 0-1,0-1 1,-1 1-1,1-1 1,0 1-1,-1-1 1,1 1-1,-1-1 1,1 1-1,-1-1 1,2-1-1,-8-2-262,-6 2-385,-1 1 0,1 0-1,-17 2 1,0-1-617,-72 1-3091,-34 1-1963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7:36.0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27 8148,'0'0'10052,"-6"-7"-9748,44 7-223,12-3 223,9-1-160,0-4-144,-3 4-256,-10 4-2194,-6 0-1743,-16 0-1842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7:36.3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53 6003,'0'0'11429,"136"0"-10693,-51 0-432,12 0-304,4-5-96,6-7-1328,0-2-3234,5-8-3010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7:41.6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147 59 7123,'0'0'6427,"-24"28"-5704,-72 91-40,92-113-630,1-1 0,0 1 0,0 0-1,0 0 1,1 0 0,0 0 0,0 0-1,0 1 1,0 6 0,1-9-21,1 0 1,0 0-1,0 0 0,1-1 1,-1 1-1,1 0 0,0 0 0,0 0 1,0-1-1,0 1 0,4 6 1,-1-4 0,0 0 0,1 0 1,-1-1-1,1 0 0,1 1 1,-1-2-1,1 1 0,0-1 0,0 1 1,0-2-1,11 6 0,0-2 0,0 0-1,0-2 1,0 0-1,1-1 1,-1 0 0,36 1-1,-3-3 142,61-6 1,-107 4-125,1-1 1,-1 1-1,1-1 0,-1 0 1,1-1-1,-1 1 1,1-1-1,-1 1 0,0-1 1,0 0-1,0-1 1,0 1-1,0-1 1,-1 0-1,1 0 0,-1 0 1,0 0-1,0 0 1,0-1-1,3-4 1,-2 0 112,0 1 1,0-1 0,-1 0-1,-1 0 1,1 0 0,-1 0 0,-1 0-1,1-1 1,-2 1 0,1-11 0,-1 11-81,-1-59 503,0 61-544,0-1 0,0 1 0,-1 0 0,0 0 1,0-1-1,0 1 0,-1 0 0,-5-7 0,-1 0-5,0 0 0,-1 1 0,-1 0-1,0 0 1,-17-13 0,20 19-40,-1 0-1,1 0 1,-1 0-1,0 1 1,-1 1 0,1-1-1,-1 2 1,0-1-1,-12-2 1,18 6-110,0 0 1,1 0-1,-1 0 1,0 0-1,1 0 0,-1 1 1,0 0-1,1 0 1,-1 0-1,1 0 1,-1 0-1,1 1 0,0 0 1,0-1-1,-1 1 1,1 0-1,1 1 1,-1-1-1,0 0 0,0 1 1,1 0-1,-1 0 1,1-1-1,0 1 1,-2 5-1,-6 8-1272,1 1 1,0-1-1,-9 30 1,16-40 927,-21 66-6138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7:41.9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17 6515,'0'0'11589,"-21"-9"-11285,58 9-224,17 0 145,7-3-161,1 3-48,-6-4-16,-8 4-1489,-5 0-1328,-11 0-1057,-16 0-1457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7:42.3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56 8004,'0'0'11045,"141"-12"-10757,-63 3-288,10-1-16,6 3-1921,-1 0-2609,-2-3-3378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7:32.1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27 4466,'0'0'11520,"1"-7"-10458,1-12-723,-2 22-179,0 45-51,0-15 24,0 11 309,5 155 633,-2-167-1064,1 1 0,2-2 0,1 1 0,14 36 0,-18-59-349,1-1 0,0 0 1,8 14-1,-10-19-112,0-1 1,0 1-1,0 0 0,1-1 1,-1 0-1,1 1 0,-1-1 1,1 0-1,0 0 0,0-1 1,-1 1-1,1-1 0,4 2 1,22 0-5872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7:32.4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76 181 5747,'0'0'7080,"-9"20"-6029,1-1-787,1 1 1,-7 26-1,13-44-235,1 0 0,0 0 0,0 0 1,0-1-1,0 1 0,0 0 0,0 0 1,0 0-1,1 0 0,-1 0 0,1 0 0,-1-1 1,1 1-1,0 0 0,0 0 0,0-1 1,0 1-1,0-1 0,0 1 0,2 2 0,1-1 36,-1 0-1,1-1 0,-1 1 1,1-1-1,0 0 0,5 2 1,-2 0 21,9 3-24,1-1 0,-1-1 0,1 0 0,0-1 0,0-1 0,0-1 0,1 0 0,-1-1 0,0-1 0,1-1 0,23-3 0,-36 3-44,0 0 0,0-1 0,0 1 0,-1-1 0,1 0 0,0 0 0,-1-1 0,1 0 0,-1 1 0,0-1 0,1-1 0,-2 1 0,1 0 0,0-1 0,-1 0 0,1 0 0,-1 0 1,0 0-1,-1-1 0,1 1 0,-1-1 0,0 0 0,0 1 0,0-1 0,0 0 0,0-7 0,2-9 178,-1 1 0,-1-1 1,-1 0-1,-1 0 0,-2-22 1,1 37-152,1 1 1,-1-1-1,0 1 1,-1-1 0,1 1-1,-1 0 1,0-1-1,-1 1 1,1 0-1,-1 0 1,0 1-1,0-1 1,0 1 0,-1-1-1,0 1 1,0 0-1,0 0 1,0 1-1,0-1 1,-1 1 0,0 0-1,1 0 1,-11-4-1,3 2-43,1 1 1,-1 1-1,0 0 0,0 0 0,0 1 0,-1 1 0,1 0 1,0 1-1,-24 2 0,28-1-111,0 1 1,0 0-1,0 0 1,0 1-1,0 0 1,1 0-1,-1 1 1,1 0-1,0 1 1,0-1-1,-8 8 1,3-1-1139,0 1 1,1 0 0,0 0-1,-15 23 1,2 9-4658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7:33.0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320 253 6947,'0'-23'1452,"0"-79"1354,1 91-2257,-1 1 1,-1 0-1,0 0 0,0 0 1,-5-20-1,5 28-456,-1-1 0,1 1 0,0-1 0,-1 1 0,1 0 0,-1 0 0,0-1 0,0 1 0,0 0 0,0 1 0,0-1 0,0 0 0,-1 1 0,1-1-1,0 1 1,-1 0 0,1-1 0,-1 1 0,0 0 0,1 1 0,-6-2 0,-2 0-34,0 0 0,0 0-1,0 1 1,0 1 0,0 0-1,0 0 1,0 1 0,0 0-1,0 0 1,0 1 0,0 1-1,0 0 1,1 0 0,-13 6 0,15-5-53,1 0 0,-1 0 0,1 1 0,0-1 0,0 1 0,1 1 1,-1-1-1,1 1 0,0 0 0,1 0 0,-1 0 0,1 1 0,0 0 1,1-1-1,0 1 0,0 1 0,0-1 0,1 0 0,-2 11 0,1-4 3,1 1-1,0 23 0,2-33-8,0-1 0,1 1 0,-1-1 1,1 1-1,0 0 0,0-1 0,0 0 0,1 1 0,-1-1 1,1 0-1,0 0 0,4 7 0,0-6 2,-1 1 1,1-1-1,0 0 1,1 0-1,-1-1 0,1 0 1,0 0-1,0-1 1,0 1-1,1-2 0,-1 1 1,9 1-1,6 1 12,1 0-1,-1-2 1,23 0-1,-33-2-23,21 0 5,45-3-1,-77 2 11,1 0 0,-1 0 0,0-1 0,0 1 0,1 0 1,-1-1-1,0 1 0,0-1 0,1 0 0,-1 1 0,0-1 0,0 0 0,0 0 0,0 0 0,0 1 0,0-1 0,0 0 0,0 0 0,-1-1 1,1 1-1,0 0 0,0 0 0,-1 0 0,1 0 0,-1-1 0,1 1 0,-1 0 0,0 0 0,1-3 0,0-3 65,0 0 0,-1-1 0,0 1 0,-1-10 1,0 0 0,2 13 64,-1-1 1,-1 1-1,1-1 1,-1 1-1,0-1 1,0 1 0,0-1-1,0 1 1,-1 0-1,0 0 1,0 0-1,0 0 1,0 0 0,-1 0-1,-3-4 1,4 30 560,2 112-501,-14 422 1955,13-550-2129,1 9 59,-2 1-1,0-1 1,0 0 0,-2 0 0,0 0-1,0-1 1,-8 17 0,11-29-64,0 0 0,-1-1 0,1 1 0,0 0 0,-1-1 0,1 1 0,-1-1 0,0 1 0,1-1 0,-1 0 0,0 1 0,0-1 0,0 0 0,1 0 0,-1-1 0,0 1 1,-1 0-1,1-1 0,0 1 0,0-1 0,0 0 0,0 1 0,0-1 0,0 0 0,0 0 0,-1 0 0,-1-1 0,0 0 5,0 1 1,1-1 0,-1 0-1,1 0 1,-1-1 0,1 1-1,-1-1 1,1 0 0,0 0-1,0 0 1,-1 0 0,1 0-1,1-1 1,-5-3 0,3 0-14,0 1-1,0-1 1,1 0 0,0-1 0,0 1 0,0 0-1,1-1 1,0 0 0,-2-8 0,1-3-94,1 0 1,1-27-1,1 37-40,0 0 0,1 0 1,0 1-1,0-1 0,1 0 0,0 0 0,0 1 0,1-1 1,0 1-1,0 0 0,1 0 0,7-10 0,-4 7-200,1 1 0,1 0 0,0 0 0,0 1 0,0 0 0,1 1-1,17-10 1,0 2-1543,37-15 1,37-9-4535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7:35.2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288 154 112,'0'0'6206,"2"-15"-5115,6-45-11,-8 57-991,0 1 0,0 0 0,0 0 0,0 0 0,-1 0 0,1-1 0,-1 1 0,1 0 0,-1 0 0,0 0 0,0 0 0,0 0 0,0 0 0,0 0 0,0 0 0,0 1 0,-1-1 0,1 0 0,0 1 0,-1-1 0,0 1 0,1-1 0,-1 1 0,0 0 0,0 0 0,0 0 0,0 0 0,0 0 0,-3-1 0,-4-3 200,2 2-219,1 0 1,-1 0 0,0 1-1,0-1 1,-1 1-1,1 1 1,0 0-1,-1 0 1,1 0-1,0 1 1,-1 0-1,1 0 1,-1 1-1,1 0 1,0 0 0,-1 1-1,1 0 1,0 0-1,0 1 1,0 0-1,0 0 1,1 0-1,-1 1 1,-6 5-1,7-3-60,0 1-1,0-1 0,1 1 1,-1 0-1,2 0 0,-1 0 1,1 1-1,0 0 0,1 0 1,-1 0-1,-1 10 0,2-5 6,0 0 1,1 1-1,1-1 0,0 1 1,1-1-1,2 21 0,-1-30-11,0 0-1,0 0 1,0 1 0,0-1-1,1 0 1,0-1 0,-1 1-1,2 0 1,-1 0 0,0-1-1,1 1 1,-1-1 0,1 0-1,0 0 1,0 0 0,1 0-1,-1 0 1,0-1 0,1 1-1,0-1 1,-1 0 0,1 0-1,0-1 1,0 1 0,7 1-1,5 2 21,1-2 0,-1 0 0,1-1-1,-1 0 1,21-1 0,-24-1-6,1-1 1,-1 0 0,1-1 0,-1 0-1,0-1 1,1-1 0,-2 0 0,26-11-1,-32 12 51,-1-1 0,1 1-1,-1-1 1,0 0-1,0 0 1,0-1-1,0 1 1,-1-1 0,0 0-1,0 0 1,0 0-1,0-1 1,-1 0-1,0 1 1,0-1-1,-1 0 1,0 0 0,0-1-1,0 1 1,1-12-1,-2-26 3219,-1 48-3159,0 20-193,-1-12 57,0 1 0,2-1-1,-1 1 1,1-1 0,1 0 0,0 1 0,1-1 0,0 0 0,9 20-1,39 54-1847,11 21-5863,-42-62 2432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7:35.7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6131,'0'0'9428,"0"4"-8521,0 225 851,0-225-1725,0 0 0,0-1 0,1 1 0,-1 0 0,1-1 0,0 1 0,0-1 0,0 1 0,0-1-1,1 0 1,2 5 0,-4-8-21,1 1-1,0 0 0,-1-1 1,1 1-1,0 0 1,0-1-1,-1 1 0,1-1 1,0 1-1,0-1 1,0 1-1,0-1 0,0 1 1,0-1-1,0 0 1,0 0-1,1 1 0,0-1 20,1 0 0,-1-1-1,0 1 1,0 0-1,0-1 1,1 1-1,-1-1 1,0 0 0,0 0-1,3-1 1,30-17 367,-15 8-336,1 1-1,0 1 0,1 0 0,24-5 0,-23 8-68,1 2-1,0 1 0,0 1 1,0 1-1,36 3 1,-57-1-1,1 0-1,-1 0 1,0 0 0,0 0 0,0 0 0,0 1-1,0-1 1,0 1 0,0 0 0,0 0 0,-1 0-1,1 0 1,-1 0 0,1 1 0,-1-1 0,0 1-1,0-1 1,0 1 0,0 0 0,0 0 0,-1 0 0,1 0-1,-1 0 1,0 0 0,0 1 0,1 4 0,1 4-2,-1 0 0,-1 0 1,0 0-1,0 0 1,-1 0-1,-2 13 1,2-22 13,-1 0 0,0 0 1,-1 0-1,1 0 0,0 0 1,-1-1-1,0 1 1,1-1-1,-1 1 0,0-1 1,0 1-1,0-1 0,-1 0 1,1 0-1,-1 0 1,1 0-1,-1-1 0,1 1 1,-1-1-1,0 1 0,0-1 1,0 0-1,-5 1 0,-9 3 43,1 0 0,-33 3 0,6-4 14,-45-3-1,75-1-37,11 1-20,0-1-1,-1 0 1,1 0-1,0 0 1,0-1-1,0 1 1,-1 0-1,1-1 1,0 1-1,0-1 1,0 0-1,0 0 1,0 0-1,0 0 1,0 0-1,0 0 1,-3-3-1,4 2-115,-1-1-1,1 1 0,0 0 1,0-1-1,0 1 1,1-1-1,-1 1 1,0-1-1,1 1 1,0-1-1,-1 0 1,1 1-1,1-6 0,-1 7-88,0-1 0,0 0 0,0 0 0,0 1 0,1-1 0,-1 0 0,0 1 0,1-1 0,0 1 0,-1-1 0,1 0 0,0 1 0,0 0 0,0-1 0,0 1 0,0-1 0,0 1 0,0 0 0,0 0 0,1 0 0,-1-1 0,0 1 0,1 1 0,-1-1 0,1 0 0,-1 0 0,1 0 0,-1 1 0,1-1 0,0 1 0,2-1 0,46-12-6171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7:49.6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54 960,'0'0'14898,"-5"-10"-13652,-16-29-806,16 35-382,4 12-36,2 92 1109,14 106 0,-4-107-472,11 65 0,-21-160-594,0 0 0,0 1 0,1-1 0,-1 0 0,4 7 0,6 1-2270,4-7-6411,-4-5 3494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7:49.9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1 200 7059,'0'0'9653,"106"-99"-9541,-36 73-112,0-1 0,-12 6-16,-12 6-945,-22 8-1040,-16 2-1760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7:50.3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7171,'0'0'9349,"48"17"-8773,-5 5-32,7-1-32,7 1-240,7 2-63,8-2-209,14-1 0,7-4-577,6 5-1728,3-3-1617,-1-2-2737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7:37.6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0 5651,'0'0'9812,"-18"46"-9812,18 26 432,0 5 145,5-7 79,0-3-144,1-9-256,-1-5-192,3-14-64,0-8 0,11-5-1536,7-9-1538,12-10-2560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7:37.9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52 133 4482,'0'0'8017,"-9"21"-7089,-27 67 36,35-84-887,-1-1 0,1 1 0,0 0 0,1 0 0,-1-1 1,1 1-1,-1 0 0,1 0 0,1 0 0,-1 0 0,0-1 1,1 1-1,1 6 0,-1-7-35,1 0 0,-1 0 1,1-1-1,-1 1 0,1 0 0,0-1 1,0 0-1,0 1 0,0-1 0,0 0 1,1 0-1,-1 0 0,5 2 0,1 0 27,1 0-1,-1 0 0,1-1 0,0-1 0,0 1 0,1-1 0,17 1 1,6 0 137,0-2 0,51-5 1,-79 4-146,0-1 0,-1 0 1,1 0-1,-1 0 1,0 0-1,1-1 1,-1 0-1,0 0 1,0 0-1,0 0 0,0 0 1,0-1-1,0 0 1,-1 0-1,1 0 1,-1 0-1,0-1 1,0 1-1,0-1 1,-1 0-1,1 1 0,-1-1 1,0-1-1,0 1 1,0 0-1,2-6 1,0-8 191,-1 0 1,0 0 0,-1 0 0,-1 0 0,-1-22 0,0 33-256,0 1-2,0 0 0,0 0 0,0 0 0,-1 0 0,0 0 0,-1 0 0,1 0 0,-1 1 0,0-1 0,0 0 0,-1 1 1,0-1-1,0 1 0,0 0 0,-1 0 0,1 0 0,-1 1 0,0-1 0,-1 1 0,1 0 0,-1 0 0,0 0 0,0 1 0,0-1 0,0 1 1,0 1-1,-1-1 0,1 1 0,-1 0 0,0 0 0,0 0 0,0 1 0,0 0 0,0 0 0,-10 0 0,8 1-251,0 0 0,0 1 0,0 0 1,0 0-1,0 0 0,1 1 0,-1 0 0,0 1 0,1 0 0,0 0 0,-1 0 0,1 1 0,0 0 0,1 1 0,-1 0 0,1-1 0,-9 10 1,-30 31-4042,10-1-2507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7:38.5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284 100 8244,'0'0'5338,"-26"-16"-3342,-82-52-993,103 66-967,1-1 1,-1 1-1,1 1 1,-1-1-1,0 0 0,1 1 1,-1 0-1,0 0 1,0 1-1,0-1 0,0 1 1,-9 1-1,11-1-21,0 1-1,0 0 1,0 0-1,0 0 1,1 0 0,-1 1-1,0-1 1,0 1-1,1-1 1,-1 1-1,1 0 1,-1 0-1,1 1 1,0-1 0,-2 3-1,-1 2 6,1 0-1,0 1 1,0-1-1,1 1 0,0 0 1,0-1-1,1 1 1,0 1-1,1-1 1,-2 16-1,2-13-14,1 0 0,0-1 0,2 17-1,-1-24-4,0 1-1,0 0 0,0-1 0,0 1 0,1-1 0,-1 1 0,1-1 1,0 0-1,0 1 0,0-1 0,1 0 0,4 4 0,-2-2-12,0 0-1,1 0 1,0-1-1,0 0 0,0 0 1,0-1-1,1 0 1,-1 0-1,1 0 0,0-1 1,10 3-1,3-2-171,0-1-1,36-1 1,-53-1 171,-1 0 21,0 0 0,1-1 1,-1 1-1,0 0 1,0-1-1,1 0 0,-1 0 1,0 0-1,0 0 1,0 0-1,0 0 0,0 0 1,0 0-1,0-1 1,0 1-1,-1-1 0,1 1 1,-1-1-1,1 0 1,-1 0-1,1 0 0,-1 0 1,0 0-1,0 0 1,0 0-1,1-2 0,0-1 295,-1 0 0,0 1 0,1-1 0,-2 0 0,1 0 0,0 1 0,-1-1 0,0 0 0,0 0 0,-1 0-1,1 0 1,-2-4 0,3 9-3,-1 0-293,1 0-1,0 1 1,0-1 0,0 1-1,0-1 1,-1 1 0,1-1-1,0 1 1,0-1 0,-1 1 0,1 0-1,0-1 1,-1 1 0,1 0-1,-1 0 1,1 0 0,-1-1-1,0 1 1,1 0 0,-1 0-1,0 0 1,1 0 0,-1 0-1,0 0 1,0 0 0,0-1-1,0 3 1,2 4 0,15 42 92,-3 1 0,-1 0 0,-3 1 0,-3 1 0,3 64-1,-10 170 362,0-280-447,0 1 8,-1 1 0,1-1 0,-4 14 1,4-20-15,-1 1 1,1-1-1,0 1 1,-1-1 0,0 0-1,1 1 1,-1-1-1,0 0 1,0 1 0,0-1-1,0 0 1,0 0-1,0 0 1,0 0 0,0 0-1,0 0 1,-1 0-1,1 0 1,0 0 0,-1 0-1,1-1 1,0 1-1,-4 0 1,-5 1 30,0 0 0,-1-2 0,1 1 0,0-1 0,-1 0 0,1-1 0,0-1 0,0 1 0,-1-2 0,1 1 0,0-1 0,1-1 0,-19-9 0,21 10-31,1-1 0,0 0 1,0 0-1,0 0 1,1-1-1,-1 0 0,1 0 1,0 0-1,1-1 1,-1 1-1,1-1 0,0 0 1,1-1-1,-1 1 1,1-1-1,1 1 0,-1-1 1,1 0-1,-2-9 1,2 3-9,1-1 1,1 1-1,0-1 1,3-20-1,-2 26-19,0 1 1,1-1-1,1 1 1,-1 0-1,1 0 1,0 0-1,1 0 0,-1 1 1,9-12-1,1 4-474,1 0 0,0 1 1,0 1-1,2 1 0,-1 0 0,1 1 0,1 0 0,0 2 0,0 0 0,0 0 0,24-5 1,43-10-5264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7:39.1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18 6147,'0'0'10164,"-14"-17"-10164,14 46 0,3 12-16,8 14 32,2 5-32,3 12-240,6 8-1504,2-1-1666,-3-7-2017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7:39.5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29 7187,'0'0'6494,"26"-6"-6377,80-15-106,-105 21-12,1-1 0,-1 1 1,1 0-1,0 0 0,-1-1 0,1 1 0,0 1 0,-1-1 1,1 0-1,0 0 0,-1 1 0,1-1 0,-1 1 1,1-1-1,0 1 0,-1-1 0,1 1 0,-1 0 0,0 0 1,1 0-1,-1 0 0,0 0 0,1 0 0,-1 0 1,0 1-1,0-1 0,0 0 0,0 1 0,1 1 0,-1 0-2,0 0 0,-1 1 0,1-1 0,0 1 0,-1-1 0,0 1 0,0-1 0,0 1 0,-1 3 0,1 0 2,0-2 10,0-1 0,0 1 0,-1-1 0,1 0 0,-1 1 0,0-1 0,0 0-1,-1 0 1,1 0 0,-1 0 0,-3 6 0,1-5 44,0 0 0,0 0 0,-1 0 0,1-1 0,-1 0 0,0 0 0,-7 4 0,4-3 177,-1 0 0,0-1 0,-19 6 0,-8 8 4811,36-18-4977,12 2 689,20-3-851,311-10-667,-164 11-6321,-80 0-328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7:39.9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 3762,'0'0'14903,"0"-17"-14807,43 12-48,11 5-48,4 0-449,7 0-2224,-9 0-1457,-14 3-1808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7:40.3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56 6435,'0'0'11957,"174"-12"-11588,-94 5-353,-2 2-32,0 0-929,4-4-2769,-1-8-2769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7:50.7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0 5507,'0'0'9148,"-2"1"-8692,2-1-452,-1 1 1,1-1 0,0 1-1,-1-1 1,1 0-1,-1 1 1,1-1 0,0 1-1,0 0 1,-1-1-1,1 1 1,0-1-1,0 1 1,-1-1 0,1 1-1,0 0 1,0-1-1,0 1 1,0-1-1,0 2 1,-4 54 931,5 76 0,1-45-105,23 255 777,-24-332-1618,-1-9-110,0-1-1,0 0 1,1 1 0,-1-1 0,0 1 0,0-1 0,1 1 0,-1-1 0,0 0 0,0 1 0,1-1 0,-1 0-1,0 1 1,1-1 0,-1 0 0,1 1 0,-1-1 0,0 0 0,1 0 0,-1 1 0,1-1 0,-1 0 0,1 0 0,-1 0-1,1 0 1,-1 0 0,1 1 0,-1-1 0,0 0 0,1 0 0,-1 0 0,1 0 0,-1-1 0,1 1 0,-1 0 0,1 0-1,0 0 1,1-1-365,0 1 0,-1 0 0,1-1 0,0 0-1,0 1 1,-1-1 0,1 0 0,-1 0-1,1 0 1,2-2 0,17-24-4624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7:51.1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396 1 4066,'0'0'11578,"-15"12"-10935,-210 171 2071,207-168-2452,-1-2 1,-1 0 0,0-1 0,0-1 0,-24 9-1,30-13 1467,28-3 1758,-13-4-3548,16 5 43,0 0 1,-1 1 0,0 1 0,19 10-1,5 3 17,172 68-992,-51-23-765,71 35-6454,-117-49 286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7:52.1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44 6227,'0'0'10343,"-4"-10"-9401,1 3-826,-8-18 89,11 25-204,0-1 0,0 1 1,0 0-1,0 0 0,0 0 0,0 0 0,0 0 0,0 0 1,0 0-1,0 0 0,0 0 0,-1 0 0,1 0 1,0-1-1,0 1 0,0 0 0,0 0 0,0 0 1,0 0-1,0 0 0,0 0 0,0 0 0,-1 0 1,1 0-1,0 0 0,0 0 0,0 0 0,0 0 1,0 0-1,0 0 0,0 0 0,0 0 0,0 0 1,-1 0-1,1 0 0,0 0 0,0 0 0,0 0 1,0 0-1,0 0 0,0 0 0,0 1 0,0-1 1,0 0-1,0 0 0,-1 0 0,1 0 0,0 0 0,0 0 1,0 0-1,0 0 0,0 0 0,0 0 0,0 0 1,0 0-1,0 1 0,0-1 0,0 0 0,0 0 1,0 0-1,0 0 0,0 0 0,0 0 0,-2 20 101,2 39 495,-1 13 220,13 118-1,19-11-424,6 47-442,-36-219-468,1 12-550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7:52.5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304 27 5747,'0'0'9345,"0"-4"-8608,2-18 1709,-3 23-2099,-31 39 110,-4 4-32,-49 47 0,72-79-379,1-1 1,-2-1 0,1 0-1,-2 0 1,1-2-1,-1 0 1,0 0-1,-25 7 1,67-12 1678,-5-3-1773,0 1-1,21 4 0,-17 3 46,-1 1 0,25 14-1,13 4 14,232 73-592,-191-67-1061,36 9-1950,17 2-2623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7:53.5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 21 7603,'0'0'9688,"0"16"-9600,-1 111 663,10 322 1966,-8-441-2681,-1-6-26,0 0-1,0 0 0,0-1 0,0 1 0,0 0 0,0 0 0,1-1 0,-1 1 1,1 0-1,-1-1 0,1 1 0,0 0 0,0-1 0,1 3 0,-2-4 101,0-89 622,1 47-716,-1 1-1,-8-48 1,-31-99-60,-2-11 1699,42 273-1161,40 309-1708,-27-308-2483,-4-25-1965,3 4-6274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7:55.9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217 0 5747,'0'0'8854,"-12"0"-8157,-31 3-254,43-3-439,0 0 0,-1 0 1,1 0-1,0 0 0,-1 0 1,1 0-1,0 0 0,0 0 1,-1 0-1,1 0 0,0 1 1,0-1-1,-1 0 1,1 0-1,0 0 0,0 0 1,-1 1-1,1-1 0,0 0 1,0 0-1,0 0 0,0 1 1,-1-1-1,1 0 0,0 0 1,0 1-1,0-1 1,0 0-1,0 0 0,0 1 1,-1-1-1,6 10 139,31 54 903,-3-7-286,-1 2-1,37 100 1,-64-143-654,-1 1 1,0 1 0,-2-1 0,0 1 0,0 21 0,-2-27-24,-1-1-1,0 1 1,0 0 0,-1-1 0,-1 1 0,0-1 0,-1 0 0,-8 19 0,2-13 40,-1 0 0,0-1-1,-1 0 1,-15 15 0,-61 53 340,62-61-308,1 1 1,0 1 0,-41 56-1,64-78-146,-1 1-1,1 1 1,0-1-1,0 0 0,0 0 1,0 1-1,1-1 1,0 1-1,0 0 0,0-1 1,0 1-1,1 0 1,-1-1-1,1 1 0,1 0 1,-1-1-1,1 1 1,0 0-1,1 5 1,1-3-5,0 0 1,1 0 0,0-1-1,0 1 1,0-1-1,0 0 1,1 0 0,0-1-1,1 1 1,-1-1 0,7 4-1,204 148 261,-21-19-129,-173-120-114,3 0-1,-1 1 1,-1 1 0,0 1 0,24 32-1,-44-49-17,-1 0 0,0 0 0,0 0 0,0 0 0,0 0 1,-1 1-1,0-1 0,0 0 0,0 1 0,0-1 0,-1 1 0,0 0 0,0-1 0,0 1 0,-1 7 0,-2 4 60,-1 0-1,-11 30 1,9-31-37,-2 12 33,1 0 0,1 0 0,-4 49 0,4 87-12,0 14-40,-22 0 30,15-104 30,-7 122 0,19-153-46,1-1 0,2 0 0,14 76 0,5-35 44,-6-28-58,-3 0-1,10 102 0,-21 12 25,-1-167-60,0-1 0,0 0 0,0 1 0,0-1 0,0 0 0,0 1 1,0-1-1,0 0 0,0 1 0,0-1 0,0 0 0,0 1 0,0-1 0,0 0 1,0 1-1,1-1 0,-1 0 0,0 1 0,0-1 0,0 0 0,0 0 0,1 1 1,-1-1-1,0 0 0,0 0 0,0 1 0,1-1 0,-1 0 0,0 0 0,1 0 1,-1 0-1,0 1 0,0-1 0,1 0 0,-1 0 0,0 0 0,1 0 1,9 7-4949,-5 7-1889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7:57.2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112 75 2753,'0'0'9466,"-18"0"-7745,-55 0-206,56-1 405,14-1-1339,7 0-142,17-4 391,56-8-426,80-4 0,87 5-193,-207 11-131,271-2 843,-528 5-297,-306-5-193,504 4-362,-30-5 189,47 3-222,8 1-130,12 0-313,29 1-4816,85 14 0,-45-2-4322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8:07.1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887 1 5955,'0'0'7219,"-30"24"-6915,6-5-213,-185 161 773,101-78-247,-198 199 1653,294-288-2163,-26 29 316,-3-1 0,-68 53 1,106-92-601,-4 3 567,7-5-460,1 0-1,-1 0 1,0 1-1,0-1 0,0 0 1,1 0-1,-1 1 1,0-1-1,0 0 1,1 0-1,-1 0 1,0 0-1,0 1 1,1-1-1,-1 0 0,0 0 1,1 0-1,-1 0 1,0 0-1,1 0 1,-1 0-1,0 0 1,1 0-1,-1 0 1,0 0-1,0 0 0,1 0 1,-1 0-1,0 0 1,1 0-1,-1 0 1,0 0-1,1-1 1,32 1-2098,21 1-1817,77-10 0,-12-14-2037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8:07.6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4034,'0'0'7635,"13"1"-7461,8 2-44,-1 1 1,-1 1 0,1 0 0,-1 1-1,23 12 1,507 264 2630,-538-275-2781,25 15-1415,2-1 1,73 29-1,-40-29-4411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8:10.6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361 43 2961,'0'0'6785,"-8"-6"-5843,-28-22-310,34 27-587,-1 0 1,0 0 0,0-1-1,0 2 1,0-1 0,0 0-1,0 1 1,0-1-1,0 1 1,0 0 0,0 0-1,0 0 1,0 0 0,0 1-1,0-1 1,-5 2-1,5-1-9,-7 2 38,1 0 0,-1 1 0,1 0 0,0 0 0,1 1 1,-1 0-1,1 0 0,0 1 0,0 1 0,1-1 0,-8 10 0,0 0 39,1 0-1,1 1 0,1 1 1,-13 21-1,14-17-31,1 0-1,0 1 1,2 0-1,0 0 1,2 1-1,0 0 1,2 0-1,1 0 1,1 1-1,1 32 1,1-53-58,0 0 0,0 0 0,1 0 0,0 0 0,0 0 0,0 0 0,0 0-1,1-1 1,-1 1 0,1 0 0,0-1 0,0 1 0,0-1 0,1 0 0,3 4 0,-1-2 11,-1-1 0,1-1 0,0 1-1,1-1 1,-1 1 0,0-2 0,1 1 0,0 0 0,6 1 0,8 1 139,1-1 0,-1-1 0,1 0 0,39-1 0,-41-2 8,-1 0-1,0-1 0,0-1 1,0-1-1,20-6 0,-32 7-108,-1 0-1,1 0 1,0-1-1,-1 0 1,1 0 0,-1 0-1,0-1 1,0 1-1,0-1 1,-1-1-1,1 1 1,-1-1-1,0 1 1,0-1-1,-1-1 1,1 1-1,-1 0 1,4-11-1,-3 3 125,0-1 0,-1 1 0,-1-1 0,0 1 0,-1-1 0,-1 0 0,-1-18 0,1 5-32,-1 17-133,0-1 1,0 1 0,-1 0-1,-1 0 1,1 0-1,-1 1 1,-1-1-1,0 1 1,-8-15-1,4 11-17,-1-1 0,-1 1-1,0 0 1,0 1 0,-17-15-1,22 23-16,0 0 0,1 1 0,-1-1 0,-1 1 0,1 0 0,0 1 0,-1-1 0,1 1 0,-1 0 0,0 0 0,-7-1 0,-4 2-37,0-1-1,-29 3 1,41-1-93,0 1 1,0-1-1,0 1 0,0 1 1,0-1-1,0 1 1,0 0-1,1 0 0,-1 0 1,1 1-1,-1-1 0,1 1 1,0 0-1,-7 7 0,5-4-564,0 1-1,0-1 1,1 1-1,0 1 1,0-1-1,1 1 0,0 0 1,-4 8-1,-4 25-4635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8:10.9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233 82 3618,'0'0'9084,"1"-14"-8009,0 5-860,0 0 1,-1 0-1,-1-17 1,1 26-199,0-1 0,-1 0 1,1 0-1,-1 0 0,1 0 0,-1 1 1,1-1-1,-1 0 0,1 1 0,-1-1 1,0 0-1,1 1 0,-1-1 0,0 1 1,0-1-1,1 1 0,-1-1 1,0 1-1,0-1 0,0 1 0,0 0 1,0-1-1,1 1 0,-1 0 0,0 0 1,0 0-1,0 0 0,0 0 1,0 0-1,-1 0 0,-2 0 11,1 0-1,-1 1 0,1-1 1,-1 1-1,1 0 1,-1 0-1,-3 2 1,-2 2-1,0 0 0,1 1-1,-1 1 1,1-1 0,0 1 0,0 0 0,1 1 0,0 0 0,1 0 0,-7 11 0,0 0 92,2 1 0,0 1 1,-14 37-1,18-35-17,1-1-1,1 1 1,1 0-1,1 0 0,1 0 1,1 1-1,3 36 0,-1-52-95,0 1 0,1 0-1,0 0 1,0-1-1,1 1 1,0-1 0,1 0-1,0 0 1,0 0-1,0-1 1,9 11 0,-4-7 18,0 0 1,1-1 0,1-1-1,0 1 1,0-2 0,19 12-1,6-1-289,1-1-1,1-2 0,1-2 1,40 10-1,125 23-5822,-104-29 960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7:58.2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76 3906,'0'0'10911,"0"-13"-9168,-2-36-279,-2 35-487,2 19-281,2 18-614,10 270 1559,-6-209-1482,0 10-32,-2-85-2847,-1-7 2008,-1-1 1,0 0-1,0 1 0,1-1 1,-1 0-1,1 0 0,-1 1 1,1-1-1,-1 0 0,1 0 1,0 0-1,-1 1 0,1-1 1,0 0-1,0 0 0,0 0 1,1 1-1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7:58.6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24 637 4178,'0'0'2497,"0"-27"72,0 3-1956,-1-31 1212,-11-69 1,5 40 8,4-126 0,3 201-1747,0-1 1,1 1 0,0 0-1,5-17 1,-5 23-77,0 0 1,0 1-1,0-1 1,1 1-1,-1-1 1,0 1-1,1 0 1,0-1-1,0 1 0,-1 0 1,1 0-1,1 0 1,-1 1-1,0-1 1,0 0-1,1 1 1,-1-1-1,1 1 0,4-2 1,0 1-28,0 0 1,0 1-1,0 0 1,0 0-1,1 1 1,-1 0-1,0 0 1,0 1-1,1 0 1,-1 0-1,0 1 1,0-1-1,0 2 1,0-1-1,-1 1 1,1 0-1,-1 0 1,1 1-1,-1 0 1,9 7 0,2 2-725,-2 1 1,1 0-1,-2 1 1,0 1-1,22 34 1,-30-42-442,-1 1 1,0 0-1,5 15 0,1 24-4600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7:59.0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0 699 6819,'0'0'11894,"105"0"-10758,-38 0-672,7-5-224,1-2-224,3 0-32,-6 0-352,-5-1-1777,-11 1-2321,-8-10-2897</inkml:trace>
  <inkml:trace contextRef="#ctx0" brushRef="#br0" timeOffset="1">1222 25 7940,'0'0'6659,"-28"-6"-4832,7 0-1584,0 2 0,-1 0 0,-35-1-1,53 5-206,0 1-1,0 0 0,0-1 1,0 1-1,0 1 0,0-1 1,0 0-1,1 1 0,-1 0 1,0 0-1,1 0 0,-1 0 1,1 1-1,0-1 1,0 1-1,0 0 0,0 0 1,0 0-1,-2 4 0,-17 20 187,2 0-1,0 2 0,2 1 0,1 0 0,1 1 1,2 1-1,1 0 0,2 1 0,1 0 1,1 0-1,2 1 0,-3 39 0,7-38-134,2 1 0,1 0 0,6 40 0,-3-60-73,0 0-1,1-1 0,0 1 0,1-1 0,1 0 1,0-1-1,1 1 0,1-1 0,13 18 0,-11-19-100,0-1 0,1 0-1,1-1 1,0 0-1,0-1 1,1-1-1,0 0 1,1 0 0,0-1-1,0-1 1,0-1-1,19 6 1,-12-5-1176,1-1 1,44 5-1,-37-9-2822,53-2 0,-23-6-3881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7:59.4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51 9428,'0'0'8687,"13"11"-8127,-4-4-450,-4-3-63,0-1 0,-1 1-1,1 0 1,-1 0 0,0 1 0,0-1 0,0 1 0,0 0-1,-1 0 1,0 0 0,0 0 0,0 0 0,-1 1-1,0-1 1,0 1 0,0 0 0,1 8 0,-1 13 356,-1 0 1,-4 42 0,2-67-374,1 1 1,-1-1 0,1 1-1,-1-1 1,0 1-1,0-1 1,0 0-1,-1 0 1,1 1 0,0-1-1,-1 0 1,0 0-1,1 0 1,-1 0-1,0-1 1,0 1-1,0 0 1,0-1 0,0 0-1,0 1 1,0-1-1,-1 0 1,1 0-1,-1 0 1,1 0 0,0-1-1,-1 1 1,1 0-1,-1-1 1,1 0-1,-1 0 1,0 0 0,1 0-1,-4 0 1,5-1-11,0 1 1,0-1-1,0 1 0,0-1 1,1 1-1,-1-1 1,0 0-1,0 1 1,1-1-1,-1 0 1,0 0-1,1 1 1,-1-1-1,1 0 0,-1 0 1,1 0-1,-1 0 1,1 0-1,0 1 1,0-1-1,-1 0 1,1 0-1,0 0 0,0 0 1,0 0-1,0 0 1,0 0-1,0 0 1,0 0-1,1-2 1,-2-2 65,0-6-62,1 1-1,0-1 1,0 1-1,1-1 1,0 1-1,1-1 1,0 1-1,1 0 1,0 0-1,0 0 1,1 0-1,1 0 1,-1 1-1,2 0 1,-1 0-1,1 0 1,1 0-1,-1 1 1,1 0-1,9-6 1,-4 3-33,0 1 0,1 1 1,0 0-1,1 0 0,0 2 0,0 0 1,28-10-1,-30 13-5,0 1 0,1 0-1,0 0 1,-1 1 0,1 1-1,0 0 1,0 1 0,0 1-1,0 0 1,15 3 0,-23-3 5,0 1 0,0 1-1,0-1 1,0 0 0,0 1 0,-1 0 0,1 0 0,-1 1-1,0-1 1,0 1 0,0 0 0,-1 0 0,1 0 0,-1 0-1,0 1 1,0-1 0,-1 1 0,5 9 0,1 5-11,-1 1 0,0 0 0,5 30 0,-4-1-271,-2-1 0,0 82 0,-6-32-3482,-1-24-2676,1-46 969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7:59.7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8052,'0'0'6477,"23"26"-5495,74 89-155,-91-106-706,0 1-1,0 0 1,0 0-1,-2 1 1,1-1-1,-1 1 1,-1 0-1,0 0 1,0 1-1,-1-1 1,1 21-1,-1-12 38,3 41 99,-2 0 1,-7 78 0,2-119-232,-1 0 1,-1-1-1,-1 1 0,-1-1 0,0 0 0,-10 20 0,-4 0-745,-43 64-1,58-96-449,0 1 1,1 0-1,0 0 1,-7 15-1,10-6-3708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8:00.1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49 7203,'0'0'11414,"27"-34"-11286,18 29 64,4 0-192,-4 3-16,-8-1-433,-2 3-1728,-11 0-1248,-10 0-1393,-14 15-1009</inkml:trace>
  <inkml:trace contextRef="#ctx0" brushRef="#br0" timeOffset="1">1 255 4338,'0'0'11413,"75"0"-10020,-22 0-673,-2 0-656,0 0-64,5 0-928,3 0-2706,8-12-2273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8:00.5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380 94 7507,'0'0'7425,"-27"-16"-5867,-88-48-480,112 62-1018,-1 0 1,0 0-1,0 1 0,0-1 0,0 1 0,0 0 1,0 0-1,0 1 0,0-1 0,0 1 1,-1 0-1,1 0 0,0 0 0,0 1 1,-5 0-1,5 1-7,0 0 0,0 0-1,0 0 1,0 1 0,0-1 0,1 1 0,-1 0-1,1 0 1,-4 4 0,0 0 24,-4 4 47,0 1 0,1 0 1,0 1-1,1 0 0,1 0 1,0 1-1,0 0 0,2 0 0,-7 20 1,6-10 31,1 0 0,1-1 0,1 1 0,2 1 0,-1 34 0,3-52-143,1 0-1,-1 0 0,1 0 0,0 0 1,1-1-1,-1 1 0,2 0 0,-1 0 0,1-1 1,-1 1-1,7 8 0,-4-8-6,1 1-1,0-1 1,0-1 0,1 1-1,0-1 1,0 0 0,0-1-1,12 7 1,-4-4-505,0-1-1,0 0 1,1-1 0,0 0 0,0-2 0,24 5 0,-15-6-1124,0 0 0,-1-2 0,43-2 0,-59-1-5327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8:16.5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1 116 3057,'0'0'12017,"2"-19"-10334,7-58-274,-7 58 343,0 42-1562,-1 1 0,-3 24 0,1 1-31,20 400 1460,-14-410-2582,6 62 2868,-10-66-5875,-2 0-5213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8:16.9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1 612 6195,'0'0'10522,"4"-19"-9506,-3 16-978,1-7 56,0 0 0,1 0-1,0 0 1,1 1 0,0 0 0,0-1-1,1 1 1,0 1 0,1-1-1,-1 1 1,2 0 0,-1 0 0,15-12-1,219-161 1696,-139 108-1021,112-102 0,-188 154-454,-23 20 4,-21 6-460,-77 48-2136,33-17-3,-20 7-1980,-6 0-1813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8:18.0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 5507,'0'0'10874,"-1"-3"-10183,2 0-281,5 6 1,15 15 386,29 33 519,-46-47-1211,34 36 487,144 153 772,-127-130-1182,53 81 1,-104-138-166,-4-5-13,1 1 0,-1-1-1,1 0 1,-1 0 0,1 0 0,-1 0-1,1-1 1,0 1 0,0 0 0,-1 0-1,1 0 1,0 0 0,0-1-1,0 1 1,0 0 0,0-1 0,0 1-1,0-1 1,0 1 0,3 0 523,-5-5-458,1 1 1,-1 0 0,1 0-1,-1-1 1,0 1-1,0 0 1,0 0 0,-1 0-1,1 0 1,-1 0 0,1 0-1,-1 1 1,-3-4 0,-33-33-218,19 21 214,-22-23-62,2-3-1,2-1 1,1-2-1,3-1 0,2-1 1,-28-63-1,57 107-5,-1 0 0,1 0 0,1 0 0,-1 0 0,1 0 0,-1 0 0,2 0 0,-2-10 0,2 15-36,10 1-221,-2 1 244,0 0-1,0 1 0,0 0 0,0 0 0,0 1 0,-1 0 0,1 1 1,12 9-1,55 52 22,-36-26-5,-2 1 0,46 68 0,-74-94 58,-9-15-53,0 0-1,0 0 1,0 1 0,0-1-1,0 0 1,0 0-1,0 0 1,0 0 0,0 0-1,0 0 1,0 1 0,0-1-1,0 0 1,0 0 0,0 0-1,0 0 1,0 0-1,0 0 1,0 1 0,0-1-1,0 0 1,0 0 0,0 0-1,0 0 1,0 0-1,0 0 1,0 1 0,0-1-1,0 0 1,0 0 0,0 0-1,0 0 1,-1 0 0,1 0-1,0 0 1,0 0-1,0 1 1,0-1 0,0 0-1,0 0 1,0 0 0,-1 0-1,1 0 1,0 0-1,0 0 1,0 0 0,0 0-1,-3-1 31,0 1-1,0-1 0,1 0 0,-1-1 0,1 1 1,-1 0-1,-4-4 0,-222-168 150,130 93-92,77 65 5,21 14-60,3 3-177,29 29 31,36 45 1,8 10 132,-52-62-22,1-1 0,2 0-1,55 37 1,-81-60 8,0 0 1,0 0-1,0 0 1,1 0-1,-1 0 1,0 0-1,0 0 0,0 0 1,0 0-1,1-1 1,-1 1-1,0 0 0,0 0 1,0 0-1,0 0 1,0 0-1,0 0 0,1 0 1,-1 0-1,0 0 1,0-1-1,0 1 0,0 0 1,0 0-1,0 0 1,0 0-1,0 0 0,0-1 1,0 1-1,0 0 1,1 0-1,-1 0 0,0 0 1,0 0-1,0-1 1,0 1-1,0 0 0,0 0 1,0 0-1,0 0 1,0-1-1,-1 1 0,1 0 1,0 0-1,0 0 1,0 0-1,0 0 0,0-1 1,0 1-1,-2-13 33,0 5-36,-1 0 0,0 1 0,0-1 0,-1 1 0,0 0 0,-1 0 0,1 0 0,-7-7 0,-51-53-19,44 49 16,-20-22 32,-2 2-1,-45-33 1,178 167-128,-9-18 105,120 123-25,-194-186 102,-13-14 94,-9-8-26,-71-53-6,-116-107 0,183 151 22,1 1 0,0-2 0,-15-22-1,30 39-161,-3-6 143,3 6-149,0 0 0,0 0 0,0 0 0,0 0 0,0 0 0,0 0 0,0 0 0,0-1 0,0 1 0,0 0-1,0 0 1,0 0 0,0 0 0,0 0 0,0 0 0,0 0 0,0 0 0,0-1 0,0 1 0,0 0 0,0 0 0,0 0 0,0 0-1,0 0 1,0 0 0,0 0 0,0-1 0,0 1 0,0 0 0,0 0 0,0 0 0,1 0 0,-1 0 0,0 0 0,0 0 0,0 0-1,0 0 1,0 0 0,0 0 0,0 0 0,0-1 0,0 1 0,1 0 0,-1 0 0,0 0 0,0 0 0,0 0 0,0 0 0,0 0-1,0 0 1,0 0 0,0 0 0,1 0 0,-1 0 0,0 0 0,0 0 0,0 0 0,0 0 0,0 0 0,0 0 0,0 0 0,1 1-1,-1-1 1,0 0 0,10 4-21,0 0-1,0 1 0,-1 0 1,0 0-1,0 1 0,12 10 1,2 2 12,-18-15-12,13 8-53,-1 1-1,-1 1 1,0 0-1,-1 1 1,25 30-1,-38-40-292,0-1 0,0 0-1,-1 1 1,1-1 0,-1 1-1,0 0 1,0-1 0,1 8-1,-2-10-21,0 1-1,0 0 1,0 0-1,0 0 1,0 0-1,0-1 0,0 1 1,-1 0-1,1 0 1,-1 0-1,1-1 0,-1 1 1,0 0-1,0-1 1,1 1-1,-1 0 1,0-1-1,-1 1 0,1-1 1,-2 2-1,-2 1-1572,0-1-1,-1 0 1,1 0-1,-10 2 0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5:30.5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101 1 160,'0'0'6696,"-12"0"-5628,-32 0-132,9 0 2951,25 1-1618,19 0-235,95-2-1835,123 2 43,-208 2 107,-16-2 359,-11 0-453,-102 3-2201,93-2-381,1 1 0,-23 7 1,19-3-2205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5:30.9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0 1 1585</inkml:trace>
  <inkml:trace contextRef="#ctx0" brushRef="#br0" timeOffset="1">0 1 1585,'13'26'1558,"-10"-13"8601,-4 6-9643,-1-7 313,15 128 1929,-1 0-1704,-12-82-2881,0-58 1560,0 1 0,1-1 0,-1 0 1,0 1-1,1-1 0,-1 0 0,1 1 0,-1-1 1,0 0-1,1 0 0,-1 0 0,1 0 1,-1 1-1,1-1 0,-1 0 0,1 0 1,-1 0-1,1 0 0,-1 0 0,1 0 1,-1 0-1,1 0 0,-1 0 0,1-1 1,0 1-1,2 0-1353,22 0-6152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5:31.3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145 1 3698,'0'0'9489,"-18"13"-8699,3-3-592,8-6-112,0 0 0,0 1-1,0-1 1,1 2 0,-1-1-1,1 1 1,0 0 0,1 0-1,0 1 1,0-1 0,0 1-1,1 0 1,0 1-1,0-1 1,-3 10 0,2 4 169,0 0 1,1 1-1,1-1 1,1 1-1,1 0 1,1 0-1,1-1 1,4 23 0,-3-34-231,0 0 0,1 0 1,0 0-1,1 0 0,0-1 1,0 0-1,1 0 1,0 0-1,1 0 0,0-1 1,0 0-1,1 0 1,0 0-1,0-1 0,1 0 1,13 9-1,-8-7-448,0-2 0,0 0 0,1 0 1,0-1-1,0-1 0,0 0 0,1-1 0,0 0 0,0-1 0,25 1 0,38-3-6140,-46-1 2094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5:31.6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 5699,'0'0'8873,"-3"0"-8091,-1 7-737,4-1 19,-1 0-1,2 0 0,-1 0 1,1 0-1,0 0 1,0 0-1,0-1 1,1 1-1,4 9 1,4 19 582,-3 2 127,-2 1 1,0 71 0,-5-107-757,-1-1 0,1 1-1,0 0 1,0-1 0,-1 1 0,1-1 0,0 1 0,0 0 0,-1-1 0,1 1 0,-1-1 0,1 1 0,0-1-1,-1 1 1,1-1 0,-1 0 0,1 1 0,-1-1 0,0 0 0,1 1 0,-1-1 0,1 0 0,-1 1 0,1-1-1,-1 0 1,0 0 0,1 0 0,-1 0 0,0 0 0,1 0 0,-1 0 0,0 0 0,1 0 0,-1 0 0,1 0 0,-1 0-1,0 0 1,1 0 0,-1-1 0,0 1 0,1 0 0,-1 0 0,1-1 0,-1 1 0,1 0 0,-1-1 0,1 1-1,-1-1 1,1 1 0,-1 0 0,1-1 0,-1 1 0,1-1 0,0 1 0,-1-1 0,1 0 0,0 1 0,-1-1-1,1 1 1,0-1 0,0 0 0,-3-9 21,1 1 0,1 0 0,0-1 0,0 0 0,0 1 1,2-1-1,-1 1 0,1-1 0,0 1 0,1-1 0,0 1 0,1 0 0,0 0 0,4-9 0,-2 8-46,1 1 0,0 1 0,0-1 1,1 1-1,0 0 0,1 1 0,0-1 0,0 1 0,0 1 0,14-9 0,-15 12 1,-1-1-1,1 1 1,0 0 0,0 0-1,0 1 1,0 0-1,0 0 1,1 1 0,-1-1-1,1 2 1,-1-1-1,1 1 1,-1 0-1,1 1 1,13 2 0,-17-1-2,0-1 1,0 1-1,0 0 0,-1 0 1,1 0-1,-1 1 1,1-1-1,-1 1 1,0 0-1,0 0 0,0 0 1,-1 0-1,1 0 1,-1 1-1,0-1 1,1 1-1,-2 0 0,1-1 1,0 1-1,-1 0 1,1 0-1,0 6 1,2 6-23,-1 0 0,-1 0 0,0 0 0,-1 22 0,-1-36 26,0 23-229,0 0 1,-2-1 0,0 1 0,-7 25-1,5-37-623,2 1-1,0-1 0,-1 27 0,2-38 645,1 0-1,0 0 1,1 0-1,-1-1 0,0 1 1,0 0-1,1 0 1,-1 0-1,1-1 1,-1 1-1,1 0 0,0-1 1,0 1-1,-1-1 1,1 1-1,0-1 0,1 1 1,-1-1-1,0 1 1,0-1-1,1 0 1,-1 0-1,0 0 0,1 0 1,-1 0-1,1 0 1,0 0-1,-1 0 0,1-1 1,0 1-1,-1 0 1,1-1-1,0 1 1,2-1-1,44 9-5050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5:32.0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7828,'0'0'7926,"24"29"-6931,74 98-157,-92-120-748,0 1 1,0 1-1,-1-1 1,0 1 0,0 0-1,-1 0 1,0 1-1,-1-1 1,0 1 0,-1 0-1,0 0 1,1 11-1,-2-11-13,3 18 180,-2 0 0,-1 30 0,-1-50-211,-1 1 0,0-1 1,0 1-1,-1-1 0,0 0 1,0 1-1,-1-1 0,0 0 1,-1 0-1,-7 13 0,1-8 24,-1 1-1,-23 21 1,28-30-215,1 0 1,-2 0-1,1 0 1,-1-1 0,1 0-1,-1-1 1,0 1-1,-10 2 1,16-6-244,-9 2-252,6-24-10335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5:32.4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44 4818,'0'0'11045,"21"-15"-10645,14 8-127,5 2-65,-5 0-48,0 1-144,-6-1-16,-2 5-208,-11-3-2065,-8 3-2498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5:32.7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5 1121,'0'0'15126,"-13"3"-14373,29-3-305,11 0-176,7 0 48,1 0-192,5 0-112,8 0-16,11 0-800,16 0-1713,16 0-2049,16-7-2177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5:33.7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1 2593,'0'0'8540,"-6"0"-7692,-11 0-540,10 1-150,10 1 153,43 3 296,0-2 1,71-3 0,-20-2-324,-95 2-417,-4 0-232,-138 2-690,-7-1 4537,154-1-3089,168 0 223,-176 0-520,1-1 1,-1 1 0,0 0-1,0 0 1,0 0 0,0 0-1,1 0 1,-1 0-1,0 0 1,0 1 0,0-1-1,0 0 1,1 0 0,-1 1-1,0-1 1,0 0-1,1 1 1,-1-1 0,0 1-1,0-1 1,1 1 0,-2 0-1,2 55 59,2 0 0,12 67-1,14 83 353,-28-205-540,0 1-1,0 0 1,1 0-1,-1 0 1,1 0-1,-1-1 0,1 1 1,0 0-1,-1-1 1,1 1-1,0-1 1,0 1-1,0 0 0,1-1 1,-1 0-1,0 1 1,0-1-1,1 0 1,-1 0-1,1 0 1,-1 0-1,1 0 0,2 2 1,1-2-598,0 0 1,1 0-1,-1-1 0,0 1 0,0-1 1,10-1-1,4 1-1670,27 0-3651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5:34.0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0 2321,'0'0'11693,"-13"18"-10866,2-5-662,0-1-22,1 0-1,1 0 1,0 1 0,1 0-1,1 1 1,0 0 0,0 0-1,-4 17 1,1 14 292,1 1 0,2 0 0,3 1 0,1-1-1,8 86 1,-5-122-430,2-1-1,-1 0 0,1 0 0,1-1 1,-1 1-1,1 0 0,1-1 1,0 0-1,0 0 0,1 0 0,7 10 1,-4-8-2,0-1 1,1 0-1,0-1 1,0 0-1,1-1 1,0 0-1,18 10 0,-3-5-354,0-1 0,1-2 0,0 0-1,1-2 1,0-1 0,51 5 0,103-5-8221,-108-6 1184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5:34.4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430 41 5442,'0'0'10432,"-4"-8"-9119,-12-21-454,16 29-851,0 0 1,-1 0-1,1 0 1,0 0-1,0-1 1,0 1-1,0 0 1,0 0-1,0 0 0,0 0 1,0 0-1,0-1 1,0 1-1,0 0 1,-1 0-1,1 0 1,0 0-1,0 0 1,0 0-1,0-1 1,0 1-1,0 0 1,-1 0-1,1 0 1,0 0-1,0 0 1,0 0-1,0 0 1,-1 0-1,1 0 1,0 0-1,0 0 1,0 0-1,0 0 1,-1 0-1,1 0 1,0 0-1,0 0 1,0 0-1,0 0 1,-1 0-1,1 0 1,0 0-1,0 0 1,0 0-1,0 0 1,-1 0-1,1 1 1,0-1-1,0 0 1,0 0-1,0 0 1,0 0-1,0 0 1,-1 0-1,1 1 1,0-1-1,0 0 1,0 0-1,0 0 0,0 0 1,0 0-1,0 1 1,0-1-1,-4 13-22,4-11 58,-22 109 393,5 0 0,6 1 0,2 157 0,9-268-392,-2-1 93,-1 0 0,1 0 0,0 0 1,-1-1-1,1 1 0,0-1 0,-1 1 0,-3-2 0,-43-21 638,-119-48-554,156 67-397,1 0 247,1 0 0,-1 0 1,-19-12-1,29 16-152,-1-1-1,1 0 1,0 0 0,-1 0 0,1 0-1,0 0 1,0 0 0,-1 0 0,1 0 0,0-1-1,0 1 1,0 0 0,0-1 0,1 1-1,-1-1 1,0 1 0,0-1 0,1 1-1,-1-1 1,1 1 0,0-1 0,-1 1-1,1-1 1,0 0 0,0 1 0,0-1 0,0 0-1,0 1 1,0-1 0,1 0 0,-1 1-1,0-1 1,1 1 0,0-1 0,0-1-1,1 0-534,1 0 0,0 0 0,0 0 0,0 0 0,0 1 0,0-1 0,1 1 0,-1 0 0,1 0 0,-1 0 0,1 1 0,0-1 0,5-1 0,-5 2-307,45-17-9352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5:34.9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 1953,'0'0'8831,"15"0"-8111,92 1 393,252-7 1939,-322-1-758,-37 6-2043,-2 1-545,-1-1 1,1 0-1,-1 1 1,1 0 0,-1 0-1,1 0 1,-6 0-1,6 0-285,-16 2-3562,2 8-2059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5:35.5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 1697,'0'-4'15444,"6"157"-15426,1 9 2181,-9-189-1818,1 0 0,2 0-1,3-33 1,-2 51-387,0-1 1,1 0-1,0 1 0,0 0 1,1 0-1,0 0 0,0 0 0,1 0 1,0 1-1,1 0 0,0 0 1,7-7-1,-6 8-1,0 0 0,0 1-1,0 0 1,1 0 0,0 1 0,9-5 0,-12 7 2,1 1 0,-1 0 0,1 0 0,0 0 0,-1 1 0,1 0 0,0 0 0,0 0 0,0 1 0,0 0 0,6 1 0,-8 0-4,0 0 0,-1 0 0,1 0 0,0 1 0,-1-1 0,0 1 0,1 0 0,-1 0 0,0 1 0,0-1 0,0 0 0,0 1 0,-1 0 0,1 0 0,-1 0 0,1 0 0,2 5 0,5 8-39,0 2 0,8 18 0,-14-27 29,3 9 13,0 0 1,-1 1-1,-1 0 1,-1 0-1,0 0 1,0 21-1,-2 119-1662,-3-90-1107,1-62 2015,-1-5 469,1-1 0,0 0 1,0 1-1,-1-1 0,1 0 1,0 1-1,0-1 0,0 1 1,1-1-1,-1 0 0,0 1 0,0-1 1,1 0-1,-1 1 0,1-1 1,-1 0-1,1 0 0,0 0 1,-1 1-1,1-1 0,0 0 0,0 0 1,0 0-1,2 2 0,24-1-6707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5:35.8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0 6627,'0'0'7836,"11"23"-7100,-1-2-516,4 8 110,-1 2 1,-1 0-1,10 40 1,-11-20 73,-4 0 1,-1 0-1,-2 1 1,-6 77-1,1-108-355,-2 0 0,-1-1 0,0 1 0,-1-1 0,-1 0-1,-1-1 1,-19 37 0,-4-3-835,-51 67-1,65-96-3116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5:37.4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 3 1185,'0'0'8769,"-17"0"-7142,-32 0-560,24 0 2687,230-1-2181,-100 0-1998,-3 0-4300,-128 1 1675,-13 0-610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5:37.7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78 2609,'7'-31'2697,"-4"24"-759,-1-1-1,-1 1 1,1-1-1,-1-8 2708,3 32-3671,51 232 83,-51-224-1258,18 106 1056,-16-41-4849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5:38.2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70 1281,'0'0'3959,"-6"0"-2633,-28-2 537,22 2 6324,295-16-7198,-132 6-623,-22 7 928,-129 1-1195,0 1-1,0 0 1,0-1 0,0 1-1,0 0 1,0-1 0,0 1 0,1 0-1,-1 0 1,1-1 0,0-1-1,4 1-1011,-1 0-1,2-1 0,-1 2 0,0-1 1,9-2-1,19-3-5905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5:38.6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380 93 4130,'0'0'6691,"-28"-14"-4949,-93-45-448,115 56-1149,-1 0 0,0 0 1,-1 1-1,1-1 0,0 2 0,-1-1 1,1 1-1,-1 0 0,1 1 0,-16 0 1,8 1 164,12-1-225,-1 1 0,0-1 0,0 1 0,1 0 0,-1 0 0,0 0 0,1 0 0,-1 1 0,1-1 0,-1 1 0,1 0 0,0 0 0,0 0 0,-5 5 0,3-2-25,0 0 1,1 0-1,0 0 0,0 1 0,0 0 0,1 0 0,-5 11 1,2-2-26,1 1 0,1 0 0,0 0 0,1 1 1,1-1-1,0 20 0,1-26-5,1-1 0,1 1 1,0 0-1,0-1 0,1 1 0,0-1 0,4 12 0,-3-15-24,0-1 0,-1 1-1,2-1 1,-1 0 0,1 0-1,0 0 1,0 0 0,0-1-1,1 1 1,-1-1 0,1 0-1,7 4 1,2 0 15,0-1 0,0 0 0,1 0 0,0-2 1,0 0-1,0 0 0,1-2 0,24 4 0,13-3 76,64-2 0,-74-3-30,-28 2-32,31-2 76,-43 1-108,-1-1 1,0 1 0,0 0-1,1-1 1,-1 1 0,0-1 0,0 0-1,0 0 1,1 0 0,-1 0 0,0 0-1,0-1 1,-1 1 0,1 0 0,2-3-1,-4 4-73,1-1 0,-1 0-1,0 1 1,0-1 0,0 1 0,0-1-1,0 1 1,0-1 0,0 1 0,0-1-1,0 0 1,0 1 0,0-1-1,0 1 1,0-1 0,0 1 0,0-1-1,0 1 1,-1-1 0,1 1 0,0-1-1,0 1 1,-1-1 0,1 1 0,0-1-1,-1 1 1,1-1 0,-1 1-1,1-1 1,0 1 0,-1 0 0,1-1-1,-1 1 1,1 0 0,-1 0 0,1-1-1,-1 1 1,1 0 0,-1 0-1,1 0 1,-1-1 0,0 1 0,1 0-1,-1 0 1,0 0 0,-1-1-790,-14-6-5607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5:40.9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158 37 1088,'0'0'5614,"5"-1"-4646,11-4 97,-12 4 2240,-29-2-821,-49 5-2454,43-1 444,24-1 261,9 0 478,135-10-762,-121 9-471,-12 1 27,0-1 0,0 1 0,0 0 1,1 0-1,-1 0 0,0 0 0,7 3 0,-18-7 377,-1 1-1,-1 0 1,1 0 0,0 1 0,-16-3-1,21 5-374,-6 0-7,0 0 0,1 0 0,-1 1 0,-10 2 0,15-1-9,0-1 0,0 1-1,0 0 1,1 0 0,-1 0 0,0 1-1,1-1 1,-1 1 0,1 0-1,-5 5 1,1 0 10,0 0 0,1 1 0,0-1 0,0 1 0,1 0 0,0 1 1,0 0-1,1-1 0,1 1 0,-1 1 0,-2 16 0,2 5 25,1 0-1,2 49 1,1-47-7,0-31-15,1-1 1,-1 0-1,0 1 0,1-1 0,-1 1 0,1-1 0,0 0 0,-1 0 0,1 1 0,0-1 0,1 0 0,-1 0 0,0 0 0,1 0 0,-1 0 0,3 2 0,0-1 11,0 1 0,0-1 0,0-1-1,0 1 1,0-1 0,1 1 0,7 2 0,5 0 22,0 0 0,1-2 1,25 3-1,127 0 24,-125-6 13,-41 0-56,-1 0 0,1 0 1,-1 0-1,1 0 0,-1-1 0,0 1 1,1-1-1,-1 0 0,0 0 0,0 0 0,0-1 1,1 1-1,-1-1 0,0 1 0,-1-1 1,1 0-1,0 0 0,0 0 0,-1-1 0,0 1 1,1-1-1,-1 1 0,0-1 0,0 0 0,0 0 1,-1 0-1,1 0 0,-1 0 0,1 0 1,-1 0-1,0 0 0,0-1 0,0 1 0,-1 0 1,1-1-1,-1 1 0,0-6 0,1-2 156,-1-7 1211,-3 15-901,-4 10-603,7-7 117,-20 27-26,-30 32 1,41-51 31,0 0-1,0 0 1,-1-1 0,0 0-1,0 0 1,0-1 0,-16 6 0,10-7 19,1-1 0,-1-1 0,-1 0 1,1-1-1,0-1 0,-29-1 0,40 0-17,-1-1 3,0 1 0,0-1 0,0 0 0,0-1 0,1 0 0,-1 0 0,0 0 1,1 0-1,0-1 0,-1 0 0,1 0 0,0 0 0,1-1 0,-1 0 0,0 0 1,-4-5-1,4 4-4,1 0 0,0 0 0,0 0 0,1 0 0,-1-1-1,1 0 1,0 1 0,1-1 0,0 0 0,-1-1 0,2 1 0,-1 0 0,1 0 0,-1-13 0,2 16-133,-1 0 0,1 0 0,1 0 0,-1-1 0,0 1 0,1 0 0,0 0 0,0 0 1,0 0-1,0 1 0,0-1 0,2-4 0,10-6-3333,8-1-4176,-11 6-625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5:41.4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202 4 4098,'0'0'6891,"-20"-1"-6069,-62-2-262,79 3-515,0 1-1,0-1 1,-1 0 0,1 1-1,0 0 1,0 0 0,0 0-1,0 0 1,0 0 0,0 0 0,0 1-1,1 0 1,-1-1 0,0 1-1,1 0 1,0 0 0,-1 1-1,1-1 1,0 0 0,0 1-1,0-1 1,0 1 0,1 0-1,-1-1 1,1 1 0,-3 6-1,0-2 57,-1 4-27,1-1 0,0 1-1,1 0 1,0 0-1,1 0 1,0 0 0,-1 16-1,4 83 394,0-79-384,-1-25-52,0 1-1,1-1 0,0 1 0,0-1 0,1 1 0,0-1 0,0 0 0,0 0 0,1 0 0,0 0 0,0 0 0,0 0 0,1-1 1,0 0-1,0 0 0,0 0 0,7 6 0,-3-5 18,0-1-1,0 1 1,0-1 0,1-1 0,-1 0 0,1 0 0,0 0-1,0-1 1,1-1 0,-1 1 0,12 0 0,15 2 103,0-2 0,0-2 0,0-1 0,42-6 0,-76 6-93,-1 0 0,1-1 1,0 1-1,0 0 0,-1-1 1,1 1-1,0-1 0,-1 0 1,1 1-1,0-1 0,-1 0 1,1 0-1,-1 0 1,1 0-1,-1 0 0,0-1 1,1 1-1,-1 0 0,0-1 1,0 1-1,0-1 0,0 1 1,0-1-1,0 1 0,-1-1 1,1 0-1,0 1 0,-1-1 1,1 0-1,-1 0 0,0 1 1,1-3-1,6-19 711,2 13 314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8:27.7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233 61 4226,'0'0'7518,"-8"2"-6168,3-1-820,-22 4-229,7-3 3998,518-16-2775,-384 8-1023,-114 6-475,0 0 0,0 0 0,0 0-1,0 0 1,0 0 0,0 0 0,0 0-1,0-1 1,0 1 0,0 0-1,0 0 1,0 0 0,0 0 0,0 0-1,0 0 1,0-1 0,0 1 0,0 0-1,0 0 1,0 0 0,0 0 0,0 0-1,0 0 1,0-1 0,0 1 0,0 0-1,0 0 1,0 0 0,1 0 0,-1 0-1,0 0 1,0 0 0,0 0 0,0 0-1,0-1 1,0 1 0,0 0 0,0 0-1,1 0 1,-17-5 300,-46-4-156,-78 0 1,-70 9-194,92 1 49,-122-1-253,779-7 288,-367 7 372,-423-12-111,244 12-328,6 0-1,1 0-1,0 1 1,-1-1-1,1 0 1,-1 0-1,1 0 1,0 0-1,-1 0 0,1 0 1,-1 0-1,1 0 1,0 0-1,-1 0 1,1 0-1,-1 0 1,1 0-1,0 0 0,-1 0 1,1-1-1,0 1 1,-1 0-1,1 0 1,0 0-1,-1-1 1,1 1-1,0 0 0,-1 0 1,1-1-1,0 1 1,-1 0-1,1-1 1,0 1-1,0 0 0,0-1 1,-1 1-1,1-1 1,0 1-6,8 11-9787,-8-3 3123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8:37.3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61 3698,'0'0'12397,"3"-10"-11081,7-30-423,-7 30-372,-3 13-329,2 93 39,4-1 0,24 126 0,-30-219-531,1 0-1,-1 1 0,1-1 1,0 0-1,0 0 0,0 0 0,0 0 1,2 3-1,-2-4-56,0 0 0,0 0 1,0 0-1,0 0 0,0 0 0,0 0 0,0 0 1,1-1-1,-1 1 0,0-1 0,0 1 0,0-1 1,1 1-1,-1-1 0,0 0 0,3 1 0,18 0-5106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8:37.7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352 1 3121,'0'0'11480,"-21"8"-10679,8-3-624,-6 2 55,1 0 0,0 2 0,1 0 0,0 0 0,1 2 0,-23 17 0,17-8 153,-5 4 495,0-1 1,-2-1 0,-37 22 0,63-40 606,10 0-1085,147 55-223,-30-13-1609,-98-35-654,26 16 0,-18-4-2862,-17-4-2214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8:38.0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70 2513,'0'0'16056,"206"-58"-15832,-131 51-96,-3 4-128,-11 1-160,-10 2-2001,-13 0-2466,-22 0-2816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8:38.4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42 8836,'0'0'7972,"168"-5"-7508,-96 0-464,6 0-560,-14-4-3858,-24-8-5059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8:38.8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8980,'0'0'10055,"0"3"-9798,-1 131 1144,3 159-639,-2-285-1235,1-1 0,0 1-1,0-1 1,1 0 0,0 1 0,1-1 0,5 12-1,-6-16-534,0 1-1,0 0 1,0-1 0,1 1-1,0-1 1,0 0-1,0 0 1,6 6-1,10 0-4831</inkml:trace>
  <inkml:trace contextRef="#ctx0" brushRef="#br0" timeOffset="0.01">285 338 5763,'0'0'9132,"-6"10"-8580,2-2-358,0 1 1,0 0-1,1 0 0,0 0 0,1 0 1,0 0-1,0 1 0,1-1 1,0 1-1,1 11 0,0-19-142,0 0 0,1 0 0,-1 0 0,1 0 0,-1 0 0,1 0 0,0-1-1,-1 1 1,1 0 0,0 0 0,0 0 0,0-1 0,1 1 0,-1-1 0,0 1 0,0-1 0,2 2 0,1 0 16,0-1-1,-1 1 1,1-1 0,0 0 0,0 0-1,0 0 1,7 1 0,4 1 79,0-1 1,0-1 0,25 1 0,-30-2-114,11 0 74,0 0 0,0-1 1,1-2-1,30-5 0,-47 6-74,0 0 1,0-1 0,0 0-1,0 0 1,0 0-1,0 0 1,-1-1 0,0 1-1,1-1 1,-1 0 0,0-1-1,0 1 1,0-1-1,-1 0 1,1 0 0,-1 0-1,0 0 1,0 0 0,-1-1-1,1 1 1,-1-1-1,0 0 1,0 0 0,1-5-1,0 1 15,-1-1-1,0 1 0,0-1 0,-1 0 1,-1 0-1,1 0 0,-2 1 0,1-1 1,-1 0-1,-1 0 0,0 1 0,0-1 1,-1 1-1,0-1 0,-1 1 1,0 0-1,0 0 0,-1 1 0,0-1 1,0 1-1,-13-14 0,10 14-63,0 0 0,-1 1-1,0 0 1,0 0 0,0 1 0,-1 0-1,0 1 1,-1 0 0,1 0-1,-1 1 1,0 1 0,0 0 0,0 0-1,0 1 1,0 0 0,-1 1 0,-18 1-1,27 0-133,0 0-1,0 1 1,0-1-1,0 1 1,0 0-1,0-1 1,0 1-1,1 1 1,-1-1-1,0 0 1,1 1-1,-1 0 1,1-1-1,-1 1 1,1 0-1,0 0 0,0 0 1,0 1-1,0-1 1,0 0-1,0 1 1,0-1-1,1 1 1,-3 5-1,1 0-667,0 1-1,1-1 0,0 1 1,0-1-1,1 1 0,0 0 1,0 13-1,1-18 276,0 1 0,0-1 0,0 1 0,1-1 1,-1 0-1,1 1 0,1-1 0,0 4 0,1-2-299,1-1 0,-1 0 1,1 0-1,0 0 0,7 6 0,-9-8 412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8:39.3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334 115 8228,'0'0'8846,"-29"-20"-7869,29 20-977,-123-79 755,120 77-711,0 0 1,0 0 0,-1 0-1,1 1 1,-1-1-1,1 1 1,-1 0-1,0 0 1,1 0-1,-1 1 1,0-1-1,0 1 1,1 0 0,-6 1-1,7-1 6,-1 1 1,1 0-1,0 0 0,0 0 1,0 1-1,0-1 0,0 0 1,0 1-1,0 0 0,0-1 0,1 1 1,-4 3-1,2-2 23,0 2-46,0 0 0,0 0-1,0 0 1,0 1 0,1-1-1,0 0 1,0 1 0,0 0-1,1-1 1,0 1 0,0 0-1,0 0 1,1 0 0,0 0-1,0-1 1,0 1 0,3 12-1,-2-16-26,-1 0-1,1 0 1,0 0-1,0 0 0,0 0 1,1 0-1,-1 0 1,0-1-1,1 1 0,-1 0 1,1-1-1,-1 1 1,1-1-1,0 1 0,0-1 1,0 0-1,0 0 1,0 0-1,0 0 0,0 0 1,0 0-1,0 0 0,0-1 1,5 1-1,5 2-3,1-1 0,-1-1 0,14 1 0,-23-2 3,16 1 17,27-1 124,-43 0-123,0 0 1,0-1 0,0 1-1,0-1 1,0 0-1,-1 0 1,1 0 0,0 0-1,-1-1 1,1 1-1,0-1 1,3-2 805,-6 6-721,5 249-110,-5-241 7,1 58 140,-3-1 0,-16 96 0,14-143-98,-26 119 370,22-109-333,-1-1 0,-19 43 0,26-70-63,1 1 0,0 0 0,-1 0 1,0-1-1,0 1 0,1-1 0,-1 1 1,-1-1-1,1 0 0,0 0 1,-1 0-1,1 0 0,-1 0 0,1-1 1,-1 1-1,0-1 0,0 1 0,1-1 1,-1 0-1,0 0 0,0-1 1,0 1-1,0 0 0,-1-1 0,1 0 1,0 0-1,0 0 0,0 0 0,0 0 1,0-1-1,0 1 0,0-1 1,0 0-1,0 0 0,0 0 0,0 0 1,0 0-1,1-1 0,-5-2 0,1-1 5,0 1-1,0-1 0,1 0 0,0-1 0,0 0 0,0 1 0,1-1 0,0-1 0,0 1 0,0-1 0,1 1 0,0-1 0,0 0 0,1 0 0,-3-11 0,1-5-79,0 0 1,2 0 0,0-45-1,3 54-155,0 0-1,1 1 0,0-1 1,1 0-1,0 1 0,2-1 1,9-23-1,-2 15-727,0 0 1,2 1-1,25-30 0,24-19-4299,4 8-2914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8:39.6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8452,'0'0'10114,"21"10"-9324,-1-1-621,-1 1 1,26 18 0,-42-25-135,0 0 0,-1-1 0,0 1 0,1 0 1,-1 0-1,0 0 0,0 0 0,-1 1 0,1-1 0,-1 0 0,0 1 0,1-1 0,-2 1 0,1 0 0,0-1 0,-1 1 1,1 0-1,-1-1 0,0 1 0,0 0 0,-1-1 0,0 6 0,0 8 105,1-1-17,1-6-75,-1 0 1,0 0-1,-1 0 0,0 0 0,0-1 1,-1 1-1,0 0 0,-1 0 1,-7 16-1,11-26-36,-1 0 1,0 0 0,0 0-1,0 1 1,0-1 0,0 0-1,0 0 1,0 0-1,0 0 1,0 0 0,-1 1-1,1-1 1,0 0 0,0 0-1,0 0 1,0 0-1,0 0 1,0 1 0,0-1-1,0 0 1,0 0 0,0 0-1,0 0 1,-1 0-1,1 0 1,0 0 0,0 1-1,0-1 1,0 0 0,0 0-1,0 0 1,-1 0-1,1 0 1,0 0 0,0 0-1,0 0 1,0 0 0,-1 0-1,1 0 1,0 0-1,0 0 1,0 0 0,0 0-1,0 0 1,-1 0 0,1 0-1,0 0 1,0 0-1,0 0 1,0 0 0,0 0-1,-1 0 1,1 0 0,0 0-1,0 0 1,0-1-1,0 1 1,-2-13 462,5-19-52,-1 26-409,1 0 0,0 0 0,0 1 1,1-1-1,0 1 0,0 0 0,0 0 0,0 0 1,1 0-1,0 1 0,0 0 0,0 0 0,0 0 1,7-2-1,3-3 7,0 1-1,1 1 1,34-11 0,-40 15-15,1 0-1,-1 1 1,1 0-1,0 0 1,0 2-1,0-1 1,0 1-1,13 2 1,-21-1-35,1-1 0,-1 1 0,1 0 0,-1 0 0,1 1 0,-1-1 0,0 1 0,0-1 0,1 1-1,-1 0 1,0 0 0,-1 1 0,1-1 0,0 0 0,-1 1 0,1 0 0,-1 0 0,0-1 0,0 1 0,0 1 0,0-1 0,0 0 0,-1 0 0,0 1 0,1-1 0,-1 0 0,0 6 0,1 2-339,0 1 1,-1 0-1,0 0 0,-1-1 1,-1 1-1,0 0 0,0 0 0,-1 0 1,-1-1-1,0 1 0,0-1 1,-8 17-1,-2-2-928,-1-1 1,-1 0-1,-1-1 0,-20 23 1,-48 52-4137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8:40.0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 1 8884,'0'0'8764,"13"1"-8612,-5 0-133,-3-1-13,1 0-1,-1 1 0,0 0 0,0 0 0,6 2 1,-9-3-4,-1 1 1,1-1-1,-1 1 0,1 0 1,-1 0-1,1 0 1,-1 0-1,0 0 1,1 0-1,-1 0 1,0 0-1,0 1 1,0-1-1,0 0 0,0 1 1,0-1-1,0 1 1,0-1-1,0 1 1,-1-1-1,1 1 1,-1 0-1,1 2 1,5 52 127,-6-52-100,0 1 0,0-1 0,0 0 0,0 0 0,-1 0 0,0 1 0,0-1 0,0 0 0,0 0 0,-1 0 0,-3 5 0,1-4 42,-1 0 0,0-1 0,-1 1 0,1-2-1,-1 1 1,1 0 0,-1-1 0,0 0 0,-12 4-1,-45 12 2747,58-17-367,173-14-1642,-117 6-1820,-1 2 0,99 5-1,-145 0 501,-1-1 0,0 1 0,1 0 1,-1 0-1,0 0 0,1 0 0,3 3 0,25 19-6455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8:42.3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361 92 480,'0'0'9682,"-24"0"-8140,-48 0-526,26 0 2725,203 1-2957,217 2 371,1400 8 4677,-1775-11-5811,0-1-1,0 1 0,0 0 0,0 0 0,0-1 0,0 1 0,0 0 0,0-1 1,0 1-1,0-1 0,0 1 0,0-1 0,0-1 0,-8-3-37,-10 0-187,0 1 0,-1 1 0,1 1 0,-1 0 0,1 1 0,-26 3 0,6-2-252,-174 1-1772,-483-17-1421,526 0 3592,-594-32 183,549 54 225,175-2-28,1 1-1,-1 3 0,-44 13 1,76-19-229,-15 8 202,22-10-280,1 1 0,-1-1 0,0 1 0,1-1 0,-1 1 0,1-1 0,-1 1 0,1 0 0,-1-1 0,1 1 0,-1 0 0,1-1 0,0 1 0,-1 0 0,1 0 0,0-1 0,0 1 0,-1 0 0,1 0 0,0 0 0,0-1 0,0 1 0,0 0 0,0 0 0,0 0 0,0 1-1,1-2-7,-1 1-1,0-1 0,0 1 0,0-1 1,0 1-1,1-1 0,-1 1 0,0-1 0,1 1 1,-1-1-1,0 1 0,1-1 0,-1 0 0,0 1 1,1-1-1,-1 0 0,1 1 0,-1-1 1,1 0-1,-1 1 0,1-1 0,-1 0 0,1 0 1,-1 1-1,1-1 0,0 0 0,19 5 201,0-1-1,0-1 1,0-1-1,33 0 1,-46-2-160,992-12 2620,-678 2-2196,403-22 265,-715 31-731,132-15 108,-135 15-42,15-5-74,-21 5 65,1 1-1,0-1 1,-1 0-1,1 1 1,0-1-1,-1 0 1,1 1-1,-1-1 1,0 0-1,1 0 1,-1 0-1,0 0 1,1 1-1,-1-1 1,0 0-1,0 0 1,0 0 0,1 0-1,-1 0 1,0 0-1,-1-1 1,1 2-50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8:46.2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2316 5122,'0'0'5512,"-4"2"-4562,-6 5 17,18-5 354,30-5-7,-19-1-1103,0-1 1,1 0-1,-2-1 1,1-2 0,-1 0-1,0 0 1,-1-2-1,0 0 1,25-20 0,-24 16-95,0-2 0,-1-1 0,-1 0 0,-1-1 0,0 0 0,-1-1 0,20-38 0,-15 16-22,-3 0 1,-1-1 0,-2 0-1,-1-1 1,7-60-1,8-223 65,-26 324-160,12-724 96,-13 672-65,-2 0-1,-2 0 1,-4 0-1,-23-93 0,-22-6 546,5 14 228,47 136-802,1 0 28,-1 0 0,0 0-1,0 0 1,-1 0 0,1 0-1,-4-4 1,5 6-27,0 1 0,-1 0 0,1-1-1,-1 1 1,1-1 0,-1 1 0,0 0 0,1 0-1,-1-1 1,1 1 0,-1 0 0,1 0 0,-1 0-1,0-1 1,1 1 0,-1 0 0,0 0 0,1 0-1,-1 0 1,0 0 0,1 0 0,-1 0 0,1 1-1,-1-1 1,0 0 0,1 0 0,-1 0 0,1 1-1,-1-1 1,1 0 0,-1 1 0,0-1 0,1 0-1,-1 1 1,1-1 0,0 1 0,-1-1 0,1 0-1,-1 1 1,1-1 0,-1 2 0,-11 11-47,1 1 0,-12 19 0,3-4 43,-213 319 155,226-338 31,11-22 124,6-9-170,2 0 0,0 1 0,23-28 1,-13 17-110,-13 19-20,38-55 106,85-92 1,-131 157-107,0 1 0,0-1 0,1 1 0,-1 0 0,0 0 0,1-1 1,-1 1-1,1 0 0,-1 0 0,1 1 0,0-1 0,-1 0 1,3 0-1,-3 1-12,0 0-1,0 1 1,0 0 0,0-1 0,0 1 0,0-1 0,0 1 0,0 0 0,0 0 0,0-1 0,0 1 0,0 0-1,-1 0 1,1 0 0,0 0 0,-1 0 0,1 0 0,-1 0 0,1 0 0,-1 0 0,1 2 0,13 21 2,1-1 1,1-1 0,1-1 0,1 0 0,1-1-1,0 0 1,2-2 0,0-1 0,32 21 0,21 10-248,52 38-2266,-105-69-25,32 32 0,-15-4-4623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9:44.1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733 1 6307,'0'0'7046,"-26"1"-5944,7 0-928,0 1 1,0 1 0,-36 10 0,47-10-129,1 0 1,0 1 0,0 1 0,0-1 0,0 1-1,1 0 1,0 1 0,0-1 0,0 1 0,-8 12 0,-32 40 505,2 3 1,-54 100-1,-47 149 416,108-218-742,4 1 0,5 2 0,3 0 0,5 2 0,4 1 0,-4 118 0,19-178-153,2 0 0,7 51 0,-4-67-37,0-1-1,2 1 1,1-1-1,0-1 1,16 29-1,-9-22 24,2-1 1,1-1-1,1-1 0,1 0 1,1-1-1,44 38 1,-30-34 2,1-2 1,1-1 0,1-2 0,52 23 0,-16-15-21,2-3 0,0-4-1,2-3 1,148 18 0,160-16 107,-384-22-143,-1 0 0,1 0 0,0 0 0,0 0 0,0 0 0,0 0 0,-1-1 0,1 1 0,0 0 0,0 0 0,0-1 0,-1 1 0,1 0 0,0-1 0,-1 1 0,1-1 0,0 1 0,-1-1 0,1 1 0,0-1 0,-1 1 0,1-1 0,-1 0 0,2-1 0,-2 1 5,1-1 0,-1 0 0,1 1 0,-1-1 0,0 1 0,0-1 0,0 0 0,0 1 0,0-1 0,0 0 0,0-3 0,-2-2 1,0-1 1,-1 0 0,0 1-1,-4-10 1,-4-2-36,0 1 0,-21-25-1,18 25 25,-23-38 0,33 49-10,1 0 1,0-1-1,0 1 0,0-1 0,1 0 1,1 1-1,-1-1 0,1 0 1,0-12-1,1 19-98,9 45 85,-2-1 1,-1 1-1,-3 0 0,-1 0 0,-7 67 0,2-89 55,-1 0 0,0 0-1,-2-1 1,-1 0-1,0 0 1,-2-1-1,0 0 1,-21 32-1,10-20-948,-2-2 0,-1-1 0,-2-1 0,-39 36 0,-11-1-5916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6:09.0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 5619,'0'0'10991,"1"-5"-10078,1-12-185,-1 31-224,1 24-325,32 237 1602,-9-88-1085,1 196-1,-26-376 449,2 16-5935,-2-23 4566,0 1 0,0-1 0,1 1 0,-1-1 0,0 0 0,1 1 0,-1-1 0,0 0 0,1 1 0,-1-1 0,1 0 0,-1 0 0,0 1 0,1-1 0,-1 0 0,1 0 0,-1 0 0,1 0 0,-1 1 0,1-1 0,-1 0 0,1 0 0,-1 0 0,1 0 0,-1 0 0,1 0 0,-1 0 0,0 0 0,1 0 0,-1-1 0,1 1 0,-1 0 0,1 0 0,-1 0 0,1-1 0,-1 1 0,1 0 0,-1 0 0,0-1 0,1 1 0,-1 0 0,0-1 0,1 1 0,19-16-5309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6:09.5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52 144 4370,'0'0'10431,"0"-20"-8846,0-58-267,0 58 891,0-5-40,-1 43-2202,-1 1 0,-1 0 0,-6 25 0,-3 10 48,0 38 122,0 117 1,15 94 74,-3-296-214,1 37-174,9 48-1,3-37-4496,-7-39 466,-3-6-1094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6:09.9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39 5122,'0'0'9722,"-7"-7"-8279,-22-20-503,28 23-438,8 3-386,9 5-73,6 7 143,-1 1 0,-1 1 0,0 0 0,24 22 0,-11-9 66,397 321 1183,-410-330-1335,5 5-1126,49 32-1,-65-49 77,0 0 0,0 0 0,0-1 0,1 0 0,0-1 0,0 0 0,0 0 0,0-1 0,0 0 0,11 0 0,25-2-4495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6:10.3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773 14 7571,'0'0'10539,"-12"-5"-9840,9 4-668,-1-1 1,0 1-1,1 0 1,-1 0 0,0 0-1,0 0 1,0 1 0,0 0-1,1 0 1,-7 0-1,6 1-9,1 0 0,-1 1 0,1-1 0,0 1 0,0 0 0,-1 0 0,1 0 0,0 0 0,1 1 0,-1-1 0,0 1 0,1 0 0,-1 0 0,1-1 0,-3 6 0,-47 60 358,-3-2 0,-3-4 1,-127 108-1,108-110-1759,-124 73-1,176-119-3740,15-9-4156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6:12.8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 41 1281,'0'0'7080,"-12"-3"-5596,-4-2-957,7 2-14,0 0 0,0 0 0,-18-1 0,85 6 3641,49-11-3634,-18 2-239,-69 4-231,-15 1 64,-14 1 52,-88 1 907,97 10-929,0 439-240,0-448-130,0 1-1,1-1 1,-1 0-1,0 0 1,0 0-1,1-1 1,-1 1-1,1 0 1,-1 0 0,1 0-1,-1 0 1,1 0-1,-1 0 1,1-1-1,0 1 1,0 0 0,-1 0-1,1-1 1,0 1-1,0 0 1,0-1-1,0 1 1,-1-1-1,1 0 1,0 1 0,0-1-1,0 1 1,0-1-1,0 0 1,0 0-1,0 0 1,0 0 0,0 0-1,1 0 1,-1 0-1,1 0 1,-2 0 200,26 3-4974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6:13.3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182 1 4594,'0'0'9026,"-21"8"-8159,10-4-762,0 0-21,1 0 0,-1 1 0,1 0-1,-12 8 1,18-10-36,-1 1 0,0 0-1,1 0 1,0 0 0,0 1 0,0-1-1,1 1 1,-1 0 0,1 0-1,0 1 1,1-1 0,-1 0-1,-1 8 1,-5 16 224,2 0 1,2 1-1,-4 39 0,5 93 387,4-149-630,1 0 0,0 0 0,0 0 0,1 0 0,1 0 0,0-1 0,7 16 0,-6-20-30,0 1-1,0-2 1,1 1 0,0 0-1,1-1 1,-1 0 0,2 0-1,-1-1 1,1 0-1,-1 0 1,11 7 0,-4-5-308,0 0 0,1-1 0,0-1 0,0 0 0,0-1 0,16 4 1,-8-4-2444,37 4 1,-20-7-2425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6:13.7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7171,'0'0'7278,"-1"14"-6736,4 159 1548,0-38-285,-3-120-223,1-35-734,2 1-831,1 1 0,0 0-1,2 0 1,0 0 0,0 0-1,2 1 1,0 0 0,1 1 0,1 0-1,0 0 1,25-27 0,-32 39-23,1 1 1,0-1-1,0 0 1,0 1-1,1 0 1,-1 0-1,1 0 1,0 1-1,0-1 1,-1 1-1,2 0 1,-1 1 0,0-1-1,0 1 1,0 0-1,1 0 1,-1 1-1,1-1 1,-1 1-1,0 1 1,7 0-1,-10-1-3,1 1 0,-1 0 0,1 0 0,-1 0-1,1 0 1,-1 0 0,0 0 0,0 1 0,1-1 0,-1 1-1,0 0 1,-1-1 0,1 1 0,0 0 0,0 0-1,-1 0 1,1 1 0,2 3 0,1 5-24,0 0 0,7 21 0,-10-24 26,8 23-23,-3 0-1,0 1 1,4 63-1,-9 100-4201,-3-111-2147,1-53 78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6:14.0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0 7860,'0'0'7475,"113"183"-6370,-103-86-161,-10 6-160,0 0-335,0-9 63,-13-14-432,-14-15 32,1-12-112,-1-13-48,3-11-1377,5-12-2289,16-7-2336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6:14.4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32 7571,'0'0'11206,"18"-19"-11078,17 14-80,8 0-48,0 3-208,-1 2-1409,-7 0-1168,-11 0-2482,-10 0-1920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6:14.8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6499,'0'0'10837,"2"0"-10453,31 0-16,9 0-144,6 0-176,9 0-48,4 0-1024,6 0-2194,-3 0-3040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6:15.2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508 102 3586,'0'0'7528,"-25"-17"-6508,-84-50-351,103 64-609,1 0 0,-1 1-1,0 0 1,0 0 0,0 1-1,0-1 1,0 1 0,0 0-1,0 1 1,-9 0-1,0 0 100,0 1-1,0 1 1,0 1-1,0 0 0,0 0 1,1 2-1,0 0 1,0 0-1,0 2 0,-14 8 1,18-10-118,1 1 0,1 0 0,-1 1 0,1 0 1,0 0-1,0 1 0,1 0 0,0 0 0,1 1 1,0 0-1,0 0 0,1 0 0,0 1 0,1 0 0,-5 12 1,6-12-41,1 1 0,0 0 0,0 0 0,1 0 0,0 0 0,2 19 0,-1-23-3,1-1 1,1 0-1,-1 1 1,1-1 0,0 0-1,0 0 1,1 0-1,0-1 1,0 1-1,0 0 1,0-1-1,1 0 1,5 6-1,1-2 6,0-1 0,0 1 1,1-1-1,0-1 0,0 0 0,1-1 0,0 0 0,0-1 0,1 0 0,-1-1 0,1 0 1,21 3-1,8-1 19,0-2 0,71-2 0,-104-2-15,0-1 0,0 0 1,1 0-1,-1-1 0,0 0 1,0 0-1,16-8 0,-21 8 4,1 0 1,-1-1-1,0 1 0,0-1 0,-1 0 1,1 0-1,-1-1 0,1 1 1,-1-1-1,0 0 0,0 0 0,-1 0 1,1 0-1,-1 0 0,0-1 0,4-8 1,0-12 370,-2 0 0,0-1 1,-1 0-1,-2 0 0,-2-39 0,1 24 2163,0 45-2570,-6 89-44,3-62 50,1 0 1,4 60 0,-2-87-98,1-1 1,1 1-1,-1 0 1,0-1-1,1 1 1,0-1 0,0 0-1,0 1 1,0-1-1,1 0 1,-1 0-1,1 0 1,0-1-1,-1 1 1,1-1 0,0 1-1,1-1 1,-1 0-1,0 0 1,1 0-1,-1-1 1,8 3 0,5 2-1097,1-1 1,0-1 0,31 4 0,29-2-4329,8-6-2219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6:16.0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53 5010,'0'0'8946,"9"-4"-8602,9-3-120,1 0 1,0 2-1,0 0 1,0 1-1,0 1 1,25 0-1,14-3 199,67-3-43,-124 9-638,-9 1-2138,-3 0 1740,1 1 1,0 1-1,-18 6 0,-16 4-1185,38-5 8469,4 14-6924,1-14 749,-5 86 150,5 104 0,3-83-635,-3-89-37,0 27-1089,1-50 681,0 0 0,0 1 0,1-1 0,0 0 0,-1 0 0,1 0 0,0 0 0,1 0 0,-1 0 0,0 0 0,1-1 0,2 5 0,16 9-5720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6:16.3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193 27 7091,'0'0'10064,"-6"-8"-9643,5 7-415,0 0-1,0-1 1,1 1-1,-1 0 1,0 0 0,0 0-1,0 0 1,-1 0-1,1 0 1,0 0-1,0 0 1,-1 0 0,1 0-1,0 0 1,-1 1-1,1-1 1,0 1-1,-1-1 1,1 1 0,-2-1-1,2 1 0,0 1-1,0-1 1,0 1-1,1-1 1,-1 0-1,0 1 0,1 0 1,-1-1-1,1 1 1,-1-1-1,0 1 1,1 0-1,-1-1 1,1 1-1,0 0 1,-1 1-1,-11 27 142,-23 96 587,5 1-1,-23 220 1,33 145 6,21-458-738,0 1 0,2-1 0,2 1 1,8 32-1,-8-48 0,1 0 1,1 1-1,1-2 1,0 1-1,1-1 0,1-1 1,0 0-1,19 21 1,-14-20-125,1-2 1,0 0 0,1-1-1,1 0 1,0-2-1,1 0 1,0-1-1,1-1 1,36 13 0,-31-15-860,0 0 1,0-2 0,1-1-1,38 2 1,-18-7-4024,-16-6-2281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6:16.7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7972,'0'0'5338,"4"22"-4009,15 73-297,-15-72-349,-1 0-1,-1 0 1,-2 39-1,0-26 678,0-36-1109,1-49 976,-1 41-1222,-1-1 1,2 1 0,-1 0 0,1-1-1,0 1 1,1 0 0,4-15-1,-2 15-9,0 0 0,0 0 0,1 1 0,0-1 0,1 1 0,-1 0 0,1 0 0,1 1 0,-1 0 0,1 0 0,0 0 0,1 1 0,-1 0 0,1 1 0,0-1 0,0 1 0,0 1 0,1 0 0,-1 0 0,1 1 0,0 0 0,0 0 0,0 1 0,0 0 0,14 0 0,-19 2-6,0 0-1,0 0 0,0 0 1,0 0-1,0 1 0,0 0 1,-1 0-1,1 0 1,-1 0-1,1 0 0,-1 1 1,0-1-1,1 1 0,-1 0 1,-1 0-1,6 7 0,1 2-47,0 1-1,-1 1 0,9 18 0,-10-17-714,-1 1 0,0 0 0,-1 0 0,-1 0 0,-1 0 0,0 1 0,-1 0-1,0 17 1,-2 30-5301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6:17.1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68 7523,'0'0'11942,"198"-32"-11366,-123 25-288,0 0-48,-5 0-240,-12-1-32,-12 1-368,-17 7-1553,-18 0-2129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6:17.5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1 6947,'0'0'7225,"-2"27"-5841,-9 89-300,7 60 1531,5-108-2136,-1-68-281,2-1-22,29-24 18,-17 14-205,0 1-1,28-17 1,-26 20 2,0 0 1,0 1-1,1 0 1,0 2-1,0 0 1,0 1 0,1 0-1,-1 2 1,1 0-1,27 2 1,-42 0 1,1-1 1,-1 1 0,0 0 0,1 0 0,-1 0-1,0 0 1,0 0 0,0 1 0,0-1 0,0 1-1,0 0 1,0 0 0,-1 0 0,1 0 0,-1 0 0,1 1-1,-1-1 1,0 1 0,0 0 0,0 0 0,0-1-1,-1 1 1,1 0 0,-1 1 0,1-1 0,-1 0-1,0 0 1,1 5 0,1 7-15,-1 0 0,0 0 0,-1 0-1,-2 30 1,1-42 18,0-1 1,0 1-1,-1-1 0,1 1 0,-1 0 1,0-1-1,0 0 0,0 1 0,0-1 1,0 1-1,0-1 0,-1 0 0,1 0 1,-1 0-1,0 0 0,-2 2 0,1-1 8,-1 0 0,0 0 0,0 0 0,0-1 0,0 0 0,0 0 1,0 0-1,-7 2 0,-4-1 22,0 0 0,0 0 0,-1-2 0,-23 1-1,18-2-33,12 1-13,-1-1 0,1 0 0,-18-3 0,25 2-101,0 1 0,-1-1-1,1 0 1,0 0 0,0 0-1,-1 0 1,1 0 0,0 0 0,0-1-1,0 1 1,1-1 0,-1 1-1,0-1 1,0 0 0,1 0-1,-1 1 1,1-1 0,0 0 0,-2-4-1,-8-26-3399,7-7-2031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6:17.8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1 9957,'0'0'4252,"21"24"-2358,7 6-1356,6 6 170,-2 1 1,34 51-1,-49-61-474,-2 1 0,-1 0 0,-1 1 0,-2 0 0,-1 1 0,-1 0 0,-1 0 0,4 37 1,-4 16 463,-2 155 0,-9-163-630,-4 0 0,-2-1 0,-4 0 0,-3-1 0,-27 75 0,35-124-159,-2-1 0,0 0 0,-1-1 0,-27 40 0,29-50-521,0-1 0,-1 0 0,-19 16 0,20-20-478,0 0-1,0-1 0,-1 0 0,0 0 1,-14 5-1,-35 6-9612,54-16 9569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6:18.2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70 5635,'0'0'10484,"144"-12"-9651,-71 7-369,-4-4-272,-2-4-160,-14 4-64,-13 2-1521,-15-1-1504,-23 1-2690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6:18.5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8 6339,'0'0'9351,"0"0"-9323,0 0-1,0-1 1,0 1 0,0 0 0,0-1 0,0 1-1,-1 0 1,1-1 0,0 1 0,0 0 0,0 0-1,0-1 1,0 1 0,0 0 0,0 0 0,-1-1-1,1 1 1,0 0 0,0 0 0,0-1 0,-1 1-1,1 0 1,0 0 0,0 0 0,-1-1 0,1 1-1,0 0 1,0 0 0,-1 0 0,1 0 0,-2 5 58,1 1 1,1-1-1,-1 1 1,1 0-1,0-1 1,0 7-1,1 0 149,-1 377 966,0-360-2249,7 54 1,-5-73 40,0 0-1,0 1 1,1-1 0,1 0 0,0-1-1,0 1 1,1-1 0,8 14 0,15 7-5818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6:18.9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1 7491,'0'0'11256,"-6"2"-10946,4-1-290,-1 1 0,0 0 0,1 0 0,-1 0 1,1 0-1,0 0 0,-1 1 0,1-1 0,0 1 1,0-1-1,1 1 0,-1 0 0,0-1 0,1 1 0,0 0 1,0 0-1,0 0 0,0 1 0,0-1 0,0 6 1,-3 15 310,-2 44 0,4-38-158,-3 213 9,5-180-1413,2-27-6756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6:19.3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1 188 6627,'0'0'2641,"48"-137"-720,-11 111-624,6 9-721,5 10-80,0 7-432,3 0-64,-3 5-112,-10 23-1841,-14 6-1776,-16 7-1010</inkml:trace>
  <inkml:trace contextRef="#ctx0" brushRef="#br0" timeOffset="1">9 492 5170,'0'0'11077,"88"-10"-10564,-37 5-433,5-2-80,8-3-1441,0-4-3153,3-8-4066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6:19.6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215 1 3330,'0'0'8483,"-24"4"-6490,3-1-1528,0 2-1,-34 11 0,52-15-395,0 0-1,1 1 1,-1-1-1,1 1 1,-1 0-1,1 0 1,0 0-1,0 0 1,0 0 0,0 0-1,0 1 1,0-1-1,0 0 1,1 1-1,-3 5 1,2-1 113,-1 0 1,1 1-1,1-1 1,-2 11-1,1-1 170,-16 88 584,5 0 1,1 146-1,11-237-922,1 1-1,1 0 1,1 0-1,0-1 1,8 27-1,-8-35-37,0-1 0,1 1-1,0-1 1,0 0 0,0 0-1,1 0 1,0 0-1,0 0 1,0-1 0,1 0-1,-1 1 1,1-2-1,0 1 1,0-1 0,0 1-1,9 3 1,-4-3-405,0 0 1,1-1-1,-1 0 0,1 0 1,0-1-1,19 1 1,34-2-4517,-63-1 4793,46 0-6088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6:20.0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7796,'0'0'7438,"7"22"-6371,0 1-800,2 2 83,-2 0 0,-1 1 0,5 46 0,-7 87 1362,-4-119-1308,-3-20-180,3-19-215,0-1 1,0 0-1,0 0 1,0 1-1,0-1 1,0 0-1,0 1 1,0-1 0,0 0-1,0 1 1,0-1-1,0 0 1,0 1-1,0-1 1,0 0-1,0 0 1,-1 1 0,1-1-1,0 0 1,0 0-1,0 1 1,-1-1-1,1 0 1,0 0-1,0 1 1,0-1-1,-1 0 1,1 0 0,0 0-1,0 0 1,-1 1-1,1-1 1,0 0-1,-1 0 1,1 0-1,0 0 1,-1 0-1,1 0 1,0 0 0,0 0-1,-1 0 1,1 0-1,0 0 1,-1 0-1,1 0 1,0 0-1,-1 0 1,1 0 0,0 0-1,-1 0 1,1-1-1,-3-7 327,3-9-296,0 1 0,1 0 0,0 0 0,1 1-1,1-1 1,1 0 0,0 1 0,1-1 0,13-28 0,-14 37-44,0-1 1,0 1 0,0 0 0,1 1 0,0-1-1,0 1 1,1 0 0,0 0 0,0 0 0,0 1 0,1 0-1,0 0 1,0 1 0,0 0 0,0 0 0,1 1-1,-1 0 1,1 0 0,0 0 0,0 1 0,15-2-1,-11 3-11,-1 1-1,1 0 1,16 1-1,-23 0 7,0 0 1,0 1-1,0-1 0,-1 1 0,1 0 0,0 0 0,-1 0 0,1 0 0,-1 1 0,6 4 0,1 2-72,-1 1 0,0 0-1,-1 0 1,0 1-1,-1 0 1,0 1 0,-1 0-1,0 0 1,-1 0-1,5 15 1,-4-9-632,-1 2-1,-1-1 1,-1 0 0,-1 1 0,-1 0 0,1 28-1,-2 8-7649,6-36 1594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6:20.4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227 0 8196,'0'0'3425,"46"147"-815,-27-70-498,2 10-207,-8 14-608,-10 5-673,-3 2-128,-3 0-464,-37-7-32,-19 3-1392,-34-10-3923,-41-17-7250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03:04.2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3387 2054 1297,'0'0'5314,"33"2"-2638,367-13-603,-28-4-1846,-219 5 156,131-4 269,317 1-178,-169 2-433,-91 2-19,118-2 25,-405 11-45,1058 7 316,-212-30 555,-561 4-430,274-20 23,547-111 1255,-143-58-294,-913 184-1408,-2-5 0,159-65-1,-257 92-10,362-172 761,-283 130-547,-2-5 0,94-72 1,-160 109-157,0-1-1,-1 0 1,-1-1 0,0 0-1,-1-1 1,17-27 0,-22 29-28,0 0 1,-1-1 0,-1 0-1,0 0 1,-1 0-1,0 0 1,-1-1-1,-1 0 1,1-15 0,-2-111 34,-2 80-29,1 56-43,0 1 1,-1 0-1,0-1 1,0 1-1,-1 0 1,1 0-1,-1 0 1,0 0-1,0 0 1,0 0-1,0 0 0,-1 1 1,1-1-1,-1 1 1,0-1-1,0 1 1,0 0-1,-1 0 1,1 1-1,-1-1 1,-4-2-1,-11-6 3,0 1 1,0 1-1,-24-7 1,21 7-4,-47-17-1,-1 2 0,-1 3 0,0 3 0,-2 4 0,-97-8 0,-370-35 74,107 6-18,209 44-65,61 3-14,-106 2 20,144 3 30,-459 9 8,173-27 10,172-12-95,174 25 29,-91 4 1,61 2 21,-1110 0 52,920 9-44,0 0-7,-103 7-64,16 18 85,187-20-16,-458 12 37,614-27-43,-176 7-17,-59 0-13,-840-6-235,826-9 241,65 0 8,-202-17 58,138 16-125,204 9 63,-120 13-43,49-2 46,-148 16 78,109-7-68,-387 64 33,480-70-14,-25 1 7,69-12-26,1 3-1,-55 15 0,-137 42-94,203-53 90,1 0 1,0 3-1,0 0 1,-54 35-1,4-4 13,34-19-1,-50 33-1,82-46-2,0 0-1,0 1 1,2 0-1,0 1 1,0 1 0,-12 18-1,9-9 6,-8 11-25,-22 42 0,40-65 16,2 1 1,0 0-1,0 1 1,2-1-1,-1 1 1,-3 30-1,2 161 20,6-151-15,1-48-1,0 0 0,0 0 0,0 0 0,1 0-1,0 0 1,0-1 0,1 1 0,0-1 0,0 1-1,0-1 1,1 0 0,5 7 0,9 8 0,35 35 0,-45-47 2,20 19 11,1-1 0,2-2 0,1-1 0,0-1 0,2-2 0,0-1 0,1-2 0,2-1 0,39 12 0,576 124 39,-310-120-41,-50-9-4,-35-8 37,-173-14-44,133 19-1,-149-11 17,87 2 0,69-11 58,-111-2-52,-32 1-18,862-26-30,-508 4 64,-234 14-24,54-8 0,101-3 8,-292 18-21,700-25-17,-406 19 27,15-1 67,136-9 87,-307 9-54,1 0-95,465-9 31,-76-14 0,-91 16 75,-274 12-135,221-16-36,-334 4 54,331-32 23,-133 18-21,-64 5 6,-141 15 13,0-6 0,-1-3 0,-1-6 0,124-44 0,-90 22-90,-66 24 88,-1-4-1,128-64 0,-93 25 36,-56 32-38,0 3 0,87-36 0,-95 50-21,-19 9 18,0-2 0,-1-1 0,23-14 0,-39 20 2,-1-1 0,0 0 0,0 0 0,0-1 0,-1 0 0,0 1 1,8-13-1,25-52 67,-1 5-78,-2 18 18,-21 30-27,19-32 0,-29 42 23,0 0 0,-1 0 0,0 0 0,-1 0 0,0-1 0,0 1 1,0-1-1,0-12 0,0-3 66,0-7 28,-1 0 0,-3-31 0,0 56-87,1-1 0,-1 1 0,0-1-1,0 1 1,-1 0 0,1 0 0,-1 0 0,0 0 0,0 0-1,-1 1 1,0-1 0,-6-5 0,-7-7 34,-30-21 1,45 36-62,-34-22 39,-61-32 0,67 40-34,-10-4-11,-1 2 0,0 2 1,-68-18-1,-134-16-19,137 30 24,-25-7 27,-198-33-6,-167 29-121,417 28 93,-40-1 2,-400-26-11,10 1 77,-3 28-66,238 2-70,-98 25 33,76-1 20,-511-19-206,480-7 19,-57 23 105,1 28 64,-33-18-109,-4-31-252,197-3 470,-203-15-69,275 7-70,-165 9-1,227 8 77,-123 24 0,53-5-7,-127 6-19,28-4 74,-282 40-38,207-51-76,79-8 8,-35-1 86,128-6-25,24-2-4,-34 1 7,130 1-26,0 2 1,-45 11-1,17 0 12,0-3 0,-85 4 1,-17-4 7,131-7 0,1 2 0,-50 15 0,-148 38-64,173-45 25,-108 32-9,130-35 44,15-4-12,0 2 0,1 1 0,1 1 0,0 1 0,0 1 0,1 1 1,-40 34-1,38-26-1,1 2 1,1 1 0,1 1-1,2 1 1,-33 55 0,26-35 5,-40 76-17,60-108 20,2 0 0,0 0 0,1 1 0,1 0 0,0 0 0,-1 19 0,0 23 3,0 2-8,3 112 0,3-168 6,0 1-1,0-1 1,1 0 0,-1 0-1,2 1 1,-1-1-1,0 0 1,1 0-1,0-1 1,0 1 0,0-1-1,1 1 1,5 5-1,7 5-2,36 27-1,-43-36 5,300 206 77,-280-195-78,0-2-1,1 0 1,1-3 0,0 0-1,43 9 1,167 23 19,-122-25-25,241 19 3,2-28-20,-305-10 20,249 8 12,92 1 5,1525-9 17,-1462-21 8,-1-26 33,-188 17-92,254-31 10,274 1-13,-482 40 104,11-1-96,316-27 5,265-30 2,-716 65 42,-91 1 5,155-39 0,-55 8-98,-149 33 46,254-55 12,-211 39 8,135-17-1,-195 40-5,49 1 0,-29 2 3,478-2 555,-275 3-329,-162 7-250,-26-1 36,258-2 1,-241-5-16,-60-3 9,1 0-1,-1-2 0,0-1 1,46-16-1,-20 6-2,-46 13-34,95-30 115,-91 28-182,-1 0 0,0-2 0,0 1 0,-1-1 0,0-1 1,11-9-1,-20 15-95,0 0 0,0 0 0,-1 0-1,1 0 1,-1 0 0,1 0 0,-1 0 0,0-1 0,1 1 0,-1 0 0,-1-1 0,1 1 0,1-5 0,0-24-4860,-2-20-9012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06:38.3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171 188 352,'0'0'2327,"-24"5"-1146,-9 0-780,-69 16 1199,91-16-68,15-2-487,25-1-482,16-2-45,424-11 2182,36-29-1048,326-21-55,-637 52-1270,144-9 294,-313 15 283,-25-4-909,0 7-11,32-5-470,-32 5 561,8-3 34,-8 2-112,0 0 75,0 1-48,0 0-26,0-1 0,0 1 0,0 0 0,0-1-1,0 1 1,0 0 0,0 0 0,0-1 0,0 1-1,0 0 1,0-1 0,0 1 0,0 0 0,0-1-1,0 1 1,0 0 0,1 0 0,-1-1 0,0 1-1,0 0 1,0 0 0,0-1 0,1 1 0,-1 0-1,0 0 1,0-1 0,0 1 0,1 0 0,-1 0-1,0 0 1,0 0 0,1-1 0,-1 1 0,0 0-1,1 0 1,-1 0 0,0 0 0,0 0 0,1 0-1,-1 0 1,0 0 0,1 0 0,-1 0 0,0 0-1,1 0 1,-1 0 90,0-1-69,0 0 0,0 0 2,4 1-96,0-2 78,7-5 10,-9 5-13,-1 1-8,-1 1 16,2 0-8,-2 0 19,6-2-22,-4 2-10,-2 0 21,1 0-30,1-1 22,-2 0 8,1 0-16,0 1 3,0 0-16,7-4 42,-6 4-29,-2 0 13,1 0-2,1 0-3,-2 0 78,0-1-78,0 0-6,0 0 9,13-19-5670,-12 7 409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8:21.3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371 98 2481,'0'0'10109,"-4"-14"-9234,-20-44-211,23 56-623,0 1 0,-1-1 0,1 0 0,-1 1 0,1-1 0,-1 1 0,0-1-1,1 1 1,-1 0 0,0-1 0,0 1 0,0 0 0,0 0 0,0 0 0,0 1 0,0-1 0,0 0 0,0 1 0,0 0-1,-1-1 1,1 1 0,0 0 0,0 0 0,-4 0 0,-3 0 65,-7-1-13,-1 1 0,0 0 1,1 1-1,-21 4 1,30-4-89,-1 1 0,1 0 1,0 1-1,0 0 0,0 0 1,0 1-1,1-1 0,-1 2 1,1-1-1,0 0 0,-8 9 1,4-3 8,1 0 0,1 1 0,-1 1 0,2-1 0,-1 1 0,2 1 0,-1-1 0,-5 20 0,8-22 1,1 1-1,1-1 0,-1 1 0,2 0 0,-1 0 0,2 0 0,-1 0 0,1 0 0,1 0 0,0 0 1,4 13-1,-3-18 2,0 0 1,1-1-1,-1 1 0,2-1 1,-1 0-1,0 0 1,1 0-1,0 0 1,0-1-1,1 1 0,-1-1 1,1 0-1,0 0 1,0-1-1,0 0 1,0 0-1,1 0 1,9 4-1,6 1 192,1 0 0,1-2 0,34 7 0,-10-6 453,0-2 0,0-2 0,83-6 0,-127 3-591,0 0 0,-1-1 0,1 0 0,0 1 0,0-1 0,-1 0 0,1 0 0,0-1 0,-1 1 0,1 0 0,-1-1 0,0 0 0,1 1 0,-1-1 0,0 0 0,0 0 0,0 0 0,0-1 0,-1 1 0,1 0 0,0-1 0,-1 1 0,0-1 0,0 0 0,2-5 0,5-7-76,-4 12-1020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8:21.6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45 6019,'0'0'11192,"-3"-10"-10163,1 6-911,-8-22 163,6 21-156,2 16 42,4 24 118,1 0 0,2 0-1,1 0 1,2-1 0,1 0 0,14 34-1,-10-40-338,0 0-1,2-1 1,25 34-1,1-6-6367,-29-43 120,1-8-1680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8:22.0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86 236 6051,'0'0'7406,"1"14"-6179,-1-5-1002,0-5-153,-1 1 0,1-1 1,0 0-1,1 0 0,-1 0 1,1 0-1,0 0 1,0-1-1,0 1 0,0 0 1,1 0-1,-1-1 0,1 1 1,0 0-1,0-1 0,1 0 1,-1 1-1,0-1 0,1 0 1,0 0-1,0-1 1,5 5-1,4 0 127,1-1 1,0 0-1,0-1 0,1 0 1,-1-1-1,1-1 0,22 4 1,8-4 55,49-1 1,-75-2-217,-7 0-21,-1 0 0,1-1 0,-1 0 0,0-1 0,0 0 0,17-6-1,-22 6-3,-1 0-1,0 0 1,0 0-1,0-1 1,0 1-1,0-1 1,-1 0-1,1 0 1,-1 0-1,0-1 1,0 1-1,0-1 1,0 0-1,0 0 1,-1 0-1,0 0 1,2-5-1,0-5 108,-1 1 1,-1 0-1,0-1 0,-1 1 1,0-1-1,-2 1 0,-1-19 0,2 29-109,-1-3 10,1 0 0,-1 0 0,-1 0 0,1 0 1,-1 1-1,0-1 0,0 1 0,-1-1 0,0 1 0,0 0 1,0 0-1,-5-6 0,2 3-12,-1 1 0,-1 0-1,1 0 1,-1 1 0,0 0 0,-16-9 0,6 6-13,1 1-1,-1 0 1,-1 2 0,1 0 0,-1 1-1,0 1 1,-23-2 0,21 4-4,0 1 1,-1 0-1,1 2 1,-1 1 0,1 0-1,-22 6 1,36-6-241,0 0 1,0 0 0,1 1 0,-1-1 0,1 2 0,-1-1-1,1 1 1,0 0 0,0 0 0,1 0 0,-1 1-1,1 0 1,0 0 0,0 1 0,1-1 0,0 1-1,0 0 1,0 0 0,1 0 0,-1 1 0,-2 9 0,4-9-634,0 0 0,1 0 0,-1 0 0,1 8 0,0 24-4584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8:22.4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359 98 5410,'0'0'5211,"-23"-16"-3058,-79-47-942,95 60-1102,0 0-1,0 1 1,0-1-1,0 1 1,-1 1-1,1-1 1,0 1-1,-1 0 1,1 1 0,-1 0-1,1 0 1,-1 1-1,-9 1 1,7 0 44,5-2-76,-1 1 1,1 0-1,0 0 0,0 1 1,0 0-1,0 0 0,1 0 1,-1 0-1,0 1 0,1-1 1,0 1-1,-1 0 0,1 1 1,0-1-1,1 1 0,-6 6 1,5-5-44,1 0 1,0 0-1,0 1 1,0 0-1,1-1 1,0 1-1,0 0 1,0 0-1,1 0 1,0 1-1,0-1 1,0 0-1,1 8 1,0-12-33,0 1 1,0 0-1,1-1 1,-1 1-1,1-1 1,0 1-1,0-1 1,0 1-1,0-1 1,0 0-1,0 1 1,0-1-1,1 0 1,-1 0-1,1 0 0,0 0 1,0 0-1,0 0 1,0 0-1,0-1 1,0 1-1,0-1 1,0 1-1,0-1 1,1 0-1,-1 0 1,1 0-1,-1 0 1,1 0-1,4 0 1,8 2 8,0-1 1,1 0 0,-1-2-1,18 0 1,-17 0 5,4 0 146,-10 1-190,0-1-1,0 0 1,19-3-1,-27 2 101,1 1 0,-1-1 0,0 1 0,0-1 0,0 0 0,1 0 0,-1 0 0,0 0 0,0-1 0,-1 1 0,1 0 0,0-1 0,0 1 0,0-1 0,-1 0 0,1 0 0,-1 1 0,0-1 0,1 0 0,-1 0 0,0 0 0,1-3 0,-1 6 40,0 0 0,0 0 1,1 1-1,-1-1 1,0 0-1,0 0 1,-1 1-1,1-1 1,0 0-1,0 1 1,-1-1-1,1 1 1,0-1-1,0 4 1,29 98 90,25 151 1,-44-181 37,-4 0 1,-3 1-1,-5 74 1,1-146-236,0 0 1,0 0-1,0 0 0,-1 1 1,1-1-1,0 0 1,-1 0-1,0 0 0,1 0 1,-1 0-1,0 0 0,0 0 1,0 0-1,0 0 1,0 0-1,-1-1 0,1 1 1,-1 0-1,1-1 1,-1 1-1,1-1 0,-1 0 1,0 1-1,0-1 0,-2 1 1,-2 0 20,1-1 1,0 0 0,-1 0-1,1 0 1,-1-1-1,1 0 1,-1 0-1,1-1 1,-6 0-1,7 0-11,0 1 0,0-1-1,0 0 1,1 0-1,-1-1 1,0 1-1,1-1 1,-1 0-1,1 1 1,0-2 0,-1 1-1,1 0 1,0-1-1,-4-3 1,3 1-5,0 0 0,0 0 1,1 0-1,0-1 0,-1 0 1,2 1-1,-1-1 0,-2-8 0,2 2-41,0 1 1,1-1-1,0 0 0,1 1 0,0-1 0,1 0 0,1 0 0,0 0 0,3-17 0,-2 23-137,0-1-1,1 1 1,0 0 0,0 0 0,0 0-1,1 0 1,-1 0 0,1 1-1,1 0 1,-1-1 0,1 2 0,0-1-1,0 1 1,0-1 0,1 1 0,8-4-1,11-6-2273,0 2 0,46-16 0,-43 17-595,24-10-2989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8:22.8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 6259,'0'0'11205,"-8"60"-10709,22 17 209,-1 3-353,-2-1-48,-6-4-208,3-8-96,-2-9 0,-4-13-160,-2-6-1569,0-15-1729,0-17-2464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8:23.2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309 0 6195,'0'0'10119,"-7"11"-9727,-9 13 122,-2-1 0,0-1 0,-2 0 0,-30 26-1,36-37-346,-1 0 0,0-1 0,0-1-1,-1 0 1,0-1 0,-1-1 0,1 0-1,-1-1 1,-21 4 0,50-11 40,0 1 0,0 0 1,0 1-1,0 0 0,0 1 0,0 0 0,0 1 1,21 8-1,95 46-484,-107-47 410,89 45-772,-38-18-3578,-67-34 3247,0-1 1,0 1-1,1-1 0,-1-1 0,1 1 0,-1-1 1,7 1-1,12-1-4054</inkml:trace>
</inkml:ink>
</file>

<file path=ppt/ink/ink1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8:23.5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324 0 7764,'0'0'10020,"195"142"-8899,-134-45-177,-13 13-128,-18 6-415,-22 4-65,-8 5-32,-54 0-208,-29-7-16,-15-12 32,-4-14-112,-5-18-1921,-5-21-2945,2-29-7268</inkml:trace>
</inkml:ink>
</file>

<file path=ppt/ink/ink1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8:24.8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164 92 976,'0'0'9738,"-5"-1"-7601,-6-1-556,0-1 1,-18-6-1,28 9-1135,6-2 805,331-37 527,-203 28-1414,-53 5-48,86-12 518,-164 18-642,-98 0 80,-264 4 21,238 4-324,-129 25 1,297-34 168,-21 2-76,335-3 1059,-353 2-1080,9-2 62,-15 2-63,-20 0-12603,-13 0 2566</inkml:trace>
</inkml:ink>
</file>

<file path=ppt/ink/ink1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06:32.0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253 112 496,'0'0'5213,"-23"7"-4386,-70 22-48,80-25-383,0-1-1,0 0 1,-26 2-1,6-2 635,7 3 1950,366-21-987,805-67 13,-972 76-1660,302-17 602,-316 4-86,-157 19-811,0-1-1,0 1 1,0-1-1,-1 0 1,1 1-1,0-1 1,0 0-1,0 0 1,0-1 0,1 0-1,10-7 192,-11 9-178,-1 0-78,-83-7-3982,-192 7-4613,143 0 4313</inkml:trace>
</inkml:ink>
</file>

<file path=ppt/ink/ink1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06:32.5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455 212 512,'-24'4'240,"-157"30"1324,127-21 403,0 1 0,-72 31 0,125-44-1876,-1-1 0,1 0 0,0 1 0,1-1 0,-1 1-1,0-1 1,0 1 0,0-1 0,0 1 0,0-1 0,0 1 0,1 0 0,-1 0-1,0-1 1,0 2 0,1-1-56,0-1 1,0 0-1,0 0 0,1 1 0,-1-1 0,0 0 1,0 1-1,0-1 0,1 0 0,-1 0 1,0 1-1,1-1 0,-1 0 0,0 0 0,1 0 1,-1 1-1,0-1 0,1 0 0,-1 0 0,0 0 1,1 0-1,-1 0 0,0 0 0,1 0 0,-1 0 1,0 0-1,1 0 0,-1 0 0,43 2 953,-41-2-967,674-37 3693,724-141-1806,-1351 171-1805,411-64 581,-460 71-669,1 0 1,-1 0-1,0 0 1,1 0 0,-1 0-1,0 0 1,1 0 0,-1 0-1,0 0 1,1 0-1,-1 0 1,0 0 0,1 0-1,-1 0 1,0 0-1,1-1 1,-1 1 0,0 0-1,0 0 1,1 0-1,-1 0 1,0-1 0,0 1-1,1 0 1,-1 0 0,0-1-1,0 1 1,1 0-1,-1 0 1,0-1 0,0 1-1,0 0 1,0-1-1,0 1 1,1 0 0,-1 0-1,0-1 1,0 1 0,0 0-1,0-1 1,0 1-1,0 0 1,0-1 0,0 1-1,0 0 1,0-1-1,0 1 1,0 0 0,0-1-1,-1 1 1,1 0-1,0-1 1,0 1 0,0-1-1,-1 0-156,0 0-1,0 0 0,-1 0 0,1 0 0,0 0 0,0 0 1,0 1-1,-1-1 0,1 0 0,0 1 0,-3-2 1,-30-5-2062,1 2 0,-1 1 1,-66 0-1,61 3 369,-60-1-2643</inkml:trace>
</inkml:ink>
</file>

<file path=ppt/ink/ink1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06:52.5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215 1 1345,'0'0'320,"-147"31"-96,107-14-144,21-3-48,16-2-32,3 3 0,0-1-144,0 1-336,-5-1-497</inkml:trace>
</inkml:ink>
</file>

<file path=ppt/ink/ink1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8:47.1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330 0 6323,'0'0'1419,"-24"6"-912,6-2-324,9-3-84,0 1-1,0 0 1,0 0 0,0 1 0,1 0 0,-1 0-1,1 1 1,0 0 0,0 1 0,0 0 0,0 0-1,1 1 1,0 0 0,0 0 0,1 0 0,-11 14-1,-1 7 158,0 1 0,2 0-1,1 1 1,2 1 0,0 1-1,3-1 1,0 2 0,2 0-1,1 0 1,2 0 0,-3 57-1,7-82-221,1-1 0,0 0 1,1 0-1,-1 0 0,1 0 0,0 1 0,0-1 0,1 0 0,0-1 0,0 1 0,0 0 0,1 0 0,0-1 0,0 0 0,0 1 0,1-1 0,0 0 0,0-1 0,0 1 0,7 6 0,0-3 50,-1 0 0,1 0-1,0-1 1,1 0-1,0-1 1,0-1 0,0 0-1,1 0 1,20 4 0,-3-4 85,1-1 0,-1-1 0,35-2 0,-47-1-67,1-1 0,0-1-1,0 0 1,-1-2 0,0 0 0,1-1-1,28-13 1,-36 13-34,-1 0 0,0-1 0,0 0 0,0-1 0,-1 0 0,1 0 0,-2-1 0,1 0 0,-1-1 0,-1 0 0,1 0 0,-2-1 0,10-16 0,-11 15 29,0-1 1,-1 0-1,0 0 0,-1-1 0,0 1 1,1-19-1,-2 5 89,-2 1-1,-2-32 1,0 47-145,1 0-1,-1 0 1,-1 0-1,0 1 1,0-1-1,0 1 1,-2-1-1,1 1 1,-1 1 0,-7-10-1,3 5-2,-1 2-1,0-1 1,-1 1 0,0 1-1,-1 0 1,-13-9 0,-3 2-10,0 1 1,-1 1-1,-1 2 1,0 1-1,-51-13 0,13 10 2,62 14-67,-1 0-1,0 1 1,1 0 0,-1 0-1,0 0 1,0 1-1,-12 3 1,18-4-22,0 1 0,0-1 0,0 1 0,0 0 0,0-1 0,0 1 0,0 0 0,0 0 0,0-1 0,0 1 0,0 0 0,0 0 0,0 0 0,1 0 0,-1 0 0,0 0 0,1 0 0,-1 0 0,1 1 0,-1-1 0,1 2 0,-4 27-1393,4-24 1094,-1 6-571,0-1-1,1 1 1,1-1-1,0 0 1,0 1-1,1-1 1,7 22 0,-4-23-499,1 0 1,0 0 0,12 14-1</inkml:trace>
</inkml:ink>
</file>

<file path=ppt/ink/ink1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8:47.4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313 72 8500,'0'0'4317,"-25"-15"-2882,25 15-1435,-18-12 225,-1 1-1,0 1 1,-32-12 0,50 22-213,-1 0 0,1-1-1,-1 1 1,1 0 0,-1 0 0,0-1 0,1 1 0,-1 1 0,1-1-1,-1 0 1,1 0 0,-1 0 0,1 1 0,-1-1 0,1 1-1,-1-1 1,1 1 0,-1 0 0,1 0 0,-2 0 0,1 2 7,0-1 1,0 1-1,0-1 1,0 1 0,0 0-1,0-1 1,-2 7-1,-18 39 217,3 1-1,1 1 0,3 0 0,-12 68 0,15-39 58,3 0 0,1 96 0,8-151-263,1 1 0,1-1 1,1 0-1,8 27 0,-7-36-24,1-1 0,0-1 0,1 1 0,1-1 1,0 0-1,1 0 0,18 22 0,-10-17-108,0-2 1,1 0 0,1-1-1,1-1 1,0 0 0,1-2-1,0 0 1,1-1 0,0-1-1,1-1 1,-1-1 0,28 6-1,-9-5-1254,-1-2-1,1-1 1,0-2-1,0-2 1,1-1-1,48-7 1,-12-8-3993</inkml:trace>
</inkml:ink>
</file>

<file path=ppt/ink/ink1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8:48.4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453 48 6035,'0'0'6664,"-28"-10"-5522,-4-2-841,-60-12 1,84 23-249,0 0 0,0 1 0,0 0-1,0 1 1,0 0 0,0 0 0,0 1 0,0 0 0,0 0 0,1 1 0,-1 0-1,1 0 1,-1 1 0,1 0 0,0 0 0,-11 10 0,7-7 62,0 0-14,0 1 0,0 0 0,1 0-1,0 1 1,1 1 0,0-1 0,0 1 0,1 1 0,0 0 0,1 0 0,0 0 0,1 1 0,0 0 0,1 0 0,0 0 0,1 1 0,-4 24 0,6-23-66,1 0 0,0 1 0,1-1 0,3 24 1,-2-34-22,-1 0 0,1 1 1,1-1-1,-1 0 0,1 0 1,-1 0-1,1 0 0,0 0 1,1 0-1,-1 0 0,1-1 1,-1 1-1,1-1 0,0 0 0,1 1 1,-1-2-1,0 1 0,7 4 1,5 1 102,0-2-1,1 1 1,-1-2 0,1 0 0,0-1 0,1 0 0,-1-2 0,1 0-1,29 0 1,-55 3 1564,8-5-1680,-1-1 0,0 1 0,1-1 0,-1 1 0,1-1 0,-1 1 0,1-1 0,0 0 0,-1 1 0,1-1 0,0 0 0,-2-2 0,2 1 7,1 2 62,-3 0 6,-66-1-2824,2-7-6159,35 0 3793</inkml:trace>
</inkml:ink>
</file>

<file path=ppt/ink/ink1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8:49.1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0 878 1024,'0'0'5622,"23"1"-4110,76 2-319,-76-2-928,1-2 0,0-1 0,-1-1 0,1-1 0,-1-1 0,0-1 0,40-17 0,-47 18-211,9-5 95,1-2 0,-2 0-1,0-2 1,0-1 0,-1 0-1,-1-2 1,-1 0 0,0-2-1,-1 0 1,-1-1 0,-1-1-1,17-27 1,-18 23 72,-1-1 0,-1-1-1,-2 0 1,-1-1 0,0 0 0,-3-1 0,0 0 0,-2 0 0,-1-1-1,4-57 1,-9 67 113,0 0 0,-2 0-1,-3-27 1,2 41-246,1 0 0,-1 0 0,0 0 1,0 0-1,-1 0 0,0 1 0,0-1 0,0 1 0,-1 0 1,1 0-1,-1 0 0,0 0 0,-1 0 0,-6-5 0,6 6-4,0 0-1,0 1 0,0 0 0,0-1 1,0 1-1,-1 1 0,0-1 0,1 1 1,-1 0-1,0 1 0,0-1 0,0 1 1,0 0-1,-7 0 0,12 1-82,0 0 0,0 0 0,1 1 0,-1-1 0,0 0 0,1 0 0,-1 0 0,1 1 0,-1-1 0,0 0 0,1 1 0,-1-1 0,1 0 0,-1 1 0,0-1 0,1 1 0,0-1 0,-1 1 0,1-1 0,-1 1-1,1-1 1,-1 1 0,1 0 0,0-1 0,-1 1 0,1 0 0,-6 21-6,5-13 5,-8 49 18,2 0 1,3 1-1,5 66 0,-1-63 8,0-44 13,1-1 0,1 1 0,0-1 0,2 0-1,-1 0 1,2 0 0,1-1 0,0 1 0,1-1 0,0-1 0,11 17 0,-12-22-186,1-1 0,1 0 1,-1-1-1,1 1 0,1-2 1,-1 1-1,17 10 0,-16-13-374,0 0 1,0 0-1,1-1 0,-1 0 0,1-1 0,0 0 1,1-1-1,-1 0 0,13 1 0,20-2-4115,2-1-1957</inkml:trace>
</inkml:ink>
</file>

<file path=ppt/ink/ink1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8:49.4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165 189 8388,'0'0'3431,"-25"6"-1441,-8 3-1336,-36 14-1,67-22-608,0 0 0,0 0-1,-1 0 1,1 0 0,0 0-1,0 1 1,0-1-1,0 1 1,1 0 0,-1-1-1,0 1 1,1 0 0,-1 0-1,1 0 1,0 0 0,-1 0-1,1 0 1,0 1 0,0-1-1,1 0 1,-1 1 0,0-1-1,1 0 1,-1 1 0,1-1-1,0 1 1,0-1-1,0 0 1,0 1 0,1 4-1,-1 4 130,0 0 39,-1-1 0,2 0 0,-1 0 0,5 17 0,-4-23-160,0 0 0,1 0 0,0 0 0,0 0 0,0-1 0,0 1 0,0 0-1,1-1 1,0 0 0,0 1 0,0-1 0,0 0 0,6 4 0,5 3 20,2-1 0,-1-1-1,1 0 1,1 0 0,-1-2-1,1 0 1,0-1 0,1-1-1,23 3 1,-2-2 4,1-2 0,0-2 0,44-4 1,-80 2-71,-1 1 0,0 0 0,1-1 0,-1 0 0,0 1 1,0-1-1,1-1 0,-1 1 0,0 0 0,0-1 0,0 1 1,-1-1-1,1 0 0,0 0 0,-1 0 0,1-1 0,-1 1 0,1 0 1,-1-1-1,0 0 0,0 1 0,0-1 0,-1 0 0,1 0 1,-1 0-1,0 0 0,2-6 0,0-5 75,0 0-1,-1 0 1,0 0-1,-2-1 0,0-16 1,0 16 5,0 0-45,-1-1-1,-1 1 1,0 0-1,-1 0 1,0 1-1,-2-1 1,1 1 0,-2 0-1,0 0 1,0 0-1,-2 1 1,1 0 0,-2 0-1,0 1 1,0 0-1,-13-13 1,11 15-25,1 0 0,-1 0 0,-1 1-1,-15-10 1,22 17-99,1-1-1,0 1 0,0 0 1,-1 0-1,0 0 0,1 1 1,-1 0-1,0 0 0,1 0 1,-1 0-1,0 1 1,0 0-1,0 0 0,0 0 1,1 0-1,-1 1 0,-5 1 1,6 0-136,1-1 0,0 1 0,0 0 1,0 0-1,0 0 0,0 0 0,0 1 0,1-1 1,-1 1-1,1-1 0,-1 1 0,1 0 1,0 0-1,0 0 0,0 0 0,-1 4 0,-3 6-1149,1 0 0,-6 24 0,3 13-2733,6-4-615</inkml:trace>
</inkml:ink>
</file>

<file path=ppt/ink/ink1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8:50.0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355 114 7283,'0'0'4608,"-29"-18"-2842,29 18-1766,-126-76 1184,121 73-1104,0 0-1,-1 1 1,1 0-1,-1-1 1,0 2-1,0-1 1,0 1-1,1 0 1,-1 0-1,0 0 1,0 1-1,-1 0 1,1 0-1,0 1 1,0 0 0,1 0-1,-1 0 1,0 1-1,-11 4 1,13-4-34,-1 0 0,1 0 0,-1 1 0,1 0 1,0-1-1,0 2 0,0-1 0,1 0 1,-1 1-1,1 0 0,-1-1 0,1 1 1,1 1-1,-1-1 0,0 0 0,1 1 0,0-1 1,-2 6-1,3-6-42,0 0 0,0 0 0,0 0 0,1 0 0,-1 0 0,1 0 1,0-1-1,0 1 0,0 0 0,1 0 0,-1 0 0,1 0 0,0 0 0,0 0 0,0 0 0,1-1 0,0 1 0,-1 0 1,1-1-1,0 1 0,1-1 0,-1 0 0,6 6 0,2 0 14,0-1 0,1 0 1,0-1-1,0 0 0,1-1 0,0 0 1,0-1-1,1 0 0,-1-1 0,21 5 1,-7-4-132,-1-1 1,1-1 0,0-2 0,41-1 0,-66-1 116,0 1 0,0 0 0,0 0 0,0 0 0,0-1 0,-1 1 0,1-1 0,0 1 0,0 0 0,0-1 0,-1 0 0,1 1 1,0-1-1,-1 1 0,1-1 0,-1 0 0,1 1 0,0-1 0,-1 0 0,0 0 0,1 1 0,-1-1 0,1 0 0,-1 0 0,0 0 0,1 1 0,-1-1 0,0 0 0,0 0 0,0-2 1,0-33 164,0 24-117,0 2 38,0 4 37,1 1-1,-1 0 1,-1 0 0,1-1 0,-1 1-1,0 0 1,0 0 0,0 0 0,-1 0-1,1 0 1,-5-8 0,1 7 353,2 6-39,2 14 43,1-2-627,-12 219 920,-16 170 900,27-389-1642,-3 19 181,-10 42-1,12-65-169,0-1 0,-1 1 0,0-1 0,0 0 0,0 0 0,-1 0 0,0 0 0,0 0 0,-1-1 0,-10 11 0,11-14-10,-1 0 0,1 0 0,0-1 1,-1 1-1,0-1 0,1 0 1,-1-1-1,0 1 0,0-1 0,0 0 1,0 0-1,0-1 0,0 1 1,-10-2-1,10 1-13,-1 0 1,1-1 0,-1 1-1,1-1 1,-1-1 0,1 1-1,0-1 1,0 0-1,0 0 1,0-1 0,0 1-1,0-1 1,-5-4 0,5 2-19,-1-1 1,1 0 0,0 0-1,1 0 1,0 0 0,0-1-1,0 1 1,1-1 0,0 0-1,0 0 1,-2-10 0,1 0-127,1 1 0,1-1 0,0 0 0,2-19 0,0 29-11,0-1 0,1 1 0,0-1 0,0 0 0,1 1 0,0 0 0,0-1 0,1 1-1,0 0 1,0 0 0,1 0 0,4-6 0,0 2-254,1 1-1,0 0 0,0 0 1,1 1-1,1 1 1,13-11-1,6 0-1801,0 2 1,1 1-1,52-21 0,15 5-4908</inkml:trace>
</inkml:ink>
</file>

<file path=ppt/ink/ink1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8:50.4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29 5859,'0'0'10316,"3"-8"-9446,-3 7-854,0 0-1,0 0 1,0-1-1,0 1 1,0 0-1,0 0 1,1 0-1,-1 0 1,1 0-1,-1 0 1,1 0-1,-1 0 1,1 0-1,-1 0 1,1 0-1,0 0 1,0 1-1,1-2 1,1 23 198,-4 74 352,0-67-251,-4 91 712,1 157-21,5-253-1323,2 0-1,0 0 1,1 0-1,2-1 1,0 1-1,1-1 1,2-1-1,15 31 1,-23-50-30,0 1 1,1-1 0,-1 0-1,1 0 1,-1 0 0,1 0-1,0 0 1,0 0 0,0 0-1,0 0 1,0-1 0,0 1-1,0-1 1,0 0 0,1 1-1,-1-1 1,0 0 0,1 0-1,-1-1 1,1 1 0,2 0-1,27 1-5226</inkml:trace>
</inkml:ink>
</file>

<file path=ppt/ink/ink1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8:50.8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140 117 6515,'0'0'8014,"-23"10"-7019,-2 1-648,-41 23 0,64-33-314,1 0 0,-1 0-1,0 0 1,0 1 0,1-1 0,-1 1-1,1-1 1,-1 1 0,1 0 0,0 0-1,0 0 1,0-1 0,-1 1 0,2 0-1,-1 0 1,0 0 0,0 1 0,1-1-1,-1 0 1,1 0 0,0 0-1,-1 0 1,1 1 0,0-1 0,0 0-1,1 0 1,-1 0 0,0 0 0,2 5-1,0-3 29,0 1-1,0-1 1,0 0-1,1 1 1,-1-1-1,1 0 1,0 0-1,0-1 1,6 6-1,-2-3-2,0-1 0,1 1-1,0-1 1,0 0 0,0-1-1,0 0 1,1-1 0,0 1-1,10 1 1,-2-1 6,1-1 0,0-1 0,32 0 0,-47-2-51,0 0 1,0 0-1,0 0 0,0-1 1,-1 1-1,1-1 0,0 0 1,0 0-1,0 0 0,-1 0 1,1-1-1,0 1 1,-1-1-1,1 1 0,-1-1 1,0 0-1,3-3 0,-2 1 20,1 0 1,-1 0-1,-1-1 0,1 1 0,-1-1 0,1 1 0,-1-1 0,-1 0 0,2-6 0,2-10 141,-2 0 0,-1 0 1,-1-39-1,-1 56-148,0-3-3,0 0 0,-1 0 0,0 1 0,-1-1 0,0 0 0,0 1 0,0-1-1,-1 1 1,0 0 0,0 0 0,0 0 0,-1 0 0,0 0 0,-6-7 0,7 10-69,0 0 0,0 0 1,0 0-1,0 1 0,-1-1 0,1 1 0,-1 0 0,1 0 0,-1 0 0,0 0 1,0 1-1,0 0 0,0-1 0,0 1 0,0 1 0,0-1 0,0 0 0,0 1 1,-1 0-1,1 0 0,0 1 0,0-1 0,0 1 0,0-1 0,-6 3 0,6-1-212,1 0 0,-1 0 0,1 0 0,-1 0 0,1 0 0,0 1 1,0 0-1,0-1 0,0 1 0,0 0 0,1 1 0,-1-1 0,1 0 0,0 1 0,0-1 0,0 1 0,1 0 0,-3 7 0,1-4-470,2-1 1,-1 1 0,1 1 0,-1-1-1,2 0 1,-1 0 0,1 0-1,0 0 1,1 0 0,1 8-1,14 25-4685</inkml:trace>
</inkml:ink>
</file>

<file path=ppt/ink/ink1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8:51.2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329 179 7459,'0'0'950,"-6"-22"856,-1-6-706,-13-37-1,18 61-931,0 0 1,-1 0-1,1 1 0,-1-1 1,1 0-1,-1 1 1,0 0-1,-1 0 1,1-1-1,0 2 0,-1-1 1,0 0-1,1 1 1,-1 0-1,0 0 1,0 0-1,0 0 1,-1 0-1,1 1 0,-5-1 1,0 0 34,-1 1 0,1 0 0,0 0 0,-1 1 1,1 0-1,0 1 0,-13 2 0,15-1-150,1 0-1,0 0 1,-1 1 0,1-1-1,0 1 1,1 1 0,-1-1-1,0 1 1,1 0-1,0 0 1,0 1 0,0-1-1,1 1 1,-1 0 0,1 1-1,0-1 1,1 1 0,-1 0-1,-2 6 1,1-1-38,0 0 0,1 0 0,1 0-1,-1 0 1,2 1 0,0-1 0,0 1 0,1 0 0,0 0 0,2 12 0,-1-21-14,0 0 0,1 0 1,-1 1-1,1-1 1,0 0-1,0-1 0,0 1 1,1 0-1,-1 0 1,1 0-1,-1-1 1,1 1-1,0-1 0,0 1 1,0-1-1,4 4 1,-1-3-19,0 1 1,-1-1-1,2 0 1,-1-1 0,0 1-1,0-1 1,1 0 0,8 2-1,3-1-28,1 0 0,0-1 0,1-1-1,32-3 1,-47 2 47,-1-1 0,1 0-1,0 0 1,-1 0 0,1 0 0,-1-1 0,1 1-1,-1-1 1,0 0 0,1 0 0,-1 0 0,0 0-1,0-1 1,-1 0 0,1 1 0,0-1 0,-1 0-1,0 0 1,1 0 0,1-4 0,-1 1 195,0-1 1,0 1 0,0 0-1,-1-1 1,1 0 0,-2 1-1,1-1 1,-1 0-1,0 0 1,0-8 0,-1 15 274,0 9-168,-1 150 98,7 299 1555,-1-246-1371,-4-210-576,-1 1-1,0-1 0,0 0 0,0 0 0,0 0 1,0 1-1,-1-1 0,1 0 0,-1 0 0,0 0 0,1 0 1,-1 0-1,0 0 0,0 0 0,0 0 0,0 0 0,-1 0 1,1 0-1,0 0 0,-3 1 0,1-1 13,-1-1 1,1 1-1,0-1 1,-1 0-1,1 0 1,-1-1-1,0 1 0,1-1 1,-1 1-1,1-1 1,-7-1-1,2 1 20,-1 0 0,1-1 0,-1 0 0,1-1 0,-1 0 0,1 0 0,0-1 0,0 0 0,0 0 0,0-1 0,-12-8-1,11 5-18,0 0-1,0-1 0,1 1 0,0-2 0,0 1 0,1-1 0,0-1 0,-7-14 0,7 13-36,1-2 0,1 1-1,1 0 1,-1-1 0,2 0 0,0 0 0,0 0 0,1-1 0,1 1 0,1-1 0,0-18 0,1 22-93,0 0 0,1 0 0,0 0 0,0 0 1,1 0-1,0 0 0,1 1 0,0-1 0,0 1 0,1 0 1,1 0-1,-1 1 0,1 0 0,1 0 0,9-9 0,-4 6-294,1 1-1,0 0 0,1 1 0,0 1 0,0 0 1,1 1-1,0 1 0,19-6 0,6 1-2371,1 2 0,42-3-1,-12 2-3973</inkml:trace>
</inkml:ink>
</file>

<file path=ppt/ink/ink1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8:51.6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9108,'0'0'9156,"6"23"-8465,1 0-484,0-4-3,-2-1 0,-1 1 0,0 0 0,-1 0-1,1 37 1,-4-33 89,1-14-189,-1 0 0,0 1 0,0-1 1,-1 1-1,0-1 0,-1 0 0,0 0 0,0 1 0,-7 15 0,9-25-83,0-1-1,0 1 1,0 0-1,0-1 1,0 1-1,0 0 1,0-1-1,0 1 1,0 0-1,0-1 1,-1 1 0,1 0-1,0-1 1,0 1-1,0 0 1,0-1-1,0 1 1,-1 0-1,1 0 1,0-1-1,0 1 1,-1 0-1,1 0 1,0-1-1,0 1 1,-1 0-1,1 0 1,0 0-1,0-1 1,-1 1-1,1 0 1,0 0-1,-1 0 1,1 0-1,0 0 1,-1 0-1,1 0 1,0 0 0,-1 0-1,1 0 1,0 0-1,-1 0 1,1 0-1,0 0 1,-1 0-1,1 0 1,0 0-1,-1 0 1,1 0-1,0 0 1,-1 0-1,1 1 1,0-1-1,-1 0 1,1 0-1,0 0 1,0 1-1,-1-1 1,1 0-1,0 0 1,0 1-1,0-1 1,-1 0-1,1 1 1,0-1 0,0 0-1,-1 1 1,0-10 62,0 0 1,0 0-1,1 0 1,0-1 0,1 1-1,0 0 1,3-14-1,-2 18-84,-1 0 0,1-1 0,1 1 0,-1 0 0,1 0 0,-1 0 0,2 1 0,-1-1 0,0 1 0,1-1-1,0 1 1,0 0 0,8-6 0,-2 4-10,1 0-1,0 1 1,0 0-1,1 0 0,-1 1 1,1 1-1,0 0 1,0 1-1,0 0 1,0 1-1,0 0 0,0 0 1,1 2-1,14 1 1,-22-1-13,0 0 0,-1-1-1,1 1 1,-1 1 0,0-1 0,1 1 0,-1 0 0,0 0 0,0 0-1,0 0 1,0 1 0,-1-1 0,1 1 0,6 6 0,-6-3-115,1-1-1,-1 1 1,-1 0 0,1 0 0,-1 0 0,0 0 0,0 1-1,0-1 1,1 8 0,-1 1-237,0-1-1,-1 0 1,-1 1 0,0 0-1,-1-1 1,0 1 0,-2-1-1,1 1 1,-5 16 0,1-16-245,0-1 0,-1 1 0,0-1 0,-16 25 0,2-8-1595,-26 28 0,-32 31-3955</inkml:trace>
</inkml:ink>
</file>

<file path=ppt/ink/ink1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8:52.0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9620,'0'0'7897,"13"0"-7737,-5 0-131,-4-1-14,0 1 0,0 0 0,0 1 0,0-1 0,0 0 0,-1 1 0,1 0 0,4 1 0,-7-1-2,1 0 0,-1 0 0,0 0 0,1 0 0,-1 0 0,0 0 0,0 0 0,0 1 0,1-1 0,-1 0 0,-1 1 0,1-1 0,0 0 0,0 1 0,0-1 0,-1 1 0,1-1 0,-1 1 0,1 0 0,-1-1 0,0 1 0,0 0 0,1-1 0,-1 1 0,0 0 0,-1 2 0,1 13 286,-1 0 1,0 1-1,-2-1 0,0 0 0,-1 0 0,0 0 0,-9 19 0,11-30-130,-4 16 940,6-22-839,8 0 386,53-2-420,61-12 0,54-3-1594,-117 17-227,-5 1-1522,-17-3-1874,-9-2-3039</inkml:trace>
</inkml:ink>
</file>

<file path=ppt/ink/ink1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8:52.3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91 10085,'0'0'2844,"28"-17"-1438,-16 10-1274,8-5 122,0 1 0,42-17-1,-51 25-157,0-1 0,1 2 0,-1-1-1,1 2 1,-1-1 0,1 1 0,0 1 0,-1 0-1,1 1 1,17 3 0,0 4 83,0 0 1,0 2-1,-1 1 0,-1 2 1,0 0-1,-1 2 0,0 1 0,-1 0 1,-1 2-1,0 1 0,-2 1 0,0 1 1,-2 1-1,0 1 0,-1 1 1,-2 0-1,0 1 0,-2 1 0,0 0 1,-2 2-1,-1-1 0,-2 1 1,0 1-1,9 49 0,-10-8 76,-3-1 1,-3 77-1,-5-88-156,-3 0 0,-2 0 0,-2 0 0,-3-2 1,-24 70-1,14-58-152,-3-2-1,-3 0 1,-46 76 0,51-103-559,-2-2-1,-2-1 1,-1-1 0,-2-2 0,-1-1 0,-47 38 0,44-43-1475,-74 41 1,-56 10-4389</inkml:trace>
</inkml:ink>
</file>

<file path=ppt/ink/ink1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8:52.9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200 372 5426,'0'0'2935,"-25"0"-1601,-122 0 1233,144 0-2326,-14 0 675,17 0-875,0 0 1,0 0 0,-1 0-1,1 0 1,0 0-1,0 0 1,-1 0 0,1 0-1,0-1 1,0 1-1,0 0 1,-1 0 0,1 1-1,0-1 1,0 0 0,-1 0-1,1 0 1,0 0-1,0 0 1,0 0 0,-1 0-1,1 0 1,0 0-1,0 0 1,0 0 0,-1 1-1,1-1 1,0 0-1,0 0 1,0 0 0,0 0-1,-1 1 1,1-1 0,0 0-1,0 0 1,0 0-1,0 1 1,0-1 0,0 0-1,0 0 1,0 0-1,0 1 1,0-1 0,15 3 811,196 6 1346,6-8-1124,86-1-472,84-2 21,69-6 262,819-54 1293,-2-25-538,-845 55-1150,-69 0 11,-88 3-81,-222 23-308,-4 2 123,0-2-1,87-24 0,-129 29-184,-1 1-1,0-1 0,1 0 1,-1 0-1,0 0 0,0 0 1,0 0-1,0-1 1,0 1-1,0 0 0,0-1 1,0 0-1,0 1 0,-1-1 1,1 0-1,-1 0 0,1 0 1,0-3-1,-1 2 40,0-1 0,0 0 0,-1 1-1,0-1 1,1 0 0,-1 0 0,-1 1-1,1-1 1,-1-4 0,1 7-88,0 1-2,0-1-1,0 0 1,-1 0-1,1 0 0,0 1 1,0-1-1,0 0 1,0 0-1,-1 1 1,1-1-1,0 0 1,-1 0-1,1 1 1,-1-1-1,1 0 1,-1 1-1,1-1 1,-1 1-1,1-1 1,-2 0-1,0 0-228,0 0 1,0 1-1,0-1 1,-1 1-1,1-1 0,0 1 1,0 0-1,0 0 1,-3 0-1,-143 9-7134,-1-6 989</inkml:trace>
</inkml:ink>
</file>

<file path=ppt/ink/ink1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9:12.1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 22 560,'0'0'5277,"-27"0"-2382,-11 0 141,27 0-878,28 0-1483,255 0 865,-274 0-1239,-161-10 9,163 10-345,37 0 430,-17 0-328,218 0-153,-244 1 259,-129-4 60,75-2-207,55 3-36,4 2-52,1-1-95,0 0 141,0 0 109,0 451 1572,0-450-1785,0 0 0,0 1 0,0-1 0,0 1 0,0-1 0,0 1 0,0-1 1,0 0-1,1 1 0,-1-1 0,0 1 0,0-1 0,0 0 0,1 1 0,-1-1 0,0 0 0,0 1 0,1-1 0,-1 0 0,0 1 0,1-1 0,-1 0 0,0 1 0,1-1 1,-1 0-1,1 0 0,-1 0 0,0 1 0,1-1 0,-1 0 0,1 0 0,0 0 0,17 0-5137,-9 0 3096,19 0-4989</inkml:trace>
</inkml:ink>
</file>

<file path=ppt/ink/ink1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9:12.5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245 0 6675,'0'0'7262,"-16"13"-6816,14-11-426,-18 14 211,2 1 1,0 1-1,1 0 0,-25 36 0,27-31-26,1 0 0,1 2 1,1-1-1,1 1 0,1 1 0,2 0 0,0 0 1,2 1-1,1 0 0,-3 43 0,7-56-142,1 8 50,3 39 0,-2-54-109,0 1 1,1-1-1,0 0 1,0 0-1,1 1 1,0-2-1,0 1 1,1 0-1,4 6 1,1-2-96,0 0 0,0-1 1,1-1-1,0 0 0,0 0 1,1-1-1,0 0 1,1-1-1,0 0 0,0-1 1,0 0-1,1-1 0,0 0 1,22 4-1,6-1-2103,0-2 0,0-2 0,63-1 0,-37-3-2506</inkml:trace>
</inkml:ink>
</file>

<file path=ppt/ink/ink1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9:12.9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59 7331,'0'0'9479,"7"-11"-9132,-4 6-324,-1 0-18,1 1 0,0-1-1,0 1 1,0 0 0,5-5 0,-7 8-4,0 0-1,0 0 1,1 0-1,-1 0 0,0 0 1,1 0-1,-1 0 1,0 1-1,1-1 1,-1 1-1,1-1 1,-1 1-1,1-1 0,-1 1 1,1 0-1,-1 0 1,1 0-1,0 0 1,-1 0-1,1 0 1,-1 0-1,1 0 0,-1 1 1,1-1-1,-1 1 1,3 0-1,4 3 3,0 1-1,0 0 0,0 1 1,-1-1-1,1 2 0,-2-1 1,1 1-1,0 0 1,-1 0-1,-1 0 0,10 17 1,-8-13 1,-1 0 0,-1 1 0,0 0 0,-1-1-1,0 2 1,-1-1 0,0 0 0,2 20 0,-5-22 4,1 0 0,-1 0 0,-1-1 0,-3 18 0,3-22 7,0-1 0,-1 1 0,0-1 0,0 1 0,0-1 0,0 0 0,-1 0 0,1 0-1,-1 0 1,0 0 0,-6 4 0,1 0 227,-2 0 0,1-1-1,-1 0 1,0 0 0,0-1 0,-1-1-1,0 0 1,0 0 0,0-1 0,0-1 0,-1 0-1,1 0 1,-1-1 0,0 0 0,-22-1 1203,35-1-1357,133 7-164,28-1-733,-136-7-587,0-1-1,28-6 0,-43 5-162,-1 1-1,1-2 0,-1 1 0,1-1 0,12-8 0,0-3-5277</inkml:trace>
</inkml:ink>
</file>

<file path=ppt/ink/ink1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9:13.3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52 5442,'0'0'10715,"0"-11"-9982,0-24-460,0 30-117,0 29 53,0 299 455,4-321-4481,-3-2 3436,-1 1-1,1-1 0,-1 0 1,1 0-1,-1 0 0,1 0 0,0 0 1,-1 0-1,1 0 0,-1 0 1,1 0-1,-1 0 0,1 0 1,-1-1-1,1 1 0,-1 0 0,1 0 1,12-4-5635</inkml:trace>
</inkml:ink>
</file>

<file path=ppt/ink/ink1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9:13.6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257 1 6435,'0'0'7950,"-12"10"-7584,-24 20 53,-10 9 945,-67 44 1,108-80-1173,1 0 0,-1-1 0,0 1 0,-10 2-1,-1-3 3940,26-1-4157,0 0-1,-1 0 1,1 1-1,0 0 1,-1 1 0,0 0-1,9 4 1,65 35-135,-50-24-155,28 16-1189,35 19-3566,-82-47 3191,1 0 0,0-1 0,0 0 1,28 5-1,0-7-4094</inkml:trace>
</inkml:ink>
</file>

<file path=ppt/ink/ink1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9:14.0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229 0 6643,'0'0'7521,"8"12"-7065,4 5-161,-1 1 0,-1 0 0,0 1 0,8 24 0,-7-7 168,-2 1 0,-1 0-1,2 40 1,-2 114 685,-8-174-1092,0-1-1,-1 1 0,-1-1 1,-1 1-1,0-1 1,-1 0-1,-1 0 1,0-1-1,-1 1 0,-1-1 1,0 0-1,-1-1 1,-1 0-1,0 0 1,-1-1-1,0 0 0,-23 21 1,18-19-178,-1-2-1,-1 0 1,0-1 0,-1-1 0,0-1 0,-1 0 0,0-1-1,0-1 1,-27 7 0,28-13-1601</inkml:trace>
</inkml:ink>
</file>

<file path=ppt/ink/ink1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9:14.4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39 4930,'0'0'10477,"-3"0"-8906,-7-3 1260,25-1-2079,35-3-1134,-42 6 628,44-5-485,74-8 216,-43 11-5781,-76 3 1602</inkml:trace>
</inkml:ink>
</file>

<file path=ppt/ink/ink1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9:14.7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36 6275,'0'0'10917,"53"0"-10085,-10 0-336,11 0-367,10 0-129,8 0-64,14-2-1889,7-12-2065,6-6-2993</inkml:trace>
</inkml:ink>
</file>

<file path=ppt/ink/ink1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9:21.9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204 17 80,'0'0'3943,"-6"-1"-3166,-22-5 1113,0 2 0,0 0 1,0 2-1,-39 3 0,48-1 877,22 0-2284,405 0 2388,-554 0-1353,146 3-1582,0 61 2,7 240 228,-6-286-580,-1-12 529,1 1 1,-1 0-1,1 0 1,0 0-1,3 6 1,-4-11-341,1 0 0,0-1 0,0 1 1,0 0-1,0-1 0,0 1 0,0-1 1,0 0-1,3 3 0,-3-3-318,1 0 0,-1 0 0,1 0 0,0 0-1,-1 0 1,1 0 0,0-1 0,-1 1 0,1-1 0,0 1 0,2-1-1,17 1-5704,3-1-947</inkml:trace>
</inkml:ink>
</file>

<file path=ppt/ink/ink1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9:22.3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253 4 6499,'0'0'9492,"-10"-1"-8787,7 0-690,0 0 1,0 1-1,-1 0 1,1-1-1,0 1 1,-1 1-1,1-1 1,0 0-1,-1 1 1,1 0-1,0-1 1,0 1 0,-1 1-1,1-1 1,0 0-1,0 1 1,1-1-1,-1 1 1,0 0-1,0 0 1,1 0-1,-1 1 1,1-1-1,0 0 1,-1 1-1,1 0 1,-2 3 0,-15 22 119,0 2 0,3 0 0,0 0 1,2 2-1,1 0 0,1 0 1,2 1-1,-6 36 0,6-14 99,3 1 0,3 0 0,1 0 0,7 67 0,-3-111-241,0-1 0,1 1 0,1-1 0,0 0 0,0 0 0,1 0 0,0 0 0,1-1 0,0 0 0,1 1 0,0-2 0,1 1 0,0-1 0,0 0 0,1 0 0,0-1 0,1 0 0,0-1 0,0 0 0,0 0 0,1-1 0,0 0 0,0-1 0,1 0 0,-1 0 0,21 5 0,0-3-1252,1-1 0,0-2 0,-1-1 1,1-1-1,54-5 0,2-5-3778</inkml:trace>
</inkml:ink>
</file>

<file path=ppt/ink/ink1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9:23.2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62 2593,'0'0'12670,"-6"-7"-11000,-19-25-635,25 32-1019,-1 0 0,1-1 0,0 1 0,-1 0 0,1 0 0,0-1 0,0 1 0,-1 0 0,1-1 0,0 1 0,0 0 0,-1-1 0,1 1 0,0-1 0,0 1 0,0 0 0,0-1 0,0 1 0,0-1 0,0 1 0,0 0 0,0-1 0,0 1 0,0-1 0,0 1 0,0 0 0,0-1 0,0 1 0,0-1 0,0 1 0,0 0 0,0-1 0,1 1 0,-1 0 0,0-1 0,0 1 0,1 0 1,-1-1-1,0 1 0,0 0 0,1-1 0,14-2-2,-11 3 38,15-2-62,0 0 0,0 1 0,0 1 1,1 1-1,-1 1 0,27 5 0,-38-5 4,0 1 0,0-1 0,0 2 0,0-1 0,0 1 0,-1 0 0,0 0 0,0 1 0,0 0 0,0 1 0,-1-1 0,0 1 0,0 0 0,0 1 0,-1 0 0,9 14 0,-11-14 5,0 0 0,0 0 0,-1 0-1,0 0 1,0 1 0,-1-1-1,0 1 1,0-1 0,-1 1 0,0 14-1,-1-9 3,1-9 5,-1 1-1,0 0 1,0 0-1,-1-1 1,1 1-1,-1 0 1,0-1-1,0 0 1,-1 1 0,1-1-1,-1 0 1,0 0-1,0-1 1,0 1-1,-1 0 1,0-1-1,1 0 1,-1 0-1,0 0 1,-7 3 0,4-1 204,-2 0 1,1-1 0,0 0 0,-1-1 0,0 1 0,0-2 0,0 1-1,0-1 1,0-1 0,-14 1 979,-5-2-173,0 0-1012,14-1-38,-1 1 0,1 0 1,-22 4-1,33-4 33,-1 7-27,20-7-101,344 24 525,-352-24-399,103 7 184</inkml:trace>
</inkml:ink>
</file>

<file path=ppt/ink/ink1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9:23.6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92 5026,'0'0'11213,"0"-13"-9657,0-31-588,0 10 2701,0 37-3699,0 26-52,1 0 1,8 47-1,-3-40-24,-2 1 0,0 63 0,-4-100-120,0 1 0,0-1-1,0 0 1,0 1 0,0-1-1,0 1 1,0-1 0,1 0-1,-1 1 1,0-1 0,0 0-1,0 1 1,1-1 0,-1 0-1,0 1 1,0-1 0,1 0-1,-1 0 1,0 1 0,1-1-1,-1 0 1,0 0-1,1 1 1,-1-1 0,1 0-1,-1 0 1,0 0 0,1 0-1,-1 0 1,0 0 0,1 0-1,-1 0 1,1 0 0,-1 0-1,0 0 1,1 0 0,-1 0-1,1 0 1,-1 0 0,0 0-1,1 0 1,0 0 0,3-1-833,11 1-4739</inkml:trace>
</inkml:ink>
</file>

<file path=ppt/ink/ink1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9:24.0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223 40 5186,'0'0'11696,"0"-8"-10935,0 2-664,0-14 51,-3 15-83,-3 10 20,-10 14 109,-1-1 0,-1 0 1,0-1-1,-2-1 1,0-1-1,0-1 1,-33 17-1,50-29-141,1-1 42,-1 0 0,1 1 0,-1-1 1,1 0-1,-1 0 0,1-1 0,-1 1 0,-5 0 2669,10-1-2783,4 1-5,1 0 0,-1 1-1,0-1 1,1 1 0,-1 1 0,0-1 0,0 1-1,0 0 1,9 6 0,15 7 23,163 60-780,-137-56-2511,0 2-3517,-26-12-80</inkml:trace>
</inkml:ink>
</file>

<file path=ppt/ink/ink1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9:24.3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455 9 6851,'0'0'10341,"-2"-3"-9749,2 3-585,-1 0-1,1-1 1,0 1 0,-1-1-1,1 1 1,0 0 0,-1-1-1,1 1 1,0 0 0,-1-1-1,1 1 1,-1 0-1,1 0 1,-1-1 0,1 1-1,-1 0 1,1 0 0,0 0-1,-1 0 1,1 0 0,-1 0-1,1-1 1,-1 1 0,1 0-1,-1 0 1,1 1-1,-1-1 1,1 0 0,-1 0-1,1 0 1,-1 0 0,1 0-1,-1 0 1,1 1 0,-1-1-1,1 0 1,0 0-1,-1 1 1,1-1 0,-1 0-1,1 1 1,0-1 0,-1 0-1,1 1 1,-15 27 171,6-9-57,-17 29 353,-3-2 0,-1-1-1,-58 66 1,-125 109-113,202-209-384,8-8-358,-4 5-183,5-2-2880</inkml:trace>
</inkml:ink>
</file>

<file path=ppt/ink/ink1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9:24.7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 7523,'0'0'9794,"15"-2"-9167,52-5-133,-65 7-481,1-1 0,-1 1 1,1 0-1,-1 0 0,1 0 1,-1 0-1,1 1 0,-1-1 1,1 1-1,-1-1 0,1 1 0,-1 0 1,0 0-1,1 0 0,-1 0 1,0 0-1,0 1 0,0-1 1,0 1-1,0-1 0,0 1 1,0 0-1,0 0 0,-1 0 1,1 0-1,-1 0 0,1 0 0,-1 0 1,2 5-1,-1 1-6,0 0 0,0 0 0,-1 1 0,0-1 0,-1 0 0,0 16 0,0-10 14,0-11-10,-1 1-1,1 0 0,-1-1 0,1 1 0,-1 0 1,0-1-1,0 1 0,-1-1 0,1 0 0,-1 1 1,1-1-1,-1 0 0,0 0 0,0 0 0,-1 0 1,1 0-1,-1 0 0,1-1 0,-1 1 1,-4 2-1,-2 1 281,0-1 1,-1 0-1,0 0 1,0-1-1,-20 6 1778,44-10-1645,49-1-576,-1-2 0,1-3 0,63-15 0,-120 20-211,30-11-2031,-34 11 1884,0 0 1,0 0-1,0-1 0,0 1 0,0-1 0,-1 1 1,1-1-1,0 0 0,1-1 0,5-11-5551</inkml:trace>
</inkml:ink>
</file>

<file path=ppt/ink/ink1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9:25.1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0 7924,'0'0'9255,"6"3"-8863,5 3-237,-1 0 0,0 1 0,0 0 0,-1 1 0,0 0 0,0 0 0,-1 1 0,0 0 0,0 0 0,-1 1 0,-1 0 0,1 0 0,4 12 0,6 13 93,-1 1-1,21 70 1,-29-72-158,-1 0-1,-1 0 1,-2 1-1,-2 0 1,-1 0-1,-7 62 1,4-81-40,-2 0 0,0-1 0,0 1 0,-2-1 1,0 0-1,-1 0 0,0-1 0,-1 1 0,-17 21 0,13-20-372,-1 0 1,-28 24-1,28-29-1002,0-1 0,-1 0 0,-21 12 0,6-9-5255</inkml:trace>
</inkml:ink>
</file>

<file path=ppt/ink/ink1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00:34.5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 58 512,'0'0'5867,"-27"0"-2247,13-4-2379,14 4-1218,0 0-1,0 0 1,0 0-1,0 0 1,0 0 0,0 0-1,0 0 1,0 0-1,0 0 1,0 0-1,0-1 1,0 1-1,0 0 1,0 0-1,0 0 1,0 0-1,0 0 1,0 0-1,0 0 1,0 0-1,0 0 1,0-1-1,0 1 1,0 0-1,0 0 1,0 0-1,0 0 1,0 0-1,0 0 1,0 0-1,0 0 1,0 0-1,0 0 1,0 0 0,0-1-1,0 1 1,0 0-1,0 0 1,1 0-1,-1 0 1,0 0-1,0 0 1,0 0-1,0 0 1,0 0-1,0 0 1,0 0-1,0 0 1,0 0-1,0 0 1,1 0-1,-1 0 1,0 0-1,0 0 1,0 0-1,0 0 1,0 0-1,0 0 1,28-5 558,65-5-243,134-10 314,-191 17 911,-42 3-1531,-387 5-98,368-4 21,55 0-4,3-3 136,38-6-1,-37 4-297,40-1 1</inkml:trace>
</inkml:ink>
</file>

<file path=ppt/ink/ink1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00:36.7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46 672,'0'0'4845,"-14"0"-4314,-62 6 4041,82-5-2701,620-1 864,-621 0-2700,7 1 136,0-1 0,0-1 0,0 0 0,0 0 0,0-2 0,0 1 0,12-5 0,-29 7-88,0 0 0,1 0 1,-1 0-1,0-1 0,-8-1 0,-14-2 136,-316 5-286,177 21 15,37-3 0,125-18 77,11-1 36,23 0 70,-17-1-108,301-24 56,-158 9-11,143-14 295,-417 27 37,-518 27-486,623-20 15,13-4 66,0 0 0,0 0-1,-1 0 1,1 0 0,0 0 0,0 0 0,0 0-1,0 0 1,0 0 0,0 0 0,0 1 0,0-1-1,0 0 1,0 0 0,0 0 0,0 0 0,0 0-1,0 0 1,0 1 0,0-1 0,0 0 0,0 0-1,0 0 1,0 0 0,0 0 0,0 0 0,0 0-1,0 1 1,0-1 0,0 0 0,0 0 0,0 0-1,0 0 1,0 0 0,0 0 0,0 0 0,0 1-1,0-1 1,0 0 0,0 0 0,0 0 0,1 0-1,-1 0 1,0 0 0,0 0 0,2 1-19,0 1-1,0-1 1,-1 0 0,1-1 0,0 1 0,1 0 0,-1-1-1,0 1 1,2 0 0,56 5 40,1-2 0,79-5-1,-45-1 23,-26 3-11,-10 0 12,103-10 0,-162 9-25,0 0 0,1 0 0,-1 0 1,0 0-1,0 0 0,0 0 0,0 0 1,0 0-1,1 0 0,-1 0 1,0 0-1,0 0 0,0 0 0,0 0 1,1 0-1,-1 0 0,0 0 1,0 0-1,0 0 0,0-1 0,0 1 1,1 0-1,-1 0 0,0 0 0,0 0 1,0 0-1,0 0 0,0 0 1,0 0-1,0-1 0,1 1 0,-1 0 1,0 0-1,0 0 0,0 0 1,0 0-1,0-1 0,0 1 0,0 0 1,0 0-1,0 0 0,0 0 1,0-1-1,0 1 0,0 0 0,0 0 1,0 0-1,0-1 0,-7-6 133,6 7-120,1-1 1,-1 1-1,0-1 1,0 0 0,1 1-1,-1-1 1,0 0-1,1 0 1,-1 1 0,1-1-1,-1 0 1,1 0-1,-2-2 1,2 3 1,-6 0-2603,-17 0-1844,-14 0-2303</inkml:trace>
</inkml:ink>
</file>

<file path=ppt/ink/ink1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9:15.1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355 97 6211,'0'0'7758,"-28"-16"-7331,-90-47-94,111 60-284,1 0 0,-1 1-1,1 0 1,-1 0-1,0 0 1,-10-1-1,14 3-21,0 0 0,0 0 0,-1 1 1,1-1-1,0 1 0,0 0 0,0 0 0,-4 1 0,5-1-10,-4 2 23,0 0 1,0 1 0,0-1 0,1 1 0,-1 0 0,1 0-1,0 1 1,0 0 0,1 0 0,0 0 0,-1 0-1,2 1 1,-1-1 0,-4 11 0,3-7-23,1 1 1,0 0-1,1 0 1,0 0 0,0 0-1,1 0 1,0 1-1,0 16 1,3-25-3,-1 1 0,0-1 0,0 1 0,1-1 0,0 1 0,-1-1 1,1 1-1,0-1 0,0 0 0,0 1 0,1-1 0,-1 0 0,0 0 1,1 0-1,0 0 0,-1 0 0,1 0 0,0 0 0,0-1 0,0 1 0,0 0 1,0-1-1,0 0 0,1 0 0,-1 1 0,0-1 0,1 0 0,4 0 0,7 3 128,0-1-1,0 0 0,0-2 0,15 1 0,-13-1 50,32 1 242,37 3 109,-76-4-511,1 1 0,-1 0 0,0 0-1,0 1 1,0 0 0,12 6 0,-17-6-35,0 0 0,0 0 0,0 0 0,-1 0 0,1 1 1,-1-1-1,0 1 0,0 0 0,-1 0 0,1 0 0,-1 0 0,1 1 0,-2-1 0,1 1 0,0-1 1,-1 1-1,0-1 0,1 7 0,1 6 14,-2-1 1,0 1-1,-2 31 0,1-47-5,-1 1-1,1 0 0,0-1 1,-1 1-1,1-1 0,-1 1 1,1-1-1,-1 1 0,0-1 1,0 1-1,0-1 0,0 0 0,0 0 1,0 1-1,0-1 0,0 0 1,0 0-1,-3 2 0,1-1 42,-1 0-1,0 0 0,0 0 0,0 0 0,0-1 0,0 0 0,-5 2 0,-7-1 280,1 0 0,-30 0 0,22-1-231,0-1 0,1-1 0,-1-1 0,0-1 0,1-1 1,-43-14-1,-29-20-723</inkml:trace>
</inkml:ink>
</file>

<file path=ppt/ink/ink1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9:15.4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280 16 6195,'0'0'8732,"-20"-4"-8281,-2 0-257,-43-4 1,60 8-154,1 1 1,-1-1-1,0 1 0,1 0 0,-1 0 0,1 1 1,-1-1-1,1 1 0,0 0 0,-1 0 0,1 0 1,0 1-1,0 0 0,1-1 0,-1 1 0,-6 7 1,2-1 55,0 1 1,1 0 0,0 1 0,-8 15 0,7-8 4,0 0-1,2 0 0,0 1 1,1-1-1,1 1 1,-4 33-1,5-13 18,2 0 0,6 54 0,-4-80-106,1-1 0,1 1 0,0 0 0,0-1 0,2 1 0,-1-1 0,2 0 0,-1-1 0,2 1 0,-1-1 0,1-1 0,1 1 0,0-1 0,19 18 0,-15-18-145,0 0-1,1-1 0,0 0 0,1-1 1,-1 0-1,2-1 0,-1-1 0,1 0 1,0-1-1,0-1 0,31 5 0,-3-4-1830,51-1-1,-3-8-3740,-25-8-1291</inkml:trace>
</inkml:ink>
</file>

<file path=ppt/ink/ink1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9:16.2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328 126 6947,'0'0'9485,"-8"6"-9245,-65 51 711,-37 26 445,90-70-1113,-1 0 0,0-1 0,-39 15 0,54-25-12,-2 2 2362,17 5-2448,27 14-254,1-1 1,1-3-1,1-1 0,70 23 1,-72-31-2178,46 7 1,-47-13-2054,-13-4-1385,-1 0-2019</inkml:trace>
  <inkml:trace contextRef="#ctx0" brushRef="#br0" timeOffset="1">652 1 5811,'0'0'11898,"4"6"-11609,66 101 1285,11 16-171,-69-100-1274,-1 0 0,0 1 1,-2 0-1,-1 1 0,-1 0 1,-1 1-1,-1-1 0,-1 1 0,-2 0 1,0 36-1,-2-51-123,-1-1 0,0 1 0,-1 0 1,0-1-1,0 1 0,-1-1 0,-1 0 0,0 0 1,-6 12-1,2-9-51,-1-1 0,1 1 0,-2-1 0,0-1 0,0 0 0,-13 10-1,2-4-696,-1-1 0,0 0 0,-1-2 0,-1-1 0,0-1 0,-35 13 0,-65 12-6745,123-37 7421</inkml:trace>
</inkml:ink>
</file>

<file path=ppt/ink/ink1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9:26.5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6 5507,'0'0'11781,"-22"0"-11157,49 0-400,13 0 48,14 0 1,7 0-177,1 0-96,-9-3-1089,-10 1-1440,-8 2-1313,-14 0-1712</inkml:trace>
</inkml:ink>
</file>

<file path=ppt/ink/ink1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9:26.9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 5218,'0'0'11654,"107"9"-10374,-46-9-783,6 0-257,5 0-240,3-2-993,-5-12-3681,-1 2-6099</inkml:trace>
</inkml:ink>
</file>

<file path=ppt/ink/ink1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9:27.5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333 78 5186,'0'0'7188,"-28"-15"-6209,28 15-979,-35-19 279,-48-17-1,79 34-264,0 1-1,-1 0 0,1 0 1,-1 0-1,0 0 1,1 1-1,-1 0 0,1 0 1,-1 0-1,0 0 0,1 1 1,-1 0-1,1 0 1,-1 0-1,1 0 0,-1 1 1,1 0-1,0 0 0,0 0 1,0 0-1,0 1 1,0-1-1,1 1 0,-6 5 1,2-3 28,1 0-2,0 1 0,0-1 0,1 1 0,0 0 0,0 1 0,0-1 0,1 1 0,0 0 0,0 0 1,-4 11-1,6-14-32,1 0 1,-1 0-1,1 0 0,0 1 1,1-1-1,-1 0 1,1 1-1,0-1 1,0 0-1,0 0 1,0 1-1,1-1 0,-1 0 1,1 0-1,1 1 1,-1-1-1,0 0 1,1 0-1,0 0 1,0-1-1,4 7 0,-1-5 12,-1 1-1,2-2 0,-1 1 1,1 0-1,-1-1 0,1 0 1,10 5-1,51 20 292,-50-22-179,37 14 8,-2 2 0,0 2 0,55 38 0,-105-62-129,0 0-1,0 0 1,0 0-1,0 1 1,0-1-1,0 1 1,0 0-1,-1-1 0,1 1 1,0 0-1,-1 0 1,0 0-1,0 0 1,1 0-1,-1 0 1,0 0-1,0 0 0,-1 1 1,1-1-1,0 0 1,-1 1-1,0-1 1,1 4-1,-2-5 23,1 1-1,0-1 0,-1 0 1,1 0-1,-1 0 1,0 0-1,1 0 1,-1 0-1,0 0 0,0-1 1,0 1-1,1 0 1,-1 0-1,0 0 0,0-1 1,0 1-1,0-1 1,0 1-1,0-1 1,-1 1-1,1-1 0,0 1 1,0-1-1,0 0 1,-2 1-1,-37 7 553,33-7-441,-49 6 507,-81 0 1,53-6-5741,61-1 2135</inkml:trace>
</inkml:ink>
</file>

<file path=ppt/ink/ink1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9:27.8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327 9 8036,'0'0'9858,"-13"-3"-9477,10 2-375,-1 0 0,1 0 0,0 0 0,-1 0 0,1 1 0,-1 0 0,1 0 1,-1 0-1,1 0 0,0 0 0,-1 1 0,1-1 0,-1 1 0,1 0 0,0 0 0,0 0 0,-1 0 0,1 1 0,0 0 0,0-1 0,0 1 0,1 0 1,-1 0-1,0 0 0,1 1 0,-1-1 0,1 1 0,0-1 0,0 1 0,0 0 0,0 0 0,-2 5 0,-25 41 314,3 1-1,-38 105 0,35-66 355,-16 94-1,36-129-367,3 1 0,1 95 0,4-141-299,2 1 0,-1-1-1,1 0 1,1 0 0,-1 0 0,2 0 0,-1 0-1,1 0 1,1 0 0,-1-1 0,2 1 0,-1-1-1,1 0 1,0 0 0,1-1 0,-1 1 0,2-1-1,-1-1 1,11 10 0,-7-8-37,1 0 0,0-1 1,0 0-1,1 0 0,0-1 0,0-1 0,0 0 1,1-1-1,23 6 0,-15-7-854,0 0 0,0-1 0,0-2 0,0 0 0,29-3-1,-45 2 248,0 0 0,0 0 0,-1 0-1,1 0 1,0-1 0,-1 0-1,6-2 1,-4 0-908,-1 0 1,1 0-1,-1-1 0,5-4 1</inkml:trace>
</inkml:ink>
</file>

<file path=ppt/ink/ink1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9:28.2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0 9236,'0'0'9863,"-1"4"-9481,-2 19-34,1 0-1,0 0 1,4 44-1,-1-14 61,-1 7-122,3 0 0,2 0 0,16 74 1,-20-133-414,3 11-915</inkml:trace>
</inkml:ink>
</file>

<file path=ppt/ink/ink1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9:28.5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1 248 7139,'0'0'11301,"42"-132"-10740,-9 103-305,4 2-144,-2 3-112,-3 5-16,-5 7-640,-9 7-1121,-4 5-1153,-22 31-11060</inkml:trace>
</inkml:ink>
</file>

<file path=ppt/ink/ink1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9:28.9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127 39 7075,'-67'-39'10645,"75"39"-10229,19 5-112,10-2 209,3 1-369,3 1-144,0 2-48,-1 1-753,4 4-1808,-11 2-1281,-9 3-1920</inkml:trace>
  <inkml:trace contextRef="#ctx0" brushRef="#br0" timeOffset="1">4 255 5378,'0'0'9541,"-3"0"-9253,8 3-64,22-1-16,16 3 224,10-3-176,11-2-159,1 0-97,-9 3-97,-5-3-719,-11 0-2209,-16 0-3218</inkml:trace>
</inkml:ink>
</file>

<file path=ppt/ink/ink1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9:29.3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 6915,'0'0'13732,"14"-4"-13353,-12 3-369,15-4 27,0 1 0,1 0 0,-1 1 0,29 0-1,-20 2-15,-11 0-21,0 1-1,1 1 1,-1 0-1,0 1 1,22 5-1,-34-6-3,1 0-1,-1 0 0,0 1 0,0-1 1,1 1-1,-1 0 0,0 0 0,0 0 1,-1 1-1,1-1 0,0 0 0,-1 1 0,1 0 1,-1 0-1,0 0 0,0 0 0,0 0 1,0 0-1,-1 0 0,1 1 0,-1-1 1,0 0-1,0 1 0,0-1 0,0 1 1,-1 0-1,1-1 0,-1 6 0,0-4 0,1 1-1,-1-1 0,-1 1 0,1-1 0,-1 1 1,0-1-1,-3 11 0,3-14 9,-1 1 0,1 0-1,-1 0 1,0-1 0,0 1-1,0-1 1,0 1 0,0-1 0,-1 0-1,1 0 1,-1 0 0,1 0 0,-1 0-1,0-1 1,-3 2 0,-6 3 167,-1 0-1,0-1 1,0-1 0,0 0 0,0 0 0,-1-1 0,0-1 0,-19 0 973,35-2-844,35-1-235,-1-2 0,0-1 0,41-11 0,106-37-3992,-127 35 506,6-4-2805,-5-3-3134</inkml:trace>
</inkml:ink>
</file>

<file path=ppt/ink/ink1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6:59:29.6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99 1 11077,'0'0'9028,"136"142"-8243,-85-56-113,-13 20-144,-17 12-384,-21 7 0,-8 3-144,-45-8-48,-25-2-1280,-18-12-2722,-14-15-5331</inkml:trace>
</inkml:ink>
</file>

<file path=ppt/ink/ink1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01:04.7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54 161 992,'0'0'8154,"-4"-19"-7205,-14-58-4,17 72-699,0 1 1,0-1 0,0 1-1,0-1 1,-1 1-1,0 0 1,0-1 0,0 1-1,0 0 1,-1 0 0,-3-4-1,-1-1 170,12 36 331,31 49-758,-21-48 22,14 41-1,-12-17 70,-2 1-1,-3 0 0,8 88 1,-19-121 2035,-1 7-3350,0-14-7374</inkml:trace>
</inkml:ink>
</file>

<file path=ppt/ink/ink1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01:05.3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1 496,'0'0'6179,"0"2"-5891,-1 9 253,-1 0-1,1 1 1,-7 19 0,-4 22 535,0 80 318,10-99 2076,2-35-3492,15 1-5706,8 0 1598</inkml:trace>
</inkml:ink>
</file>

<file path=ppt/ink/ink1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01:05.8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1 1681,'0'0'5864,"0"1"-5637,0 170 3209,0-170-3351,0 1 0,0-1-1,0 1 1,-1-1 0,1 0 0,0 1 0,0-1 0,-1 0 0,1 1 0,-1-1-1,1 0 1,-1 0 0,0 2 0,-4-3 1575,-1-9-1157,6 6-509</inkml:trace>
</inkml:ink>
</file>

<file path=ppt/ink/ink1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01:07.7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108 92 1265,'0'0'8097,"-16"-2"-6489,-76-8 1130,136 8 752,8-1-3539,294-15 807,114-2 117,-139 20 446,-323 0-711,-7-1-441,0-1 0,0 1-1,0-1 1,-15-6 0,-21-4-121,15 7-459,0 2 1,-1 1 0,-52 3 0,48 3-2555,-45 9-1,-21 12-5352</inkml:trace>
</inkml:ink>
</file>

<file path=ppt/ink/ink1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06:45.7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276 3 80,'0'0'8353,"8"0"-6925,25-2-132,-25 2 2986,-24-1-3915,0 1-1,-29 4 1,38-2-361,0 0 0,0 0-1,0 0 1,0 1 0,0 0 0,1 0 0,-1 1 0,-5 4 0,-2 2 8,1 1 0,0 1 0,1 0 0,0 1 0,1 0 1,0 1-1,1 0 0,1 1 0,0-1 0,1 2 1,-8 22-1,6-13 19,2 1 0,1 0 0,2 0 1,0 0-1,2 1 0,-1 41 0,4-61-23,0-1 0,1 0 0,-1 1 0,1-1-1,1 0 1,-1 0 0,1 0 0,0 0 0,0 0 0,1 0-1,5 9 1,-3-9 17,0 1 1,1-1-1,0 0 0,0 0 0,0-1 1,0 0-1,1 0 0,11 6 0,-1-2 72,0-1 0,0 0 0,1-2 0,0 0 1,0-1-1,31 5 0,-3-5 202,73 0 1,-115-5-365,0 0 1,0 0-1,0-1 0,1 1 1,-1-1-1,0 0 0,0 0 1,0-1-1,0 1 0,5-3 1,-7 2-236,0 1 0,0 0 0,-1-1 0,1 1-1,-1-1 1,0 1 0,1-1 0,-1 0 0,0 1 0,0-1 0,0 0 0,0 0 0,0 0 0,0 0 0,0 0 0,-1 0 0,1 0-1,-1 0 1,0 0 0,1 0 0,-1-1 0,0-2 0,0-17-4208,0-4-1377</inkml:trace>
</inkml:ink>
</file>

<file path=ppt/ink/ink1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06:46.1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459 21 2401,'0'0'5181,"-24"-5"-4637,-81-10-47,97 14-435,1 1 0,0 0 0,0 1 0,0 0 1,0 0-1,0 0 0,0 1 0,0 0 0,0 0 0,1 0 1,-1 1-1,1 0 0,0 1 0,-11 7 0,7-5 49,-7 5 68,0 1 0,0 0 0,2 2 1,-1 0-1,2 0 0,0 1 0,-15 22 0,20-25-60,1 1-1,1 0 0,0 1 0,1-1 1,0 2-1,1-1 0,0 0 1,1 1-1,1 0 0,-2 25 0,3-17 99,1 0 0,5 44-1,-3-60-153,0 0-1,1 0 0,0 0 1,0 0-1,0 0 1,1 0-1,0-1 0,0 1 1,1-1-1,0 0 1,0 0-1,1 0 0,6 6 1,1-1 69,1-1 0,0-1 1,1 0-1,-1-1 0,2-1 1,-1 0-1,1-1 0,0 0 1,18 3-1,4 0 18,0-1 1,64 3-1,-75-9-314,46 2-384,-29-8-5084,-31-2 376</inkml:trace>
</inkml:ink>
</file>

<file path=ppt/ink/ink1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06:47.0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420 43 1569,'0'0'6397,"2"-7"-4777,7-22 87,-7 22-354,-9 11-70,-27 27-1233,1 1-1,1 1 1,2 1 0,-47 72-1,47-61 85,2 2 1,3 0-1,1 2 0,3 1 1,1 1-1,3 0 0,3 1 0,1 1 1,3 0-1,2 1 0,-1 65 1,8-71 37,6 56 0,-3-88-146,0 0 0,1-1 0,1 1 0,1-1 0,0 0 0,1 0 0,10 19 0,-5-16 0,1-2 0,0 0 0,1 0 0,1-1 1,0-1-1,1 0 0,1-1 0,0-1 0,0 0 0,1-1 0,1-1 1,0 0-1,0-2 0,28 10 0,-3-5-447,0-2 1,1-1-1,0-3 0,0-1 1,65-1-1,-41-7-2983,-59 0 2091,-1 0 1,1 0-1,12-6 1</inkml:trace>
</inkml:ink>
</file>

<file path=ppt/ink/ink1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06:57.2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387 19 768,'0'0'4042,"-6"-1"-3567,-21-5 49,0 1-1,-1 2 1,-46-1-1,69 5-514,0 0 0,0 0-1,1 0 1,-1 0-1,0 1 1,1 0-1,-1 0 1,1 0 0,0 1-1,-8 5 1,-38 33 38,31-24-27,1 0 1,-19 24 0,32-34-16,1-1 1,-1 1-1,1-1 1,1 1-1,-1 0 1,1 1-1,0-1 1,1 0-1,0 1 1,0 0-1,-1 11 1,1 200 138,3-117 59,-1-88-156,1 0 1,1 1-1,0-1 1,0 0-1,1 0 1,1 0-1,1-1 1,0 1-1,0-1 1,12 18-1,-12-22 31,0-1-1,1 0 0,1-1 0,-1 1 1,1-1-1,0-1 0,1 1 0,0-1 0,0 0 1,0-1-1,0 0 0,1 0 0,0-1 1,0 0-1,0-1 0,11 3 0,13 0 493,0-2-1,0-2 0,0-1 1,49-4-1,-77 3-532,46-9 1033,-51 5-140,0 4-955,0-1-1,0 1 1,0-1-1,0 1 1,0-1-1,0 1 1,0 0 0,0-1-1,0 1 1,0-1-1,0 1 1,0-1-1,0 1 1,0-1-1,0 1 1,0 0-1,0-1 1,-1 1-1,1-1 1,0 1-1,0 0 1,-1-1-1,1 1 1,0-1-1,-15 1-2951,-14-2-3210</inkml:trace>
</inkml:ink>
</file>

<file path=ppt/ink/ink1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08:33.9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351 215 2817,'0'0'3642,"-6"-26"-1831,-24-82-135,29 104-1549,0-1-1,-1 1 1,0-1-1,0 1 1,-1 0 0,1 0-1,-1 0 1,0 0 0,0 0-1,0 0 1,0 1-1,-1 0 1,1-1 0,-1 1-1,0 1 1,0-1 0,-5-3-1,2 4 54,0 0 0,0 0 0,-1 0 0,1 1 0,0 0 0,0 0 0,-15 1 0,15 1-143,0 0 1,0-1-1,0 2 1,0-1 0,0 1-1,0 0 1,0 1-1,0 0 1,1 0-1,0 0 1,-1 1-1,1 0 1,0 0-1,1 0 1,-1 1-1,1 0 1,0 0-1,0 0 1,1 1-1,-7 9 1,4-4-28,0 0 0,1 0-1,1 1 1,0 0 0,0 0 0,1 0 0,1 0 0,0 1 0,1-1-1,-2 25 1,4-25-15,0-1 0,0 1 0,1-1 0,4 19 0,-3-25 7,-1-1 0,1 1 0,0-1 1,0 1-1,1-1 0,-1 0 0,1 0 0,0 0 1,0 0-1,0 0 0,0-1 0,1 1 0,4 2 1,2 2 14,0-1 0,1-1 0,0 0 0,0-1 0,0 0 0,1 0 0,0-2 0,0 1 0,16 2 0,-6-3 7,0-1-1,0-1 1,0-1-1,29-3 1,-45 2 1,-1 0 0,1 0 1,0 0-1,0-1 0,0 0 1,-1 0-1,1-1 0,-1 1 1,0-1-1,0-1 0,0 1 0,0-1 1,0 1-1,-1-1 0,1-1 1,-1 1-1,0 0 0,-1-1 1,1 0-1,-1 0 0,0 0 0,0-1 1,0 1-1,-1-1 0,0 1 1,0-1-1,0 0 0,-1 0 1,0 1-1,1-13 0,-2 9 153,1-15 1020,-2-35 1,-4 48-37,4 11-1153,1 0-1,0 0 0,-1 0 1,1 0-1,0 0 1,-1 1-1,1-1 0,0 0 1,-1 0-1,1 1 0,0-1 1,0 0-1,-1 0 1,1 1-1,0-1 0,0 0 1,-1 1-1,1-1 0,0 0 1,0 1-1,0-1 0,0 0 1,0 1-1,0-1 1,0 1-1,-1-1 0,1 0 1,0 1-1,0-1 0,0 0 1,0 1-1,1-1 1,-1 1-1,0-1 0,0 0 1,0 1-1,0-1 0,-1 16-29,-1 17 0,2 46 0,0-70 24,1 0 0,0 0 1,1-1-1,0 1 1,0 0-1,1-1 0,0 1 1,1-1-1,0 0 0,6 10 1,-5-10-5,1-1 1,0 0 0,1 0 0,0 0 0,0-1 0,0 0-1,1 0 1,0 0 0,0-1 0,14 6 0,-10-6-262,0-1-1,1 0 1,0-1 0,0-1 0,0 0-1,0 0 1,16-1 0,-8 0-515,1 0-1224,0-1-1,40-5 0,-44 0-341,30-10-1</inkml:trace>
</inkml:ink>
</file>

<file path=ppt/ink/ink1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08:34.3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47 13 5587,'0'0'12018,"-10"-3"-11516,-14-3-382,11 2-34,39 10 57,168 30 599,-123-26-618,138 40 0,-207-50-103,0 1 0,0-1 0,0 1 0,0 0 0,0 0 0,-1 0-1,1 0 1,0 0 0,0 0 0,-1 1 0,1-1 0,-1 0 0,3 3 0,-4-3 1,0 0 1,0 0 0,0 0 0,1 0-1,-1 0 1,0 0 0,0 0 0,0 0-1,-1 0 1,1 0 0,0 0 0,0 0-1,0 0 1,-1 0 0,1 0 0,-1 0-1,1 0 1,-1 0 0,1 0 0,-1 0-1,1 0 1,-1-1 0,0 1 0,1 0 0,-1 0-1,0-1 1,0 1 0,1 0 0,-1-1-1,-1 1 1,-51 42 442,-63 40 0,-21 17-595,135-100-76,1 1 0,0 0 0,0 0 0,0 1 0,0-1-1,0 0 1,0 0 0,0 0 0,0 1 0,1-1 0,-2 2-1,0 11-5397,2-5-439</inkml:trace>
</inkml:ink>
</file>

<file path=ppt/ink/ink1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08:34.7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450 20 6067,'0'0'12005,"-5"-19"-11701,-25 55 129,-13 7 159,-10 8-224,-6-1-288,-5 3-16,-3-5-64,14-9 0,10-10-784,19-10-1393,16-9-2417</inkml:trace>
</inkml:ink>
</file>

<file path=ppt/ink/ink1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08:35.0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97 6915,'0'0'12809,"0"-16"-11555,0-64 176,1 84-1244,11 35-51,-2 0 0,-2 0 0,-2 1 0,2 73 0,-8-85-922,2-1-1,4 32 1,-4-49 222,0 0 0,1-1-1,0 1 1,0-1 0,1 0 0,0 0 0,1 0-1,0-1 1,9 13 0,16 11-7295</inkml:trace>
</inkml:ink>
</file>

<file path=ppt/ink/ink1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08:35.4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449 1 7203,'0'0'11475,"0"5"-10792,11 186 1046,-11-185-1698,-4 113 381,2-100-386,-1 0 0,0-1 0,-2 0 0,-8 24 0,0-11-93,-1 0 0,-1-1 0,-2-1 0,-1 0 0,-38 47 0,39-57-607,-1-1 0,-1-1 0,-22 17 1,23-21-681,0-2-1,0 0 1,-1-1 0,-22 8 0,-47 10-7448</inkml:trace>
</inkml:ink>
</file>

<file path=ppt/ink/ink1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08:35.9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6115,'0'0'10084,"3"6"-9518,3 4-335,-2 1 0,1-1 0,-1 1 0,4 20 0,7 54 731,-7-34-617,3 0-49,-5-31-32,-2 1 1,2 27-1,-6-55-254,0 0 1,0 0-1,1 0 1,-1 0-1,2 0 0,-1 0 1,1 0-1,0 1 0,0-1 1,1 1-1,0-1 1,0 1-1,1 0 0,-1 0 1,1 0-1,1 0 1,-1 1-1,9-9 0,-5 8-18,0 0 0,0 0 0,0 1 0,1 0 0,-1 1 0,1-1 0,0 2-1,1-1 1,-1 1 0,14-2 0,0 1-27,1 2 0,0 0 0,27 2 0,-44 0 25,0 1-1,0 0 1,0 0 0,-1 1 0,1-1-1,0 1 1,-1 1 0,1-1-1,-1 1 1,0 1 0,0-1 0,0 1-1,0 0 1,-1 0 0,0 0-1,1 1 1,6 8 0,-7-6-2,0 0 0,0 0-1,0 1 1,-1 0 0,0 0 0,0 0 0,-1 0 0,0 0 0,-1 1 0,0 0-1,0-1 1,-1 1 0,1 12 0,-2-11 8,1-2 1,-1 0 1,0 0 0,-2 12-1,1-17 5,1-1 1,-1 0-1,0 1 1,0-1-1,0 0 0,0 1 1,0-1-1,0 0 1,-1 0-1,1 0 0,-1 0 1,1 0-1,-1 0 0,0-1 1,-3 3-1,-1 1 18,-1-1-1,0-1 1,0 1 0,0-1-1,-1-1 1,1 1-1,-1-1 1,1-1 0,-13 2-1,-9 0 142,-35-3-1,38 0-34,14 0-47,0-1 0,0-1-1,0 0 1,0 0 0,0-1 0,0-1-1,1 0 1,-13-6 0,17 7-72,1 0 0,0-1 1,0 0-1,0 0 0,0 0 0,0-1 1,1 0-1,0 0 0,0 0 0,1 0 0,-1-1 1,1 0-1,0 0 0,1 0 0,-5-9 0,8 14-101,0 1-1,-1-1 0,1 1 0,0-1 0,-1 0 0,1 1 0,0-1 0,0 0 0,0 1 0,-1-1 0,1 0 0,0 1 1,0-1-1,0 0 0,0 1 0,0-1 0,0 0 0,0 1 0,0-1 0,1 0 0,-1 0 0,0 1 0,0-1 0,1 1 0,-1-1 1,0 0-1,1 1 0,-1-1 0,0 1 0,1-1 0,-1 0 0,1 1 0,-1 0 0,1-1 0,-1 1 0,1-1 0,-1 1 0,1-1 1,1 1-1,1-1-680,0 0 1,1 1 0,-1 0-1,1-1 1,-1 1 0,7 1-1,2 0-319,48-1-7214</inkml:trace>
</inkml:ink>
</file>

<file path=ppt/ink/ink1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08:36.5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56 41 3922,'0'0'11130,"-11"-7"-9694,-33-22-623,44 29-803,0 0 0,0 0 0,0 0 0,0 0 1,0 0-1,1 0 0,-1 0 0,0-1 0,0 1 0,0 0 0,0 0 0,0 0 0,0 0 0,0 0 0,0 0 0,1 0 0,-1 0 0,0 0 0,0-1 0,0 1 0,0 0 1,0 0-1,0 0 0,0 0 0,0 0 0,0-1 0,0 1 0,0 0 0,0 0 0,0 0 0,0 0 0,0 0 0,0 0 0,0-1 0,0 1 0,0 0 0,0 0 0,0 0 1,0 0-1,0 0 0,0-1 0,0 1 0,0 0 0,17 3 11,240 100 558,-198-76-379,73 44 1,-130-70-199,0 0 0,-1 0 0,1 1 0,0-1 0,-1 0 0,1 1 0,-1-1 0,1 1 0,-1-1 0,0 1 0,0 0 0,0-1 0,0 1 0,0 0 0,0 0 1,0 0-1,0 0 0,-1 0 0,1 0 0,-1 0 0,1 3 0,-1-3 24,-1 0 0,1 1 0,-1-1 0,1 0 0,-1 1 0,0-1 0,0 0 1,0 0-1,0 0 0,0 0 0,-1 0 0,1 0 0,-1 0 0,1 0 0,-1 0 0,0-1 0,-3 3 0,-29 23 310,-1-1 0,-1-2 0,-59 28-1,-125 46 91,189-86-444,30-11-88,1-1 1,-1 0-1,0 0 1,1 1 0,-1-1-1,0 0 1,1 1-1,-1-1 1,0 0 0,1 1-1,-1-1 1,1 1-1,-1-1 1,0 1 0,1-1-1,-1 1 1,1 0-1,0-1 1,-1 1 0,1 0-1,0-1 1,-1 1-1,1 0 1,-1 0-1,2 0-222,-1 0-1,1-1 1,-1 1-1,1-1 1,-1 1-1,1 0 0,0-1 1,-1 1-1,1-1 1,0 1-1,-1-1 0,1 0 1,0 1-1,-1-1 1,1 0-1,0 1 0,0-1 1,0 0-1,-1 0 1,1 0-1,0 1 1,0-1-1,0 0 0,-1 0 1,2 0-1,32 2-7229</inkml:trace>
</inkml:ink>
</file>

<file path=ppt/ink/ink1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08:36.9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 0 7347,'0'0'12214,"-30"89"-11638,30-22 193,0 1-433,0-6-144,0-4-176,0-7-16,0-3-737,0-3-2320,6-4-2658,-6-5-4929</inkml:trace>
</inkml:ink>
</file>

<file path=ppt/ink/ink1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09:45.5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63 236 3394,'0'0'9831,"-10"-14"-8996,-29-47-198,37 58-593,0-1 0,0 1-1,1 0 1,0-1 0,-1 1-1,1-1 1,0 1-1,1-1 1,-1 1 0,1-1-1,0 0 1,-1 1 0,2-1-1,-1 0 1,0 1-1,1-1 1,-1 1 0,1-1-1,0 0 1,0 1-1,1 0 1,-1-1 0,1 1-1,0 0 1,-1 0 0,1 0-1,1 0 1,-1 0-1,0 0 1,1 0 0,0 1-1,-1-1 1,1 1 0,0 0-1,0 0 1,6-3-1,4-1-22,-1 0-1,1 1 0,0 1 1,0 0-1,1 0 0,14-1 1,6 2 14,43 0 1,-68 3-33,-1 1-1,1 0 1,0 0 0,-1 1-1,1 0 1,-1 0 0,1 1 0,-1 0-1,0 0 1,0 1 0,-1 0-1,1 1 1,9 7 0,-8-5-2,0 1 0,-1 1 0,1 0 0,-2 0 0,1 1 0,-2 0 0,1 0 0,-1 0 0,6 15 0,-6-9 6,-1-1 0,0 1 0,-1 0 0,0 0 0,1 21 0,-1 84 351,-4-113-237,-1-1 0,0 0 0,0 0 0,0 0 0,-1 0 0,-5 14 0,6-19-29,0 0 1,0 0-1,0 1 0,0-1 0,0 0 0,-1 0 1,1 0-1,0-1 0,-1 1 0,0 0 0,1 0 1,-1-1-1,0 1 0,0-1 0,0 0 0,0 1 1,0-1-1,0 0 0,0 0 0,-1 0 0,1-1 0,0 1 1,0 0-1,-1-1 0,-3 1 0,6-1-69,-1-1 0,1 1 0,-1 0 0,1 0 0,-1-1 0,1 1 0,0 0-1,-1-1 1,1 1 0,-1-1 0,1 1 0,0-1 0,-1 1 0,1 0 0,0-1 0,0 1-1,-1-1 1,1 1 0,0-1 0,0 0 0,0 1 0,-1-1 0,1 1 0,0-1 0,0 1-1,0-1 1,0 1 0,0-1 0,0 0 0,0-24 67,0 18-24,0-9-51,0-1 1,1 1-1,1-1 0,0 1 0,2 0 0,-1 0 0,2 0 0,0 0 0,1 1 0,1 0 1,11-21-1,-6 18-25,1-1 1,0 2-1,1 0 1,1 0 0,1 2-1,0-1 1,28-18-1,-34 26 2,1 1 0,0 1 0,0 0 1,1 0-1,-1 1 0,1 1 0,0 0 0,1 1 0,-1 0 0,0 1 0,1 0 0,0 1 0,-1 0 0,22 2 0,-32-1 1,0 1 1,0-1-1,0 1 1,0-1-1,1 1 0,-1 0 1,0 0-1,0 0 1,0 0-1,-1 0 1,1 1-1,0-1 0,0 1 1,-1-1-1,1 1 1,1 1-1,0 1 4,-1 0-1,1 0 1,-1 1 0,0-1-1,0 0 1,3 10 0,-1 4-3,0 0 1,1 35 0,-4-49-1,2 299 63,-5-166-837,2-79-2689,0-8-3849</inkml:trace>
</inkml:ink>
</file>

<file path=ppt/ink/ink1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10:46.8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452 42 7203,'0'0'4885,"-29"-7"-2935,-99-22-928,118 27-947,0 1-1,-1 0 1,1 0 0,0 1-1,-1 0 1,1 1 0,0 0-1,0 1 1,0 0-1,-17 6 1,15-3 40,0 1 0,0 1 1,1 0-1,0 0 0,1 1 0,-15 14 1,18-17-69,1 2 1,-1-1 0,2 1 0,-1 0 0,1 0-1,0 1 1,0-1 0,1 1 0,0 0-1,1 0 1,-1 1 0,2-1 0,-1 1 0,1-1-1,0 1 1,1 0 0,0 0 0,1 0-1,-1 0 1,2 0 0,1 15 0,-1-20-40,0 0 0,1 0 0,-1 0 0,1-1 1,-1 1-1,1 0 0,0-1 0,1 1 0,-1-1 0,1 0 0,-1 0 1,1 0-1,0 0 0,0 0 0,0-1 0,1 1 0,4 2 1,6 3 29,-1-2 0,1 0 1,20 6-1,-26-9-15,82 25 140,-38-13-10,64 28 0,-101-36-146,0 1 0,0 0 1,-1 1-1,-1 0 0,1 1 0,-2 0 0,1 2 0,16 19 0,-25-28 16,-1 1 0,-1 0 0,1 0 0,0 0 1,-1 0-1,0 1 0,0-1 0,0 1 0,0-1 0,-1 1 0,0 0 0,0-1 0,0 1 0,-1 0 0,1 0 0,-1 0 1,0 0-1,-1-1 0,0 6 0,0-7 20,0-1 1,0 0-1,0 0 1,0 0-1,0 0 1,-1-1-1,1 1 0,-1 0 1,1 0-1,-1-1 1,0 1-1,0-1 1,0 0-1,1 1 1,-1-1-1,0 0 1,-1 0-1,1 0 1,0 0-1,0-1 1,0 1-1,-5 0 1,0 2 47,-59 19 286,-1-3 0,-136 20 0,129-35-1020,85-14-8185,20-9 1054</inkml:trace>
</inkml:ink>
</file>

<file path=ppt/ink/ink1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10:47.2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220 0 8020,'0'0'9601,"-23"1"-8848,11 0-685,3-1-27,-1 0 1,1 1-1,-1 0 0,1 1 0,-18 5 0,23-5-21,0 0-1,0 0 0,0 1 0,0-1 0,0 1 1,0 0-1,0 0 0,1 0 0,0 0 0,-1 1 0,1-1 1,1 1-1,-1 0 0,0 0 0,1 0 0,0 0 1,0 0-1,-2 6 0,-6 21 148,1 0 1,1 1-1,2 0 0,-2 33 1,2 131 185,6-180-341,0 1 1,2-1-1,0 0 0,0 0 1,2 0-1,8 25 0,-8-32-32,0-1 0,0 1 0,1 0 0,1-1 0,-1 0 0,1 0 0,1-1 0,-1 0 0,1 0 0,0 0 1,1-1-1,8 6 0,-5-6-378,-1 1 1,1-2-1,0 0 1,1 0-1,-1-1 1,1 0-1,0-1 1,0 0-1,17 1 1,-8-2-1990,0-2 0,30-2 0,6-6-4627</inkml:trace>
</inkml:ink>
</file>

<file path=ppt/ink/ink1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10:47.5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 0 8996,'0'0'10570,"-3"19"-10298,-2 19 225,0 0-1,3 60 0,10 39 59,2 56 327,-8-128-4293,-1 1-3371</inkml:trace>
</inkml:ink>
</file>

<file path=ppt/ink/ink1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10:47.9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257 188 6611,'0'0'10893,"-14"26"-9861,0-1-779,-6 12 124,-2 0-1,-38 49 0,51-75-286,-3 5 11,0 0 0,-1-1 0,-1 0 1,-1-1-1,0-1 0,-22 16 1297,38-29-1399,1 1 1,-1 0-1,0 0 0,1-1 1,-1 1-1,0-1 0,1 1 1,-1-1-1,0 0 1,1 0-1,1 1 0,8 1-26,40 15-410,-1 3-1,-1 1 0,80 48 1,-69-27-1693,39 24-4347,-47-37 795</inkml:trace>
  <inkml:trace contextRef="#ctx0" brushRef="#br0" timeOffset="1">800 1 7732,'0'0'9617,"20"22"-8886,-7-9-607,-2-3-28,-1 1 0,1 1 1,-2-1-1,0 2 1,0-1-1,-1 1 0,0 1 1,-2-1-1,1 1 1,-2 0-1,0 1 0,7 28 1,-3 52 403,-4 121 1,-5-208-486,1 13 13,-2 1 0,0-1 0,-2 0 0,0 0 0,-1 0 0,-2-1 0,0 0 0,-1 1-1,0-2 1,-17 29 0,4-15-661,-28 35 0,20-29-2289,14-15-2425</inkml:trace>
</inkml:ink>
</file>

<file path=ppt/ink/ink1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10:48.2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 10549,'0'0'8980,"193"-2"-8740,-121 2-240,-8 0-176,-19 0-2225,-18 0-2513</inkml:trace>
</inkml:ink>
</file>

<file path=ppt/ink/ink1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10:48.6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19 8308,'0'0'10357,"184"10"-9941,-90-10-416,0 0-993,2 0-1936,-5-12-1937,-8-5-2049</inkml:trace>
</inkml:ink>
</file>

<file path=ppt/ink/ink1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10:49.0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229 235 7764,'0'0'5562,"-24"-6"-3454,-6 0-1448,-45-4 0,72 10-595,-1 0-1,1 0 1,-1 0-1,1 1 0,-1-1 1,1 1-1,-1 0 1,1 0-1,0 0 0,-1 0 1,1 1-1,0-1 1,0 1-1,0 0 0,0 0 1,0 0-1,1 0 1,-1 1-1,1-1 0,-1 1 1,1-1-1,-2 4 1,0 0 35,1 0 0,0 0 0,0 0 0,1 1 0,0-1 0,0 1 1,0-1-1,-1 11 0,1 0 90,1 0 1,0 25-1,2-35-157,-1 0 1,1 0-1,0 0 0,1-1 1,0 1-1,0 0 0,0-1 1,1 1-1,3 6 0,1-3-9,1 0 0,0-1 0,0 1 0,1-2 0,12 11 0,56 38 229,-36-28-191,-12-8-51,-1 1 0,-1 1 1,-1 1-1,32 39 0,-57-63-1,-1 1 0,1-1-1,-1 0 1,1 1 0,-1-1-1,0 1 1,1-1 0,-1 1 0,0-1-1,1 1 1,-1-1 0,0 1-1,0-1 1,0 1 0,1-1 0,-1 1-1,0-1 1,0 1 0,0 0 0,0-1-1,0 1 1,0-1 0,0 1-1,0-1 1,0 1 0,0-1 0,0 1-1,0 0 1,-1-1 0,1 1-1,0-1 1,0 1 0,-1-1 0,1 1-1,0-1 1,-1 1 0,1-1 0,-1 1-1,-22 7 562,-32-1-437,0-2-1,-87-3 1,95-2-1485,25-3-1885,10-11-2239</inkml:trace>
  <inkml:trace contextRef="#ctx0" brushRef="#br0" timeOffset="1">975 40 1601,'0'0'16903,"-8"-7"-15846,-25-21-369,33 27-679,-1 1-1,1 0 0,0-1 0,0 1 1,-1 0-1,1-1 0,0 1 0,0 0 1,-1 0-1,1 0 0,0-1 0,-1 1 1,1 0-1,0 0 0,-1 0 1,1 0-1,0-1 0,-1 1 0,1 0 1,0 0-1,-1 0 0,1 0 0,-1 0 1,1 0-1,0 0 0,-1 0 0,1 0 1,0 0-1,-1 0 0,1 0 0,-1 1 1,1-1-1,0 0 0,-1 0 1,1 0-1,0 0 0,-1 1 0,1-1 1,0 0-1,0 0 0,-1 1 0,1-1 1,0 0-1,0 0 0,-1 1 0,1-1 1,0 0-1,0 1 0,0-1 1,-1 1-1,-10 20 355,2 1 1,-15 45-1,13-33-98,-8 28 125,3 1-1,3 0 1,-9 107-1,15 198 299,27-101-289,-4-80-331,-13-143-119,-2-1-8,12 62 0,-11-94-235,0 0 1,1 0-1,1 0 0,0 0 0,0-1 0,1 1 0,0-1 0,1-1 1,0 1-1,12 13 0,-13-18-302,0-1 0,0 1 1,1-1-1,-1 0 1,1-1-1,0 0 0,0 0 1,1 0-1,-1 0 0,0-1 1,1 0-1,0-1 0,-1 1 1,9 0-1,34 0-6509</inkml:trace>
</inkml:ink>
</file>

<file path=ppt/ink/ink1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10:49.3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 55 6019,'0'0'12912,"-1"-12"-11983,0 7-832,-3-26 134,3 25-136,0 17 34,14 370 2253,-10-224-3570,-3-134-9,0-18 646,-1-4 347,1 0 0,0-1-1,0 1 1,0 0 0,0 0-1,0 0 1,0 0 0,0 0-1,0 0 1,0 0 0,0-1 0,0 1-1,1 0 1,-1 0 0,0 0-1,1 0 1,-1-1 0,0 1-1,1 0 1,-1 0 0,1-1-1,-1 1 1,1 0 0,0 0-1,-1-1 1,1 1 0,0-1 0,-1 1-1,2 0 1,13 0-5537</inkml:trace>
</inkml:ink>
</file>

<file path=ppt/ink/ink1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10:49.7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361 0 6995,'0'0'11157,"-15"18"-10306,5-5-683,-25 28 434,-47 44 0,55-60-334,-1-2-1,-1 0 1,0-2 0,-43 22 0,69-42-208,1 1 31,-1-1 0,0 1 1,0-1-1,0 0 0,0 0 0,0 0 0,0-1 0,-4 1 0,6-1 243,3 1-305,-1 0 0,0 0 0,0 0 0,0 0 0,1 0-1,-1-1 1,0 1 0,1-1 0,-1 1 0,1-1 0,-1 1 0,1-1 0,1 1 0,3 0 27,84 27-113,88 33 783,-154-50-2498,34 21 0,-44-23-475,0 1 0,-1 0-1,17 18 1,-7-1-6829</inkml:trace>
</inkml:ink>
</file>

<file path=ppt/ink/ink1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10:50.0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20 7475,'0'0'12294,"155"0"-11558,-56-5-239,2-2-193,-4 5-112,-15-3-192,-17 5 0,-20 0-640,-13 0-1906,-21 0-2160</inkml:trace>
</inkml:ink>
</file>

<file path=ppt/ink/ink1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10:50.4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38 1136 9236,'0'0'8716,"9"22"-8108,25 75-199,-30-88-375,-2-1 0,0 1 0,0 0-1,0 0 1,-1 0 0,0 0 0,-1 15 0,-1-8 28,1-8 18,0-1 1,-1 0-1,0 1 0,-1-1 0,1 0 1,-1 0-1,-1 0 0,1 0 1,-1-1-1,0 1 0,-1-1 0,0 1 1,0-1-1,0 0 0,-1-1 0,0 1 1,0-1-1,0 0 0,0 0 0,-1 0 1,0-1-1,0 0 0,-8 4 0,14-8-49,-1 0-1,1 0 0,0 0 1,0 0-1,0 0 0,0 0 1,0 0-1,0 0 1,0 0-1,0 0 0,0 0 1,0 0-1,0 0 0,-1 0 1,1 0-1,0 0 0,0 0 1,0 0-1,0 1 0,0-1 1,0 0-1,0 0 0,0 0 1,0 0-1,0 0 0,0 0 1,0 0-1,0 0 0,0 0 1,0 0-1,0 0 1,-1 0-1,1 0 0,0 0 1,0 0-1,0 0 0,0 1 1,0-1-1,0 0 0,0 0 1,0 0-1,0 0 0,0 0 1,0 0-1,0 0 0,0 0 1,0 0-1,0 0 0,0 0 1,0 1-1,0-1 1,0 0-1,1 0 0,-1 0 1,0 0-1,0 0 0,0 0 1,0 0-1,0 0 0,0 0 1,0 0-1,0 0 0,0 0 1,0 0-1,0 0 0,0 1 1,9 0 649,21-2-796,-21 1 370,57-5-169,125-28 0,-113 18-1343,69-21-5145,-81 12-438</inkml:trace>
  <inkml:trace contextRef="#ctx0" brushRef="#br0" timeOffset="1">741 0 4738,'0'0'12958,"28"18"-12075,-14-9-751,14 8 199,36 31 0,-50-36-218,-1 0 0,-1 1 0,0 0 0,-1 1 0,0 0 0,11 20 0,-3 3 156,-1 1 0,-2 0 1,-2 2-1,14 56 0,-17-42 42,-3 1 0,4 102-1,-11-128-269,-2 1 1,-1 0-1,-1 0 0,-1-1 0,-2 0 0,-12 38 0,-14 14 82,-54 96-1,15-35-1362,50-91-945,16-25-1011,7-1-3514,4-15-1781</inkml:trace>
</inkml:ink>
</file>

<file path=ppt/ink/ink1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10:50.7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66 9332,'0'0'11061,"230"-10"-10692,-102 10-273,-2 0 48,-16-7-16,-30-3-128,-43 3-881,-31-7-1936,-6-3-3538</inkml:trace>
</inkml:ink>
</file>

<file path=ppt/ink/ink1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10:51.1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 0 9973,'0'0'9716,"-8"157"-9060,8-75-111,0-8-209,0-7-224,0-6-48,0-11-64,0-7-256,0-4-1361,3-10-1585,16-15-3409</inkml:trace>
  <inkml:trace contextRef="#ctx0" brushRef="#br0" timeOffset="1">928 53 10885,'0'0'4682,"-26"-9"-2492,3 0-1783,0 2-1,-45-9 1,65 15-372,0 1 1,-1 0 0,1 0-1,0 0 1,0 1 0,-1-1-1,1 1 1,0 0 0,0 0-1,-1 0 1,1 0 0,0 0-1,0 1 1,1 0 0,-1-1-1,0 1 1,0 0-1,1 0 1,-1 1 0,-2 2-1,-1 2 48,1 1-1,0-1 1,0 1 0,0 0-1,-3 10 1,3-7 7,-6 17 160,0 0 0,2 1 0,1 0 0,1 0 1,2 1-1,0 0 0,3 0 0,1 50 0,1-72-207,0 1 0,1-1-1,0 0 1,1-1 0,0 1-1,0 0 1,0 0 0,1-1 0,0 1-1,1-1 1,0 0 0,0 0-1,0 0 1,1-1 0,0 1-1,0-1 1,1 0 0,0-1-1,0 1 1,9 5 0,-5-4-26,0 0 0,1-1-1,-1 0 1,1-1 0,0 0 0,0-1 0,1-1 0,0 1 0,-1-2 0,1 0 0,0 0-1,0-1 1,0 0 0,0-1 0,0 0 0,0-1 0,12-3 0,-22 4-207,0-1 0,0 1 0,0-1 0,0 0 0,0 1 0,0-1 0,0 0 0,0 0 0,0-1 0,-1 1 0,1 0 0,-1 0 0,1-1 0,0 1-1,-1-1 1,0 1 0,1-1 0,-1 0 0,0 0 0,0 1 0,1-4 0,0-14-5113</inkml:trace>
</inkml:ink>
</file>

<file path=ppt/ink/ink1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09:02.9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8 268 4594,'0'0'7446,"-1"-3"-6405,-1-7-702,1 1 1,-1 0 0,1 0-1,1 0 1,0-1-1,0 1 1,1 0 0,2-12-1,-2 15-286,0 1-1,1-1 1,0 1-1,0-1 1,1 1-1,0-1 1,-1 1-1,2 0 1,-1 0-1,1 1 1,-1-1 0,1 1-1,0 0 1,8-6-1,-3 4-35,0 1 1,0 0-1,1 0 0,-1 1 1,1 0-1,0 1 0,0 0 1,1 1-1,-1 0 0,1 0 1,-1 1-1,1 1 1,-1-1-1,1 2 0,19 2 1,-26-1-19,0-1 1,0 0-1,-1 1 1,1 0-1,0 0 1,-1 0-1,0 0 1,1 1-1,-1-1 1,0 1 0,0 0-1,0 0 1,-1 0-1,1 0 1,-1 0-1,1 1 1,-1-1-1,0 1 1,2 6-1,4 7 15,-1 0 0,8 35 0,-10-26 221,-1 1 0,-2 0 0,-1 49 0,-1-48 940,-1-27-1101,1-1 0,-1 0-1,1 0 1,-1 0 0,1 0 0,-1 0-1,1 0 1,-1 0 0,1 0 0,-1 0-1,1 0 1,-1-1 0,1 1 0,-1 0-1,1 0 1,-1 0 0,1-1 0,0 1-1,-1 0 1,1 0 0,-1-1 0,1 1-1,0 0 1,-1-1 0,1 1 0,0-1-1,-1 1 1,-2-12 47,1 0 0,1 1 1,-1-1-1,2 0 0,0 0 0,1-12 0,0-7-56,-1 21-62,1 1 0,0-1 0,0 1 0,1-1 0,1 1 0,-1 0 0,1 0 0,1 0 0,0 0 1,0 0-1,1 1 0,0 0 0,0 0 0,1 0 0,0 0 0,0 1 0,1 0 0,0 1 1,10-9-1,-4 6-14,-1 1 1,1 0 0,1 1-1,0 0 1,0 2 0,0-1 0,0 1-1,1 1 1,0 1 0,0 0-1,26-1 1,-31 3 1,0 0-1,0 1 1,0 1-1,-1 0 1,13 2-1,-19-2 4,0 0 0,0 0-1,0 0 1,-1 1 0,1-1 0,0 1 0,0 0 0,-1 0-1,0 0 1,1 0 0,-1 0 0,0 0 0,0 0 0,0 1-1,0-1 1,0 1 0,-1 0 0,1-1 0,-1 1 0,2 4-1,3 9 3,-1 1 1,0 1-1,-1-1 0,-1 1 0,1 23 0,-2 92 11,-3-71 1,1 72-268,0-78-3986,2-45-748,12-7-2038</inkml:trace>
</inkml:ink>
</file>

<file path=ppt/ink/ink1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09:03.5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4 4178,'0'0'9015,"0"-3"-8327,0 23-241,-5 241 3001,2-224-3113,-3 23-182,5 100-1,1-159-233,0 0 0,0 0 0,0 0-1,0 0 1,1 0 0,-1 0 0,0-1 0,1 1-1,-1 0 1,1 0 0,-1-1 0,1 1-1,-1 0 1,1 0 0,-1-1 0,1 1-1,0-1 1,-1 1 0,1-1 0,0 1-1,0-1 1,-1 1 0,1-1 0,0 1-1,0-1 1,0 0 0,0 1 0,-1-1-1,3 0 1,28 2-3433,-22-2 2046,26 0-4183</inkml:trace>
</inkml:ink>
</file>

<file path=ppt/ink/ink1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09:03.9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88 4738,'0'0'8778,"-7"17"-7805,-22 58-255,28-71-682,0 0 0,0 0 0,1 0 0,-1 0 0,1 0 0,0 0 0,0 1 0,0-1 0,0 0 0,1 0 0,0 0 0,-1 0 1,2 0-1,-1 0 0,0 0 0,1 0 0,0-1 0,0 1 0,0 0 0,0-1 0,0 1 0,1-1 0,5 6 0,-1-3-7,-1-1 1,1 1-1,0-1 0,1 0 0,-1-1 1,1 0-1,0 0 0,0-1 1,10 3-1,-1-2 42,-1-1 1,1-1 0,0 0-1,29-2 1,-32 0-14,-8 0 7,0-1 0,0 1 0,0-1 0,0 0 0,0-1 0,0 1 0,-1-1 0,1 0 0,0-1 0,-1 1 0,0-1 0,1 0 0,-1-1 0,-1 1 0,1-1 0,0 0 0,-1 0 0,0-1 0,7-8 0,-6 6 45,0-1 1,0 0-1,-1 0 1,0-1-1,-1 1 0,0-1 1,0 1-1,-1-1 0,0 0 1,0 0-1,-1-1 0,0-13 1,-1 9 4,1 10-83,-1 0 1,0 0-1,0-1 0,0 1 0,0 0 1,-1 0-1,1 0 0,-1-1 0,0 1 1,0 0-1,-1 0 0,1 0 1,-1 0-1,0 1 0,0-1 0,-1 0 1,-3-4-1,0 2-21,0 1 0,0-1-1,-1 1 1,0 0 0,0 1 0,-1 0 0,1 0 0,-1 1-1,0 0 1,0 0 0,0 0 0,-12-1 0,-7 0-29,0 2 1,-40 0-1,65 2 15,-2 0-111,0 0 0,0 0 0,-1 0 0,1 1-1,0 0 1,0 0 0,0 0 0,0 0 0,1 0-1,-1 1 1,0-1 0,0 1 0,-6 5 0,8-5-160,-1 1 1,1 0-1,-1-1 1,1 1-1,0 0 1,1 0-1,-1 0 1,0 1-1,1-1 1,0 0-1,-1 0 1,1 1-1,1-1 1,-1 1-1,0-1 1,1 5-1,-2 30-4107,2-2-997</inkml:trace>
</inkml:ink>
</file>

<file path=ppt/ink/ink1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09:04.4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236 227 2593,'0'0'4071,"12"-25"-2027,32-81-11,-42 101-1824,0 1 1,-1-1-1,0 0 1,0 0-1,0 1 1,0-1-1,-1 0 1,0-8-1,0 11-137,0 1-1,-1-1 0,1 0 1,0 1-1,-1-1 0,1 1 1,-1-1-1,0 1 0,0-1 1,1 1-1,-1 0 1,0-1-1,0 1 0,0 0 1,-1-1-1,1 1 0,-2-1 1,-1 0 36,-1-1 0,1 2 0,-1-1 0,0 0 0,0 1 0,0 0 0,0 0 0,0 1 0,0-1 0,-8 1 0,5 0-59,-15-2 207,-1 1 18,-34 1 1,53 0-259,0 1 1,0-1 0,0 1-1,0 0 1,0 1 0,0-1 0,1 1-1,-1 0 1,0 0 0,1 0 0,-1 1-1,-5 4 1,7-4-14,0 0 0,0 0-1,1 1 1,0-1 0,-1 1 0,1-1 0,1 1-1,-1-1 1,0 1 0,1 0 0,0 0 0,0 0-1,0 0 1,0 0 0,1 7 0,-1-8-4,1 0 1,0 0-1,0 0 1,1 0-1,-1 0 1,1 1-1,-1-1 1,1 0-1,0 0 1,0 0-1,0 0 1,1-1-1,-1 1 1,1 0-1,0 0 1,-1-1-1,1 1 1,0-1-1,5 5 1,0-3 9,0 1 0,0-1 0,1-1 1,-1 1-1,1-1 0,0 0 0,0-1 1,0 0-1,14 2 0,-1-2 47,1-1-1,32-2 1,-53 1-36,1-1 1,0 1 0,0-1 0,-1 1 0,1-1 0,0 0 0,-1 0-1,1 0 1,-1 0 0,1 0 0,-1 0 0,1 0 0,-1 0-1,0-1 1,0 1 0,1 0 0,-1-1 0,0 1 0,0-1 0,0 1-1,-1-1 1,1 0 0,0 1 0,-1-1 0,1 0 0,-1 0 0,1 1-1,-1-1 1,1-3 0,0-28 3025,-3 778-1323,2-743-1718,0 1 1,0 0-1,0-1 0,-1 1 1,1 0-1,0-1 0,-1 1 1,0-1-1,0 1 0,1-1 1,-2 1-1,1-1 0,0 1 1,-3 3-1,2-5 17,0 1 1,1-1-1,-1 0 0,0 1 0,0-1 1,0 0-1,-1 0 0,1-1 0,0 1 0,0 0 1,0-1-1,-1 1 0,1-1 0,0 0 1,0 0-1,-1 0 0,-2 0 0,-3 0 21,1 0 1,-1-1-1,1 0 0,-1-1 0,1 1 1,0-1-1,0-1 0,0 1 0,0-1 0,0-1 1,0 1-1,1-1 0,-1 0 0,1-1 1,0 1-1,1-1 0,-1 0 0,1-1 0,-9-10 1,6 6-36,1-1 0,0 1 0,1-1 0,0-1 0,0 1 1,1-1-1,1 0 0,0 0 0,1 0 0,0-1 0,0 1 1,2-1-1,0 0 0,0 1 0,2-24 0,0 29-81,-1 0-1,2 1 0,-1-1 1,1 0-1,0 1 0,0-1 1,1 1-1,-1 0 0,2 0 1,-1 0-1,1 0 0,-1 1 1,2-1-1,-1 1 0,1 0 1,-1 0-1,1 0 1,0 1-1,1 0 0,-1 0 1,1 0-1,0 1 0,7-4 1,14-5-1273,0 2 1,0 0 0,1 2 0,31-5 0,-54 12 989,76-16-6044</inkml:trace>
</inkml:ink>
</file>

<file path=ppt/ink/ink1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09:05.6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346 99 1713,'0'0'6419,"-18"-16"-5768,-7-5-339,-33-22 0,53 40-256,0 1 0,1-1 0,-1 1 0,0 0 0,-1 1 0,1-1 0,0 1 0,0 0 0,-1 0 0,1 1 0,0-1 0,-1 1 0,1 1 0,0-1 0,-1 1 0,1-1 0,0 2 0,-9 1 0,7 0-4,0 0 0,0 0-1,0 1 1,0 0 0,0 0-1,1 0 1,0 1 0,0 0-1,0 0 1,0 1 0,1-1-1,0 1 1,0 0 0,1 1-1,-1-1 1,1 1 0,1 0-1,-1 0 1,-3 12-1,2-4 18,0 1-1,1-1 1,1 1-1,0 0 1,2 0-1,-1 1 0,2-1 1,2 25-1,-2-38-59,1 0 0,-1 1-1,1-1 1,0 0 0,0 1-1,1-1 1,-1 0 0,0 0 0,1 0-1,0 0 1,0 0 0,0 0-1,0 0 1,0-1 0,5 5-1,-2-3 16,0-1-1,0 0 1,0 0-1,0 0 1,0-1-1,0 0 1,1 0-1,9 2 0,7 0 171,0-1-1,0-2 1,42-1-1,-55 0-95,-2-1-24,0 0 1,0 0-1,0-1 0,0 0 1,0 0-1,0 0 0,-1-1 1,1 0-1,-1-1 0,0 1 1,0-1-1,0 0 1,-1-1-1,1 1 0,-1-1 1,0 0-1,0-1 0,-1 1 1,6-9-1,-2 2 199,-1 0 0,0-1 0,-1 1 0,0-1 0,-1 0-1,0-1 1,-1 1 0,4-28 0,-7 23 431,-1 18-693,0 0 1,0 0-1,0 0 1,0 0-1,0 0 1,0 0-1,0-1 1,0 1-1,0 0 1,0 0-1,-1 0 1,1 0-1,0 0 1,0 0 0,0 0-1,0 0 1,0 0-1,0-1 1,0 1-1,0 0 1,0 0-1,0 0 1,0 0-1,0 0 1,0 0-1,0 0 1,0 0-1,-1 0 1,1 0-1,0 0 1,0 0 0,0 0-1,0 0 1,0 0-1,0 0 1,0 0-1,0 0 1,0 0-1,-1 0 1,1 0-1,0 0 1,0 0-1,0 0 1,0 0-1,0 0 1,0 0 0,0 0-1,0 0 1,0 0-1,-1 0 1,1 0-1,0 0 1,0 0-1,0 0 1,0 0-1,0 0 1,0 0-1,0 0 1,0 0-1,-15 24 182,10-11-195,-1 0 0,2 1 0,0-1 1,1 1-1,0 0 0,1 0 0,1 0 0,0 27 1,1-35 2,1 0 0,0-1 0,0 1 0,1 0 0,-1-1 0,1 1 0,0-1 1,1 1-1,-1-1 0,1 0 0,0 0 0,1 0 0,-1-1 0,1 1 0,0-1 0,0 0 1,0 0-1,1 0 0,-1 0 0,9 4 0,2 2-567,0-1 0,16 7 0,31 10-5101,-52-22 4031,26 11-6866</inkml:trace>
</inkml:ink>
</file>

<file path=ppt/ink/ink1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09:06.2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 4594,'0'0'9394,"-1"7"-9242,-4 71 1158,5 85 0,1-69-409,-1-92-674,4-12 744,-1 2-934,1 1 0,0 0-1,1 0 1,0 0 0,0 0-1,0 1 1,0 0 0,1 0-1,0 0 1,1 1 0,-1 0 0,1 0-1,0 0 1,0 1 0,1 0-1,-1 0 1,1 1 0,0 0-1,0 1 1,0 0 0,0 0-1,0 0 1,13 0 0,-8 1-31,0 1 0,1 1 0,19 3 0,-28-3-8,0 0-1,0 1 1,0 0-1,0-1 1,0 2-1,-1-1 1,1 1-1,-1-1 1,1 1-1,-1 1 1,0-1-1,4 4 1,-2 0 1,0 0 1,-1 0 0,1 0-1,-2 0 1,1 1 0,-1 0 0,0 0-1,0 0 1,-1 0 0,0 1-1,0 0 1,-1-1 0,-1 1-1,1 0 1,-1 0 0,-1 16-1,0-24 5,0-1 0,0 1 0,0 0 0,0-1 0,0 1 0,-1 0-1,1-1 1,0 1 0,0-1 0,-1 1 0,1 0 0,-1-1 0,1 1 0,0-1-1,-1 1 1,1-1 0,-1 1 0,1-1 0,-1 1 0,1-1 0,-1 1-1,0-1 1,1 0 0,-1 1 0,0-1 0,1 0 0,-1 0 0,1 1 0,-1-1-1,-1 0 1,-24 2 218,19-2-142,-5 1 64,-123-2 632,132 0-693,0 1 0,0-1 0,-1 0 0,1 0 0,0-1 0,-4-2 0,-9-3-1751,6 6-3922</inkml:trace>
</inkml:ink>
</file>

<file path=ppt/ink/ink1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09:07.8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14 1169,'0'0'9953,"0"-2"-8451,0 2-1364,0-1 0,0 1 0,0 0-1,1-1 1,-1 1 0,0-1 0,0 1 0,0 0-1,0-1 1,0 1 0,0-1 0,0 1-1,0 0 1,0-1 0,-1 1 0,1-1-1,0 1 1,0 0 0,0-1 0,0 1-1,-1 0 1,1-1 0,0 1 0,0 0-1,-1-1 1,1 1 0,0 0 0,0-1 0,-1 1-1,-7 9 1001,-5 25-894,10-9 54,0 0 1,1 0-1,3 45 1,1-19 84,-4 21-5,2 52 167,1-104-434,1 0 0,1-1 0,1 1 0,7 21 0,8 16 43,-2 0-1,13 86 1,-18-12-14,-9-81-81,2 0 0,3-1 0,20 76 0,-5-55 163,-3 0 0,-3 2 0,-3 0 0,-4 1 0,3 99 0,-13 463 279,4-538-458,36 189 0,-5-60 18,30 366 54,-32-133-74,-15-163-21,27 178 7,19 311 90,16 323 33,-59-550-87,-20-355-52,4-104-21,24 143-1,40 92-10,-44-205 122,-18-116-751,-7-13 546,0 0-1,0 1 0,0-1 0,0 0 0,0 0 1,1 0-1,-1 0 0,0 1 0,0-1 0,0 0 1,0 0-1,1 0 0,-1 0 0,0 0 0,0 0 1,0 0-1,1 0 0,-1 0 0,0 1 0,0-1 1,0 0-1,1 0 0,-1 0 0,0 0 0,0 0 1,0 0-1,1 0 0,-1-1 0,0 1 0,0 0 1,1 0-1,-1 0 0,0 0 0,0 0 0,0 0 0,0 0 1,1 0-1,-1 0 0,0 0 0,0-1 0,0 1 1,0 0-1,1 0 0,-1 0 0,0 0 0,0-1 1,0 1-1,0 0 0,0 0 0,0 0 0,1-1 1,-1 1-1,0 0 0,0 0 0,0 0 0,0-1 1,0 1-1,0 0 0,0 0 0,0 0 0,0-1 1,3-23-5427,0-20-4308</inkml:trace>
</inkml:ink>
</file>

<file path=ppt/ink/ink1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09:08.7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71 333 4194,'0'0'7080,"0"26"-5871,-1 10-867,0 7 323,7 78 1,3-69 28,23 78 1,5 26-62,-38-197-24,1 26-511,-1-1 0,0 1 0,-4-20 0,-57-154 1516,6 23-742,48 133-712,1 0-1,2 0 1,1 0 0,1-1-1,4-58 1,-1 86-131,1 0 1,0-1-1,0 1 0,1 0 1,0 0-1,0 0 1,0 0-1,1 0 0,0 0 1,0 1-1,0-1 0,1 1 1,6-8-1,-4 7-10,0 1-1,0 0 0,1 0 0,0 0 0,0 0 1,0 1-1,1 0 0,-1 1 0,11-4 1,5 1-20,1 1 1,0 0 0,0 2 0,0 1 0,0 0-1,27 3 1,-40 0-45,1 0 0,-1 0-1,1 1 1,-1 1 0,0 0-1,0 0 1,0 1 0,19 10 0,-24-11-134,0 1 0,0 0 1,0 0-1,-1 1 0,1 0 1,-1 0-1,0 0 1,-1 0-1,1 1 0,-1 0 1,0 0-1,-1 0 0,1 0 1,-1 1-1,3 10 1,-3-7-400,0 1 1,-1-1 0,-1 0 0,0 1 0,0-1 0,-1 0 0,0 1 0,-1-1 0,-2 14 0,-1-10-1117,-1 1 1,-8 18-1,12-33 1639</inkml:trace>
</inkml:ink>
</file>

<file path=ppt/ink/ink1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09:09.0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 7203,'0'0'11926,"107"8"-10886,-35-6-720,11-2-160,5 0-112,3 0-96,-3 0-864,-5-2-1649,-8-6-2529,-14-8-3202</inkml:trace>
</inkml:ink>
</file>

<file path=ppt/ink/ink1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09:09.4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236 0 7619,'0'0'8981,"-26"6"-8413,9-2-465,6-2-36,-1 0 0,1 1-1,-1 1 1,-17 7 0,24-8-15,-1 0 1,1 1 0,0-1-1,1 1 1,-1 0 0,1 0-1,-1 0 1,1 0 0,1 1 0,-1 0-1,1 0 1,-1 0 0,1 0-1,-3 10 1,-6 16 170,3 0 0,0 1 0,2 0 1,1 0-1,2 1 0,1 0 0,2 42 0,1-62-203,0 0 1,1 0 0,1 0-1,0 0 1,1 0-1,0 0 1,7 16 0,-6-21-15,0 0 1,0-1 0,1 1 0,0-1 0,0 0 0,1 0-1,0 0 1,0-1 0,1 0 0,0 0 0,0-1 0,7 5-1,-2-3-116,-1-1 0,1 0 0,0-1 0,0-1 0,1 0 0,-1-1 1,26 4-1,3-3-1938,48-2 1,-83-2 1723,-6 0 324,11 0-975,0 0 1,0-1 0,15-2-1,-16 0-305,0-1-1,-1 0 0,14-7 1</inkml:trace>
</inkml:ink>
</file>

<file path=ppt/ink/ink1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09:09.7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1 130 5491,'0'0'9916,"14"-3"-8958,-7 1-834,-2 0-38,-1 1 0,1 0 0,0 0 1,0 0-1,0 1 0,10 0 0,-13 0-45,0 0 0,0 1-1,0 0 1,1-1 0,-1 1 0,0 0-1,0 0 1,0 0 0,0 0 0,-1 0 0,1 1-1,0-1 1,0 0 0,-1 1 0,1 0-1,-1-1 1,1 1 0,-1 0 0,0 0-1,0 0 1,1 0 0,0 3 0,7 17 233,-1 0 1,-1 0 0,-1 1 0,-1 0 0,-1 0-1,-1 0 1,-1 1 0,-2 39 0,0-63-262,0 1 1,-1-1 0,1 1-1,0 0 1,0-1-1,0 1 1,0-1-1,-1 1 1,1-1 0,0 1-1,-1-1 1,1 1-1,0-1 1,-1 1 0,1-1-1,0 1 1,-1-1-1,1 1 1,-1-1 0,1 0-1,-1 1 1,1-1-1,-1 0 1,1 1 0,-1-1-1,0 0 1,1 0-1,-1 0 1,1 1 0,-1-1-1,0 0 1,1 0-1,-1 0 1,1 0 0,-1 0-1,0 0 1,1 0-1,-1 0 1,0-1 0,-1 1 25,-1 0 1,1-1 0,0 1 0,0-1 0,0 1 0,0-1-1,0 0 1,0 0 0,0 0 0,0 0 0,1 0 0,-3-1 0,0-3-7,0 0 0,1 0 0,-1-1 0,1 1 1,0-1-1,0 1 0,1-1 0,0 0 0,0 0 1,0 0-1,1 0 0,0 0 0,-1-10 0,0 1 14,2 0-1,-1 0 0,2-1 1,3-24-1,-2 32-46,1 0 1,0 1 0,0-1-1,0 1 1,1-1 0,0 1-1,1 0 1,-1 0 0,1 1-1,0-1 1,1 1 0,0 0-1,0 1 1,0-1-1,1 1 1,7-4 0,6-4-19,0 2-1,1 0 1,1 1 0,30-9 0,-29 12 8,0 1-1,1 1 1,-1 2 0,1 0-1,0 1 1,44 3 0,-63-1 7,0 1 1,-1-1 0,1 1-1,0 0 1,-1 1-1,1-1 1,-1 1 0,1 0-1,-1 0 1,0 0-1,0 0 1,0 1 0,0 0-1,0 0 1,-1 0 0,1 0-1,-1 1 1,0-1-1,0 1 1,0 0 0,0 0-1,-1 0 1,0 0-1,0 0 1,0 0 0,0 1-1,0-1 1,-1 1-1,1 5 1,3 13-7,-2 1 0,-1 0 0,0 0 0,-4 39 0,1-22-34,1 9-381,1 61-5347,-2-108 5248,1 0-1,1 0 1,-1 0-1,0 0 1,1-1 0,-1 1-1,1 0 1,0 0-1,0-1 1,0 1 0,0-1-1,1 1 1,-1-1 0,1 1-1,-1-1 1,4 4-1,9 4-6316</inkml:trace>
</inkml:ink>
</file>

<file path=ppt/ink/ink1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09:10.1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308 0 8084,'0'0'8628,"171"108"-7172,-122-26 33,-15 10-561,-12 6-255,-20 8-417,-2 2-192,-37 5 48,-35 5-112,-19 3-928,-16-3-2018,-21-5-3425,-22-15-4082</inkml:trace>
</inkml:ink>
</file>

<file path=ppt/ink/ink1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08:24.5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468 75 7571,'0'0'3533,"-24"-12"-1732,24 12-1801,-105-50 1125,98 48-1054,1-1 0,-1 1-1,0 1 1,0-1 0,0 1-1,0 0 1,0 1-1,0 0 1,1 0 0,-1 0-1,0 1 1,0 0 0,0 0-1,0 1 1,0 0-1,1 0 1,-1 1 0,-8 4-1,1-1 46,0 2 0,0 0-1,0 1 1,1 0-1,0 1 1,1 0 0,0 1-1,-13 15 1,17-17-57,1 0-1,0 1 1,1-1 0,0 1-1,0 1 1,1-1 0,0 1-1,1 0 1,0 0 0,1 0-1,0 0 1,-1 14 0,3-19-49,1 0 0,0 0 0,0-1 1,0 1-1,1 0 0,0 0 0,0 0 0,0-1 0,4 10 0,-3-11-7,0-1 0,0 1-1,1 0 1,-1-1 0,1 1-1,0-1 1,0 0 0,0 0-1,0 0 1,1 0 0,-1-1-1,1 1 1,6 2 0,3 1 23,0-1 0,1 0 1,-1-1-1,1 0 0,0-1 1,0-1-1,0 0 0,1-1 1,22-2-1,-21 1 2,0-2-1,-1 0 1,1 0 0,-1-2-1,1 0 1,-1 0 0,0-2-1,21-10 1,-25 10 7,-1-1 1,0 0-1,0-1 1,0 0-1,-1 0 1,0-1-1,10-13 1,-15 16 59,1 0 1,-1 0 0,-1-1-1,1 0 1,-1 0-1,0 0 1,-1 0-1,1 0 1,-2-1 0,1 1-1,-1-1 1,0 1-1,0-8 1,-1 6 66,0 5-26,1 0 0,-2-1-1,1 1 1,0-1 0,-1 1-1,-2-8 1,3 11-89,-1 0 0,0 0 0,1 0 0,-1 0 0,0 0 0,1 0 0,-1 0 0,0 0 0,0 0 0,0 0 0,0 0 0,0 1 0,0-1 0,0 0 0,0 1 0,-1-1 0,1 1 0,0-1 0,0 1 0,0 0 0,-1-1 0,1 1 0,0 0 0,0 0 0,-1 0 0,1 0 0,-3 0 0,3 0-48,0 1 0,0-1 0,0 1 0,0 0 0,0-1 0,0 1 1,0 0-1,0 0 0,0 0 0,0-1 0,0 1 0,1 0 0,-1 0 0,0 0 1,1 0-1,-1 1 0,1-1 0,-1 0 0,1 0 0,-1 0 0,1 0 0,-1 3 1,-8 32-40,7-29 44,-1 15-3,0 1 0,1 1 1,2 31-1,0-31 4,0-11-40,1-1-1,0 1 1,1 0-1,1-1 1,0 0-1,0 1 1,1-1-1,1-1 1,0 1-1,0-1 1,1 1-1,1-2 1,0 1-1,1-1 1,-1 0-1,2 0 1,12 11-1,-12-14-321,0 0 0,0 0 0,1-1 0,-1 0 0,2-1 0,-1 0 0,0-1 0,1 0 0,0-1 0,0 0 1,0 0-1,20 1 0,-1-2-1642,0 0 0,1-3 0,50-6 0,-52 1-968,39-15 1,-67 20 2904</inkml:trace>
</inkml:ink>
</file>

<file path=ppt/ink/ink1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08:24.9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 5795,'0'0'13416,"1"-1"-12927,8-2-215,124 1 197,-71 3-902,-60-1 211,-1 0 0,1 0-1,0 0 1,0 0-1,0 0 1,0 1-1,0-1 1,0 1-1,0-1 1,2 2-1,-3-1-73,0-1-1,-1 1 1,1 0-1,-1 0 1,1-1-1,-1 1 0,1 0 1,-1 0-1,1 0 1,-1-1-1,0 1 1,1 0-1,-1 0 1,0 0-1,0 0 0,1 0 1,-1 0-1,0 0 1,0 0-1,0 0 1,-1 1-1,1-1 165,-1 0-1,1 0 1,-1 0-1,1 0 1,-1 0 0,0 0-1,0 0 1,1-1-1,-1 1 1,0 0-1,0 0 1,0-1 0,0 1-1,0 0 1,0-1-1,0 1 1,0-1-1,0 1 1,0-1 0,-1 0-1,1 1 1,0-1-1,0 0 1,0 0-1,0 0 1,-2 0 0,-34 3 57,27-3 1074,8 0-309,0-1 0,1 1 0,-1 0 0,0 0 0,0 0 0,1 0 0,-1 1 1,0-1-1,1 0 0,-1 1 0,1-1 0,-1 1 0,0-1 0,-1 2 0,-4 8-183,2 14-228,0-1 0,1 1 0,-1 33 0,5 77 494,1-63-601,-1 130-750,0-195 191,0-1 1,0 1-1,1 0 0,0 0 1,2 7-1,-3-11 62,1 0-1,0-1 1,-1 1-1,1 0 1,0-1 0,0 1-1,0-1 1,0 1-1,0-1 1,1 0 0,-1 1-1,0-1 1,1 0-1,-1 0 1,1 0-1,-1 0 1,1 0 0,-1 0-1,1 0 1,0-1-1,2 2 1,23 0-6595</inkml:trace>
</inkml:ink>
</file>

<file path=ppt/ink/ink1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08:25.3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167 0 7123,'0'0'9068,"-14"15"-8667,2-3-221,1 1 0,0 1 1,1-1-1,1 2 0,0-1 1,1 1-1,0 1 0,1-1 1,-5 20-1,-4 33 223,3 0 1,-6 112-1,12 141 9,7-284-356,0 5-28,2 0-1,2 0 0,1 0 1,3 0-1,1-1 0,2 0 1,29 70-1,-27-82-17,1-1 1,1-1-1,1 0 1,2-1-1,1 0 1,26 27-1,-32-40-95,1 0-1,0-1 1,1 0 0,0-1-1,1-1 1,0-1-1,1 0 1,0-1-1,0-1 1,1 0-1,30 7 1,-19-9-935,0 0 0,41 0 0,-58-5 171,0 0 1,1-1 0,-1 0-1,0-1 1,0 0-1,-1-1 1,1 0-1,17-8 1,-19 5-557,0-1-1,0 1 1,0-2-1,9-9 1</inkml:trace>
</inkml:ink>
</file>

<file path=ppt/ink/ink1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08:25.7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8004,'0'0'8054,"3"15"-7267,7 49 754,4 89-1,-7-172-1270,0 0-1,2 1 1,0 0-1,1 0 1,0 1-1,16-18 1,-21 30-273,-1 0 1,1 1 0,0 0 0,1 0-1,-1 1 1,1-1 0,-1 1 0,1 0-1,0 1 1,0-1 0,0 1 0,7-1-1,-8 2-6,0 0 0,0 1 0,0 0-1,0 0 1,0 0 0,0 0 0,0 1-1,-1 0 1,1 0 0,0 0 0,0 1-1,-1 0 1,1 0 0,-1 0-1,0 0 1,7 5 0,0 0-86,-1 1-1,-1 0 1,0 1 0,0-1-1,0 2 1,-1-1 0,-1 1-1,0 1 1,0-1 0,-1 1 0,0 0-1,-1 1 1,0-1 0,-1 1-1,0 0 1,-1 0 0,2 14-1,-3 62-3964,-2-56 1763,0 34-3540</inkml:trace>
</inkml:ink>
</file>

<file path=ppt/ink/ink1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08:26.0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29 8980,'0'0'10021,"160"5"-9093,-77-5-272,13 0 81,6 0-337,-6-5-64,-13-7-272,-24 3-64,-22 2-240,-18 7-1585</inkml:trace>
</inkml:ink>
</file>

<file path=ppt/ink/ink1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08:26.4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0 6979,'0'0'13654,"-2"1"-13307,1-1-342,0 1-1,0-1 1,0 1-1,0 0 0,0 0 1,0-1-1,0 1 1,0 0-1,1 0 1,-1 0-1,0 0 0,1 0 1,-1 0-1,1 0 1,-1 0-1,1 0 1,-1 0-1,1 0 0,0 0 1,0 0-1,-1 1 1,1-1-1,0 0 0,0 0 1,0 0-1,0 2 1,1 44 61,-1-29-25,0 19 166,2-1 1,1 1-1,16 68 1,-19-104-197,0 0 1,0-1 0,1 1-1,-1 0 1,0 0 0,1-1-1,-1 1 1,1 0-1,-1-1 1,1 1 0,-1-1-1,1 1 1,-1-1 0,1 1-1,0-1 1,-1 1 0,1-1-1,-1 1 1,1-1-1,0 0 1,0 1 0,-1-1-1,1 0 1,0 0 0,0 0-1,-1 1 1,1-1-1,0 0 1,0 0 0,-1 0-1,1 0 1,0 0 0,0 0-1,-1-1 1,1 1 0,0 0-1,0 0 1,-1 0-1,2-1 1,28-14 235,-21 9-243,1 1 0,0 1 0,0-1 0,0 1 0,1 1 0,-1 0 0,20-3 0,-3 3-41,0 2-1,28 1 1,-49 0 26,0 1-1,0 0 1,0-1 0,0 2-1,0-1 1,0 1 0,-1 0-1,1 0 1,-1 0-1,1 1 1,-1 0 0,0 0-1,0 0 1,0 1 0,6 5-1,-8-5-6,0-1 0,0 1-1,0 0 1,-1 0 0,1 0 0,-1 0-1,0 0 1,0 0 0,-1 1 0,1-1-1,-1 1 1,0-1 0,0 1-1,-1-1 1,1 1 0,-1 0 0,0-1-1,0 1 1,-1 0 0,0 5-1,0-8 21,0 1-1,0-1 0,0 1 0,-1-1 0,1 1 0,-1-1 1,1 0-1,-1 0 0,0 0 0,1 0 0,-1 0 1,0 0-1,-1 0 0,1-1 0,0 1 0,0-1 0,-1 0 1,1 1-1,0-1 0,-1 0 0,0 0 0,1-1 0,-1 1 1,-3 0-1,-10 3 33,1-2 1,-29 2-1,43-4-33,-22 1-69,6 1-83,0-2 0,1 1-1,-32-5 1,44 3-120,0 0 1,1 1 0,-1-2-1,0 1 1,1 0 0,-1-1-1,1 1 1,-1-1 0,1 0-1,0 0 1,0 0 0,0-1-1,0 1 1,0-1 0,0 0-1,1 1 1,-1-1-1,1 0 1,0-1 0,0 1-1,0 0 1,-2-5 0,-4-29-5248</inkml:trace>
</inkml:ink>
</file>

<file path=ppt/ink/ink1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08:26.7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0 9492,'0'0'5496,"26"21"-4402,-6-4-802,5 2 107,0 2 1,-2 0-1,0 2 1,-2 0 0,32 44-1,-27-24-149,-1 1 0,-3 2 0,-1 0 0,-3 1 1,21 80-1,-24-60-219,-3 0 1,-4 1 0,2 112 0,-10-150-29,-1 0-1,-1 0 1,-2 0 0,-1 0 0,-1-1 0,-1 0 0,-2 0 0,-1-1 0,-1 0 0,-23 41 0,15-38-165,-1-2 0,-1 0 0,-2-1 1,-1-1-1,-36 31 0,35-36-1285,-2-1-1,-1-2 1,-33 19-1,-13-3-4971</inkml:trace>
</inkml:ink>
</file>

<file path=ppt/ink/ink1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08:27.2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61 6355,'0'0'10789,"125"19"-9749,-50-19-367,3 0-129,-12 0-480,-12-9 32,-17-3-96,-18-1-288,-16-1-1425,-3 2-1200,-32 2-2994,-16 1-2833</inkml:trace>
</inkml:ink>
</file>

<file path=ppt/ink/ink1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08:27.6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33 7043,'0'0'11686,"-1"-7"-10766,-6-14-592,5 17-233,3 17-24,7 18 302,14 42 1,7 26 191,-10 11-514,6 29-327,-19-116-1593,1-1-1,1 1 1,20 40 0,0-16-5833</inkml:trace>
</inkml:ink>
</file>

<file path=ppt/ink/ink1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08:28.7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24 2913,'0'0'8828,"0"-6"-8259,0-11-259,0 22-55,-2 41 7,3 343 2475,18-238-2032,-7-72-218,-12-76-972,3 15 1473</inkml:trace>
</inkml:ink>
</file>

<file path=ppt/ink/ink1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08:29.1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44 2113,'0'0'11365,"-12"0"-9713,-30 0 130,576-21 517,-402 10-1837,-131 12-458,-1-1-1,0 0 1,1 0 0,-1 0-1,0 0 1,1 0 0,-1 0 0,1 0-1,-1 0 1,0 0 0,1 0-1,-1 0 1,0-1 0,1 1-1,-1 0 1,0 0 0,1 0 0,-1 0-1,0 0 1,1-1 0,-1 1-1,0 0 1,1 0 0,-1-1-1,0 1 1,0 0 0,1 0 0,-1-1-1,0 1 1,0 0 0,0-1-1,1 1 1,-6-7 1732,36 7-23267</inkml:trace>
</inkml:ink>
</file>

<file path=ppt/ink/ink1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08:29.7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4498,'0'0'10960,"0"3"-10379,15 364 1498,-8-294-1982,-5-36-172,2 0 0,13 56 0,-16-90-164,0 0 1,0 0 0,0 0 0,1 0 0,-1-1 0,1 1 0,-1 0 0,1 0-1,0-1 1,3 4 0,-3-4-228,0-1 0,0 0 0,0 0 0,-1 1 0,1-1 0,1 0 0,-1-1 0,0 1 0,0 0 0,0-1 0,0 1 0,1-1 0,-1 1 0,3-1 0,20 0-6153</inkml:trace>
</inkml:ink>
</file>

<file path=ppt/ink/ink1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08:30.1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46 212 6771,'0'0'3634,"-45"-140"-1041,45 112-1409,0 6-671,21 5-465,25 12-48,10 5-192,5 0-609,3 17-1456,-10 19-1184,-11 8-641</inkml:trace>
</inkml:ink>
</file>

<file path=ppt/ink/ink1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08:30.4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0 421 8148,'0'0'11621,"3"8"-11445,40-4 32,10-4 96,11 0-192,9 0-112,-7 0-528,1-9-1697,-11-8-2353,-8-2-3121</inkml:trace>
  <inkml:trace contextRef="#ctx0" brushRef="#br0" timeOffset="1">786 0 8788,'0'0'10482,"-16"16"-10127,12-11-337,-5 3 56,0 0-1,1 1 1,0 0 0,1 0-1,0 1 1,0 0-1,1 1 1,1-1 0,0 1-1,0 0 1,1 0-1,0 1 1,-3 15-1,1 35 462,3 92-1,3-112-450,0-18-37,1-1 0,1 1 0,1-1 0,1 1 0,1-1 0,14 39 0,-15-52-177,1 0-1,0-1 1,0 1 0,1-1-1,0 0 1,1-1-1,9 10 1,-10-12-315,1 0 0,0-1 0,0 1 1,1-1-1,-1-1 0,1 0 0,0 0 0,1 0 0,13 4 1,-9-5-1482,1 0 1,19 1 0,27-2-6610</inkml:trace>
</inkml:ink>
</file>

<file path=ppt/ink/ink1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08:30.8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86 7812,'0'0'11242,"13"29"-10479,42 99-171,-50-114-506,-1 0 0,0 0 0,-1 0-1,-1 0 1,0 0 0,0 1 0,-2-1-1,-1 23 1,0 0 68,1-34-140,0 1-1,0 0 1,-1 0-1,1-1 1,-1 1-1,0 0 1,-2 6-1,3-9-1,-1 0-1,1 0 1,-1-1-1,1 1 0,-1 0 1,0 0-1,1-1 0,-1 1 1,0 0-1,0-1 0,0 1 1,1 0-1,-1-1 0,0 1 1,0-1-1,0 0 0,0 1 1,0-1-1,0 0 0,0 0 1,0 1-1,0-1 1,0 0-1,0 0 0,0 0 1,0 0-1,0 0 0,0 0 1,0-1-1,0 1 0,0 0 1,-1-1-1,1 1 1,1 0 1,-1 0-1,1-1 0,-1 1 1,0 0-1,1 0 0,-1-1 1,1 1-1,-1 0 0,1-1 1,-1 1-1,1-1 0,-1 1 1,1-1-1,-1 1 0,1-1 0,0 1 1,-1-1-1,1 1 0,-1-2 1,-2-5 26,1 0 0,-1 0 0,1-1 0,0 1 0,1 0 0,0-1 0,-1-9 0,3-59 109,-1 66-120,2-4-21,0-1 0,0 1 1,1 1-1,1-1 0,1 0 0,0 1 1,0 0-1,1 0 0,1 1 0,0 0 1,1 0-1,0 0 0,1 1 0,0 0 0,1 1 1,0 0-1,22-17 0,-20 18-21,0 1 0,0 0 0,1 1 1,0 0-1,0 1 0,1 0 0,0 1 0,0 0 0,0 2 0,0-1 0,1 2 0,-1 0 0,1 1 1,0 0-1,-1 1 0,1 1 0,23 3 0,-30-1-35,0-1 1,-1 1-1,1 1 0,-1 0 0,0 0 1,1 0-1,-2 1 0,1 0 0,-1 0 1,1 0-1,-1 1 0,-1 0 1,1 0-1,-1 1 0,0 0 0,4 7 1,2 5-245,-2-1 0,0 1 0,0 1 0,-2-1 1,6 25-1,-8-20-769,0-1 0,1 44 0,-5-44-2043,-5 30-1,-2-21-1738</inkml:trace>
</inkml:ink>
</file>

<file path=ppt/ink/ink1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08:31.2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12966,'0'0'6499,"164"10"-5202,-114 45-481,-7 17-112,-8 22-304,-19 24-15,-13 9-113,-3 3-112,-24-5-144,-22-19-16,-10-12-833,-8-12-2112,-6-15-3074</inkml:trace>
</inkml:ink>
</file>

<file path=ppt/ink/ink1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09:11.4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127 41 704,'0'0'7300,"-18"-2"-5921,-5-3-789,-16-3-17,-7 7 3506,57 1-3452,255 32 1139,416-19 758,-605-14-2340,698-55 902,-761 54-1053,-11 2-14,1 0 1,-1 0-1,0 0 1,0-1-1,0 0 1,1 1-1,-1-1 1,0 0-1,0-1 1,0 1-1,3-2 1,-6 2 193,-21 1-2528,-9 2-121,0 0 0,-34 9 0,27-5 190,-51 5-2983</inkml:trace>
</inkml:ink>
</file>

<file path=ppt/ink/ink1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09:11.8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267 106 2353,'0'0'985,"-32"0"653,-106 0 461,55 0 819,70 0 1190,41-1-2091,-19 1-2104,488-23 2404,-229 8-1576,-120 7-342,537-18 853,-561 20-1129,-124 5-109,1 1 1,-1 0-1,1-1 1,-1 1-1,1 0 1,-1-1-1,1 1 1,-1 0-1,1-1 1,-1 1-1,0-1 1,1 1-1,-1-1 1,0 1-1,1-1 0,-1 1 1,0-1-1,0 0 1,1 1-1,-1-1 1,0 1-1,0-1 1,0 1-1,0-1 1,0 0-1,0 1 1,0-1-1,0 1 1,0-1-1,0 0 1,0 1-1,0-1 1,0 1-1,-1-1 0,1 1 1,0-1-1,0 0 1,-1 1-1,1-1 1,0 1-1,-1-1 1,1 1-1,-1 0 1,1-1-1,0 1 1,-1-1-1,-6 0-1039,0 0 1,0 1-1,0 0 0,0 0 0,0 0 1,0 1-1,1 0 0,-13 4 0,-34 13-7197</inkml:trace>
</inkml:ink>
</file>

<file path=ppt/ink/ink1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09:12.4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27 3730,'0'0'9031,"0"-4"-7463,0-14-226,0 13 1003,1 7-2137,5 4-154,-2 0 0,1 0-1,-1 1 1,0 0 0,0 0-1,4 11 1,-2-3 61,177 411 2182,-137-299-1864,-6 2 1,30 175-1,6 275 284,-68-470-478,-10 197 0,-3-268-193,-1 0 0,-2-1 0,-25 72 1,-57 100 192,90-209-273,0 0 1,0-1-1,0 1 1,0 0-1,0 0 1,0 0-1,0 0 1,0 0-1,0 0 1,0 0-1,0 0 1,0 0-1,0 0 1,0 0-1,-1 0 1,1-1-1,0 1 1,0 0-1,0 0 1,0 0-1,0 0 1,0 0-1,0 0 1,0 0-1,0 0 1,-1 0-1,1 0 1,0 0-1,0 0 1,0 0-1,0 0 1,0 0-1,0 0 1,0 0-1,0 0 1,-1 0-1,1 0 1,0 0-1,0 0 1,0 1-1,0-1 1,0 0-1,0 0 1,0 0-1,0 0 1,0 0-1,0 0 1,0 0-1,-1 0 1,1 0-1,0 0 1,0 0-1,0 0 1,0 0-1,0 1 1,0-1-1,0 0 1,0 0-1,0 0 1,0 0-1,0 0 1,0 0-1,0 0 1,0 0-1,0 1 1,0-1-1,0 0 0,-3-12-3187,-2-5-3997,-4 5 983</inkml:trace>
</inkml:ink>
</file>

<file path=ppt/ink/ink1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09:12.7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3 8292,'0'0'6469,"-3"-2"-6114,3 2-349,0 0 0,0 0-1,0 0 1,0 0-1,0 0 1,0 0 0,0 1-1,0-1 1,0 0 0,0 0-1,0 0 1,0 0 0,0 0-1,0 0 1,0 0 0,0 0-1,0 0 1,0 0 0,0 1-1,0-1 1,0 0-1,0 0 1,0 0 0,0 0-1,0 0 1,0 0 0,0 0-1,0 0 1,0 0 0,-1 0-1,1 0 1,0 0 0,0 0-1,0 0 1,0 0 0,0 0-1,0 0 1,0 1-1,0-1 1,0 0 0,0 0-1,0 0 1,-1 0 0,1 0-1,0 0 1,0 0 0,0 0-1,0-1 1,8 19 282,23 33 306,-21-35-379,30 53 481,3 5-146,4-1 0,69 84-1,-112-153-640,-1 0 0,1 0-1,0 0 1,0 0 0,1-1-1,-1 1 1,1-1 0,0 0-1,0-1 1,0 1 0,0-1 0,7 2-1,-3-2-1777,0-1-1,0 1 0,0-2 0,9 1 1,-2-1-3534</inkml:trace>
</inkml:ink>
</file>

<file path=ppt/ink/ink1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09:13.0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348 0 6851,'0'0'11013,"-14"44"-10373,-10-4 161,-13 9 207,-3 1-624,-6-2 81,-2-7-337,8-7-16,8-5-112,8-5-1105,2-7-2384,1-3-4915</inkml:trace>
</inkml:ink>
</file>

<file path=ppt/ink/ink1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09:24.6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 66 7411,'0'0'8367,"0"11"-8170,-16 153 878,-3 66-119,19-110-2202,-8-166-9271,-20-125 6101,17 118 6038,2 0 0,2 0 0,1-61 1,7 110-1483,-1 0-1,1 0 1,-1 0 0,1 0 0,0 0 0,0 1-1,1-1 1,-1 0 0,1 1 0,0-1 0,0 1-1,0 0 1,0-1 0,1 1 0,-1 0 0,1 0-1,0 0 1,0 1 0,0-1 0,0 1 0,0 0-1,0-1 1,1 2 0,-1-1 0,1 0 0,0 1-1,-1-1 1,7 0 0,7-3 140,1 2 0,0 0-1,0 1 1,35 1 0,-40 1-226,0 0 0,0 1 0,1 1 0,-1 0 0,0 1 0,0 0 0,-1 1 0,19 8 0,-25-9-51,-1 0 0,1 0 0,-1 1-1,0-1 1,0 1 0,-1 1 0,1-1 0,-1 0 0,0 1 0,0 0 0,0 0 0,-1 0 0,1 1 0,-1-1-1,-1 1 1,1 0 0,-1-1 0,0 1 0,0 0 0,1 8 0,-2-7 3,0 0 0,0 0 0,-1-1 0,1 1 0,-1 0 0,-1 0 0,0 0 0,-2 12 0,1-15-2,0 1 0,1-1 0,-2 0 0,1 0-1,0-1 1,-1 1 0,0 0 0,0-1 0,0 1 0,0-1 0,0 0-1,-1 0 1,1-1 0,-5 4 0,-10 5 12,0-1-1,0 0 1,-1-1 0,-1-1 0,0-1-1,-32 7 1,17-7 1096,-1-2 1,1-2-1,-41 0 758,93-3-1251,-4 1-582,1 0 0,0 1 0,-1 1-1,1 0 1,-1 0 0,0 2 0,15 6 0,91 51 47,-62-30-55,69 27-472,-108-53-864,-1 0-1,1-1 0,0-1 0,0-1 1,29 2-1,-7-4-4308</inkml:trace>
</inkml:ink>
</file>

<file path=ppt/ink/ink1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09:25.0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35 7331,'0'0'11990,"-40"-34"-11750,40 77 400,-3 13-15,1 1-193,2-1-368,0-1 16,-3-4-80,0-3-64,-2-5-993,-3-5-1152,-3-9-1488,1-12-2802</inkml:trace>
</inkml:ink>
</file>

<file path=ppt/ink/ink1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09:25.4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1 277 8212,'0'0'6715,"25"-4"-5656,-6 1-872,30-5 374,79-3 1,-79 11-395,-1-1-192,78-8 0,-122 8-17,-1 1 0,1-1 0,-1 0-1,0 0 1,1 0 0,-1-1 0,0 1 0,0-1-1,0 0 1,0 0 0,5-3 0,-6 3 27,-1 0 0,1 0 0,-1 0-1,1 0 1,-1 0 0,0-1 0,0 1 0,0 0 0,0-1 0,0 1 0,0-1 0,-1 1 0,1-1 0,-1 1-1,0-1 1,1-2 0,0-118 1458,-2 66 3293,1 78-4224,-1 249 300,-1 8-3048,2-277 2019,0-1 0,0 1 0,0 0 1,0-1-1,0 1 0,0 0 1,0-1-1,0 1 0,1-1 0,-1 1 1,0 0-1,0-1 0,0 1 0,1 0 1,-1-1-1,0 1 0,1-1 0,-1 1 1,1-1-1,-1 1 0,1 0 0,15 1-6894,6-4-1533</inkml:trace>
</inkml:ink>
</file>

<file path=ppt/ink/ink1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09:25.7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749 9 10549,'0'0'6723,"-23"-2"-5309,9 0-1218,4 0-116,1 1-1,-1 0 1,1 0-1,-1 1 1,-9 1-1,15 0-52,0-1-1,0 1 0,1 0 0,-1 0 0,0 1 0,1-1 0,0 1 0,-1-1 0,1 1 0,0 0 0,0 1 0,0-1 1,0 0-1,0 1 0,0 0 0,1-1 0,-1 1 0,1 0 0,-3 5 0,-3 8 34,1 0 1,1 0-1,0 0 0,1 1 0,1 0 1,0 0-1,2 0 0,0 0 0,1 1 1,0-1-1,4 32 0,-2-40-42,1 0 0,0 0 0,0 0 0,1 0 0,0-1 0,0 1 0,1-1 0,0 0 0,1 0 0,0-1 0,0 1 0,0-1 0,1 0 0,9 9 0,11 7 138,2 0 0,41 27 1,-6-5 417,-63-45-563,1 0 1,-1 1-1,0-1 0,0 0 1,1 0-1,-1 0 1,0 0-1,1 0 1,-1 0-1,0 1 0,0-1 1,1 0-1,-1 0 1,0 0-1,0 1 1,0-1-1,1 0 0,-1 0 1,0 1-1,0-1 1,0 0-1,0 1 1,0-1-1,1 0 1,-1 0-1,0 1 0,0-1 1,0 0-1,0 1 1,0-1-1,0 0 1,0 1-1,0-1 0,0 0 1,0 0-1,0 1 1,0-1-1,0 0 1,0 1-1,-1-1 0,1 0 1,0 1-1,0-1 1,0 0-1,0 0 1,-1 1-1,1-1 0,0 0 1,0 0-1,0 1 1,-1-1-1,1 0 1,0 0-1,0 0 1,-1 0-1,1 1 0,0-1 1,0 0-1,-1 0 1,1 0-1,0 0 1,-1 0-1,1 0 0,0 0 1,-1 0-1,1 0 1,-1 0-1,-27 4 51,21-4 19,-319 22-1129,83-7-5686,62-1-2622</inkml:trace>
</inkml:ink>
</file>

<file path=ppt/ink/ink1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09:30.9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44 6643,'0'0'10994,"-1"-7"-10319,-1-22-130,2 21 148,-1 109 742,-1-38-1112,2 159-10,0-216-617,0 2 340</inkml:trace>
</inkml:ink>
</file>

<file path=ppt/ink/ink1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09:31.3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18 5491,'0'0'11189,"-14"-17"-11189,14 27-417,16 9-1471,6 0-1922,4-5-3105</inkml:trace>
</inkml:ink>
</file>

<file path=ppt/ink/ink1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09:31.7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377 1 10629,'0'0'7497,"24"17"-6801,78 63 11,-94-72-634,-1-1 0,0 1 0,-1 1 0,0-1 0,0 1 0,-1 0 1,0 0-1,-1 1 0,1-1 0,-2 1 0,0 0 0,0 0 0,1 12 0,1-5 27,5 35 170,-1 0-1,-3 1 0,-1 87 1,-5-119-253,0 0 1,-2 1-1,0-1 1,-1 0-1,-1 0 1,-2-1-1,0 1 0,0-1 1,-2 0-1,-1-1 1,0 0-1,-2 0 1,0-1-1,-16 20 0,-6 1-193,-1-1 0,-3-2 0,0-2 0,-3-1 0,0-2 0,-2-2 0,-80 41 0,59-42-2068,23-18-2089,22-8-1045</inkml:trace>
</inkml:ink>
</file>

<file path=ppt/ink/ink1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09:32.0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 7235,'0'0'11632,"0"-6"-10926,0 5-725,0 4 114,2 29 546,8 39-1,1 19 187,-6-16-411,-7 101 0,1-162-326,0-6 369,9-9-83,7-5-506,25-7 193,1 1 1,-1 2-1,73-10 1,132 8-2578</inkml:trace>
</inkml:ink>
</file>

<file path=ppt/ink/ink1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09:32.4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24 6675,'0'0'13121,"-1"-7"-12676,-5-9-342,1 25 50,-2 48 311,5-30-175,-25 351-217,27-347-3872,0-22-2194</inkml:trace>
</inkml:ink>
</file>

<file path=ppt/ink/ink1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09:32.7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0 279 5442,'0'0'10565,"28"-4"-9839,92-12-190,-40 9-326,-66 7-200,0 0 1,-1-2 0,1 0 0,-1 0 0,0-1 0,0-1 0,24-9-1,-33 11-18,0-1 0,0 1 0,-1-1 0,1 0 0,-1 0 0,0 0 0,1 0-1,-2-1 1,1 1 0,0-1 0,-1 1 0,1-1 0,-1 0 0,0 0 0,0 0 0,-1-1-1,1 1 1,-1 0 0,0 0 0,0-6 0,2-9 477,-2-1 1,0 0-1,-3-27 0,1 7 2725,-7 80-2265,5 247-652,3-259-298,1-15-65,2 52-726,-2-59 209,0 0 0,0 0 0,0-1 0,1 1 0,0 0 0,0-1-1,0 1 1,4 6 0,-5-12 310,-1 1 0,1 0-1,0 0 1,-1-1 0,1 1-1,0 0 1,0-1 0,0 1 0,-1 0-1,1-1 1,0 1 0,0-1-1,0 0 1,0 1 0,2 0-1,19 0-6527</inkml:trace>
</inkml:ink>
</file>

<file path=ppt/ink/ink1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09:33.1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263 23 9204,'0'0'10642,"-18"-6"-10175,7 2-413,0 1 0,-1 0 0,1 0 0,-13 0 0,23 3-49,0 0-1,0 1 1,0-1 0,0 1 0,0-1-1,0 1 1,0-1 0,0 1 0,0-1-1,0 1 1,1 0 0,-1 0 0,0-1 0,0 1-1,1 0 1,-1 0 0,0 0 0,1 0-1,-1 0 1,1 0 0,-1 0 0,1 0-1,0 0 1,-1 0 0,1 0 0,0 0 0,0 0-1,0 0 1,0 0 0,-1 0 0,2 0-1,-1 0 1,0 0 0,0 2 0,0 4 19,1 0 0,-1 0 1,5 15-1,-3-16-14,0 0 0,1 0 0,-1 1 0,2-1 1,-1-1-1,1 1 0,-1 0 0,2-1 0,-1 0 0,7 6 1,7 6 34,30 21 1,-27-23-33,55 39 19,-43-33-22,0 3 0,-2 0 0,28 30 0,-42-30-8,-17-23 15,1 0 0,-1-1 0,0 1 0,1 0-1,-1-1 1,0 1 0,0 0 0,0-1-1,0 1 1,1 0 0,-1-1 0,0 1 0,0 0-1,0 0 1,-1-1 0,1 1 0,0 0-1,0-1 1,0 1 0,0 0 0,-1 0 0,1-1-1,0 1 1,-1-1 0,1 1 0,0 0-1,-1-1 1,1 1 0,-1-1 0,1 1-1,-1-1 1,1 1 0,-1-1 0,1 1 0,-1-1-1,0 0 1,1 1 0,-1-1 0,0 0-1,1 1 1,-2-1 0,-20 7 296,1-2-1,-1-1 1,-37 3 0,-73-2 93,130-5-398,-51 2-23,-118-4-1832,168 1 1493,0 1 0,-1-1 1,1 1-1,0-1 0,0 0 0,0 0 1,0 0-1,-5-3 0,7 3-40,0 1-1,0-1 0,0 0 1,0 0-1,0 0 1,0 0-1,0 0 0,0 0 1,0-1-1,0 1 0,1 0 1,-1 0-1,1-1 0,-2-1 1,0-26-11492</inkml:trace>
</inkml:ink>
</file>

<file path=ppt/ink/ink1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09:33.4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113 8 3602,'0'0'15959,"-16"-7"-15319,66 7 1,12 2-113,-3 1-432,-3-3 0,-5 0-96,-11 0-576,-16 0-1009,-6 0-2033</inkml:trace>
  <inkml:trace contextRef="#ctx0" brushRef="#br0" timeOffset="1">0 230 6755,'0'0'11413,"137"9"-10436,-71-9-433,-1 0-480,-9 0-64,-5-12-1377,-14-5-2320,-10-9-2418</inkml:trace>
</inkml:ink>
</file>

<file path=ppt/ink/ink1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09:33.8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692 1 7523,'0'0'10869,"-9"9"-10338,-34 42 157,2 2-1,-48 82 0,5-6-142,-100 119 174,16-22-520,153-205-277,7-11-95,0 0-1,1 1 0,0-1 0,1 1 1,0 1-1,1-1 0,-6 21 0,10-29-72,1 6-1473,13-7-2497,24-6-1571</inkml:trace>
  <inkml:trace contextRef="#ctx0" brushRef="#br0" timeOffset="1">999 97 8180,'0'0'12662,"0"120"-11414,0-50-303,0 0-241,8-5-528,-2-8 0,-1-1-176,-5-6-32,0-6-1088,0-6-1057,0-9-1665,-8-15-4258</inkml:trace>
</inkml:ink>
</file>

<file path=ppt/ink/ink1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09:34.1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1 109 7475,'0'0'3853,"28"-18"-1364,-28 18-2489,124-70 1622,-116 66-1515,-1 1 0,0 0 0,1 1 0,-1-1-1,1 1 1,0 1 0,-1 0 0,1 0 0,0 0 0,0 1 0,0 0 0,0 1 0,0 0-1,-1 0 1,12 3 0,-14-3-74,-1 1 1,1 0-1,-1 0 0,0 0 0,0 1 1,0-1-1,0 1 0,0 0 1,-1 0-1,1 0 0,-1 0 0,0 1 1,1-1-1,-2 1 0,1 0 0,0 0 1,-1 0-1,0 0 0,0 1 0,0-1 1,0 1-1,-1-1 0,0 1 0,0-1 1,0 1-1,0 5 0,0-1-29,0 0 0,-1 1-1,0-1 1,0 0 0,-1 0-1,0 0 1,-1 0 0,0 0-1,0 0 1,-1-1 0,0 1 0,-1-1-1,-4 9 1,-2-2 21,-2-1-1,1 0 1,-2 0 0,0-1-1,0-1 1,-1 0 0,-1-1-1,0-1 1,0 0 0,-1-1-1,0 0 1,-1-2 0,0 0-1,0 0 1,-33 6 0,-18-9 988,60-4 406,16 0 1365,9 1-2755,0 0 0,0 1 1,0 0-1,0 2 0,-1 0 1,1 1-1,-1 0 0,29 15 1,124 71-383,-61-22-3784,-102-64 2991,1-1 1,-1 0 0,1 0 0,0 0 0,0-1-1,1 0 1,12 3 0,17-2-7752</inkml:trace>
</inkml:ink>
</file>

<file path=ppt/ink/ink1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09:34.5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 25 8628,'0'0'12742,"-75"-24"-12518,72 89 608,3 7-223,0-3-321,11-1-240,10-6-48,-2-6-240,-13-3-1425,-6-3-1040,0-14-2834,-6-14-5778</inkml:trace>
</inkml:ink>
</file>

<file path=ppt/ink/ink1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09:34.8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1 289 8244,'0'0'4805,"35"-9"-3239,-5 1-1325,41-10 279,97-14-1,-134 28-421,140-26 140,-172 30-210,1-1-1,-1 1 0,0-1 1,1 0-1,-1 0 0,0 0 0,0 0 1,0-1-1,1 1 0,-1 0 1,-1-1-1,1 0 0,0 1 0,0-1 1,0 0-1,-1 0 0,1 0 1,-1 0-1,0 0 0,0 0 0,2-3 1,-2 1 48,0 0 0,-1 1 0,1-1 0,-1 0 0,1 0 0,-1 0 0,0 0 0,-1 1 0,1-1 0,-1 0 0,1 0 0,-1 0 0,-2-3 0,-14-28 1215,14 31-870,0-1 0,0 1 1,1-1-1,0 0 0,0 0 0,0 0 0,0 0 0,1 0 0,0 0 0,-1-8 736,2 18-778,13 249-368,-5-136-609,-8-39-4351,0-76 3822,0 12-865,27-8-12782</inkml:trace>
</inkml:ink>
</file>

<file path=ppt/ink/ink1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09:35.2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530 29 448,'0'0'18174,"-24"-7"-17030,6 1-972,0 2 1,0 0-1,-29-3 0,45 7-155,0 0 0,0 0 0,0 0 0,0 1 1,0-1-1,0 1 0,0 0 0,0-1 0,0 1 1,0 0-1,0 0 0,0 0 0,0 0 0,1 0 0,-1 1 1,1-1-1,-1 1 0,1-1 0,-1 1 0,1-1 1,0 1-1,-1 0 0,1-1 0,0 1 0,0 0 0,0 2 1,-2 3 28,1 1 0,0-1 1,0 1-1,1-1 0,-1 9 1,1-11-24,0 9 29,-1 0 0,2 0-1,-1 0 1,2 0-1,0 0 1,1 0-1,0 0 1,1 0 0,1 0-1,0-1 1,7 16-1,9 7 34,24 32 0,16 30-22,-53-86 28,-1 1-1,-1 0 1,0 0-1,0 0 1,4 26 0,-9-38-64,0 0 0,0 0 1,1 1-1,-1-1 0,0 0 1,0 1-1,0-1 0,0 0 1,0 1-1,-1-1 0,1 0 1,0 0-1,-1 1 0,1-1 1,0 0-1,-1 0 0,0 1 1,1-1-1,-1 0 0,0 0 1,1 0-1,-1 0 0,0 0 1,0 0-1,0 0 0,0 0 1,0-1-1,-2 3 0,-2-2 8,1 1-1,0-1 0,-1 0 1,1 0-1,-1 0 0,-8 0 1,8-1-30,-203 5-1412,118-6-532,-85 1-3034</inkml:trace>
</inkml:ink>
</file>

<file path=ppt/ink/ink1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09:54.3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410 129 624,'0'0'9741,"-17"-9"-8421,-56-30-303,69 37-931,0 1 0,0-1 0,0 1 1,0 0-1,0 0 0,0 0 0,0 1 0,0-1 1,-1 1-1,1 0 0,0 0 0,0 0 1,0 1-1,-1 0 0,1 0 0,0 0 0,0 0 1,0 0-1,-5 3 0,0 2 28,1-1-1,0 1 1,0 1 0,0-1-1,-12 14 1,11-10-4,-7 7 33,1 1 1,0 0 0,1 1 0,1 1 0,1 0-1,1 0 1,1 1 0,-9 25 0,10-17-44,1 0 1,1 1-1,2 0 1,1-1-1,-1 58 1,5-75-82,1 0 1,-1 1 0,2-1 0,0 1-1,0-1 1,1 0 0,1 0 0,0-1-1,0 1 1,1-1 0,1 1 0,0-2 0,0 1-1,1-1 1,1 0 0,14 16 0,-9-13 41,1 0-1,0 0 1,0-2 0,2 0 0,-1 0 0,1-2 0,1 0 0,0 0 0,0-2 0,30 9 0,-17-8 72,0-2 1,0-2 0,0-1 0,0-1 0,57-3-1,-71 0-64,0-1-1,0 0 1,0-2-1,-1 0 1,1 0-1,-1-1 1,0-1-1,0-1 1,0 0-1,-1-1 1,0 0-1,-1-1 1,0-1 0,0 0-1,-1-1 1,-1 0-1,1-1 1,-2 0-1,0 0 1,0-1-1,-1-1 1,-1 0-1,0 0 1,9-25-1,-9 14 62,-2 0-1,0 0 1,-2 0-1,2-35 1,-8-104 239,0 151-354,1 1 0,-2-1 1,1 1-1,-2 0 0,0 0 1,0 0-1,-1 1 0,0-1 1,-13-19-1,7 17 18,0-1 1,-1 2-1,0-1 0,-1 2 1,0-1-1,-20-12 0,8 8 2,0 2-1,-1 1 0,-1 1 0,0 1 0,-1 1 0,0 2 0,0 1 0,-35-6 0,35 10-66,0 2 0,-51 1 0,74 1-24,0 1 0,0-1 0,0 1 0,-1 0 0,1 0 0,0 1 0,0 0 0,0 0 0,1 0 0,-1 0 0,0 1 0,1-1 0,-7 6 0,6-3-172,1 0 1,-1 0-1,1 0 0,1 0 0,-1 0 0,0 1 1,1 0-1,0-1 0,1 1 0,-4 11 1,2 0-1150,1-1 0,0 1 1,1 0-1,1-1 1,1 26-1,2 17-5306</inkml:trace>
</inkml:ink>
</file>

<file path=ppt/ink/ink1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09:54.6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455 25 6883,'0'0'9557,"-18"-7"-8808,11 4-709,0 0 0,-1 0-1,1 1 1,-1 0 0,1 1 0,-1-1-1,1 1 1,-1 1 0,-9 0 0,14 1-20,0-1 1,0 1-1,0 1 1,-1-1-1,1 0 1,0 1 0,0 0-1,1-1 1,-1 1-1,-5 5 1,-24 29 233,-2 7-25,2 1 0,3 2 0,1 1 0,2 1 0,3 1 0,2 1 0,1 1 0,4 1 0,1 0 0,3 1 0,2 1 0,-4 70 0,12-73-53,2 0-1,9 63 0,-4-83-119,1 1 0,1-2 0,2 1 0,22 50 0,-9-36-43,2 0 1,2-1-1,2-2 1,2 0-1,2-2 1,1-2-1,2-1 1,1-2-1,76 57 1,-67-61-960,1-2 1,2-2-1,1-2 1,1-2-1,69 22 0,-93-37-1607,46 8 0,14-10-4250</inkml:trace>
</inkml:ink>
</file>

<file path=ppt/ink/ink1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09:55.2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419 94 4722,'0'0'8377,"-32"-17"-7056,-111-49-457,138 64-813,-1 0-1,0 1 1,1-1-1,-1 1 1,0 0-1,0 0 1,0 1-1,0 0 0,0 0 1,0 0-1,0 1 1,0 0-1,0 0 1,-6 2-1,5 1 65,-1 0-1,1 0 1,0 0-1,0 1 0,1-1 1,-12 13-1,9-8-16,0 0 0,1 1-1,1 0 1,-1 0 0,2 1 0,-1 0-1,1 0 1,1 0 0,0 1-1,1 0 1,0 0 0,1 0-1,0 0 1,1 1 0,-1 19-1,2-20-47,1 0 0,0 0-1,1 0 1,0 0-1,1 0 1,1-1 0,-1 1-1,2-1 1,0 1 0,0-1-1,1 0 1,0 0-1,1-1 1,0 0 0,1 0-1,11 13 1,-7-11-30,1-1 0,1 0 1,0-1-1,0-1 0,1 0 0,0-1 0,1 0 1,0-1-1,0-1 0,20 6 0,-12-6 16,1-1-1,0-1 0,0-1 1,0-1-1,0-1 0,31-3 0,-50 1-25,1 0 0,-1 0 1,0 0-1,1-1 0,-1 0 0,0 0 0,0 0 0,0 0 0,-1-1 0,1 0 0,0 0 0,-1 0 0,0 0 0,0-1 0,0 0 0,0 0 0,0 0 1,-1 0-1,0 0 0,0-1 0,0 0 0,0 1 0,-1-1 0,3-6 0,3-12 139,0-1 0,-2 0 0,-1 0-1,3-26 1,-5 29 179,-2-4 1931,-1 28-2224,14 168 512,-1-39 40,-9-72-1361,3-1 0,20 79 1,-25-129-257,0-1 0,1 1 0,1-1 1,-1 1-1,9 12 0,4 0-5464</inkml:trace>
</inkml:ink>
</file>

<file path=ppt/ink/ink1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09:55.6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9204,'0'0'7660,"26"11"-7137,1 0-383,-5-3-45,1 2 1,-2 0-1,1 1 0,-1 2 1,32 24-1,-41-27-63,-1 0 0,0 1 1,0 0-1,-1 0 0,-1 1 0,0 1 1,9 15-1,-13-18-18,0 0 1,-1 0 0,0 1-1,-1 0 1,0 0 0,-1 0-1,0 0 1,-1 0 0,0 1-1,-1 13 1,0-22 4,0 0 0,0 1 0,-1-1 0,1 0 0,-1 0 0,0 0 0,0 0 1,0 0-1,0 0 0,-1 0 0,1 0 0,-1-1 0,1 1 0,-1 0 0,0-1 0,0 1 0,0-1 0,-1 0 0,1 0 1,-1 0-1,1 0 0,-1 0 0,1 0 0,-1-1 0,0 1 0,-4 1 0,-4 0 133,1 0 0,-1-1 0,1 0 0,-1 0 0,0-1 0,-17-1 0,26 0-108,-1 0 0,1 0 0,-1 0-1,1-1 1,-1 1 0,1-1 0,-1 1-1,1-1 1,0 0 0,-1 0 0,1 0-1,0 0 1,0-1 0,0 1 0,0 0 0,0-1-1,0 0 1,0 1 0,0-1 0,0 0-1,1 0 1,-1 0 0,1 0 0,0 0 0,-1 0-1,1-1 1,0 1 0,0 0 0,0-1-1,0-4 1,-2-5 151,1-1 0,1 0-1,0 0 1,2-24 0,-1 24-101,1 3-69,1-1 0,0 1 0,0 0-1,1-1 1,0 1 0,1 0-1,0 1 1,1-1 0,0 1 0,0-1-1,1 2 1,0-1 0,1 1 0,0-1-1,0 2 1,10-9 0,-5 5-269,0 2 0,1-1 0,0 1 0,0 1 0,1 1 0,0 0 1,0 0-1,1 1 0,-1 1 0,27-5 0,-8 6-3178,65 1 0,-85 3 2412,58 0-4849</inkml:trace>
</inkml:ink>
</file>

<file path=ppt/ink/ink1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09:56.4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62 498 4498,'0'0'13785,"18"-2"-12971,-13 2-768,17-3 65,-1 0 1,1-1-1,-1-1 0,29-11 1,-48 15-107,10-4 17,0 0 1,0-1 0,17-11-1,-27 15-28,1 0-1,0 0 0,0-1 0,-1 1 0,1-1 1,-1 0-1,0 1 0,0-1 0,0 0 0,0-1 1,-1 1-1,1 0 0,-1 0 0,1-1 0,-1 1 1,0 0-1,0-7 0,0 6 3,-1 1 0,1-1 0,-1 1 0,0-1 0,-1 1 0,1 0 0,0-1 0,-1 1 0,0-1 0,0 1-1,0 0 1,0 0 0,-1-1 0,-2-4 0,1 5 5,1 0 0,-1 0 0,0 0-1,0 1 1,-1-1 0,1 1 0,-1 0-1,1-1 1,-1 2 0,1-1 0,-1 0 0,-5-1-1,-7-1 37,0 0 0,0 1 0,0 1 0,0 0 0,-1 1 0,1 1 0,-18 1 0,30 0-18,0-1 0,0 1 0,0 0 0,0 0 0,0 0 0,0 0 0,0 1 0,0 0 0,0-1-1,1 2 1,-1-1 0,1 0 0,-1 1 0,-5 4 0,5-2 6,-1 1 1,1-1-1,0 1 1,1-1-1,0 1 1,-1 0-1,2 0 1,-4 10-1,0 4 22,2-1-1,0 1 1,2 0 0,0 1-1,1 23 1,1-38-43,0 1 0,1 0 0,-1 0-1,2-1 1,-1 1 0,1 0 0,0-1 0,0 1 0,1-1 0,3 8 0,-1-6-34,1 0 1,0-1 0,0 0-1,1 1 1,-1-2-1,15 11 1,-6-5-565,2-1 0,-1 0 0,2-2-1,-1 0 1,1-1 0,0 0 0,1-2 0,33 8 0,-25-9-898,-1-2 0,1 0 1,0-2-1,0-1 0,50-6 1,-61 2 1098,0 0-1,0 0 1,-1-2 0,0 0-1,0 0 1,0-1 0,-1-1 0,0-1-1,-1 0 1,0-1 0,0 0 0,13-14-1,-11 9 676,0-2 0,-1 1-1,16-27 1,-20 27 701,-2 1 0,0-1 0,0-1-1,5-19 1,-10 27-263,-1 0 0,0 1 0,-1-1 0,0 0 0,0 0 0,-1 0 0,-1-13 0,1 20-584,0 0-1,-1 0 0,1 0 1,-1 1-1,0-1 1,1 0-1,-1 0 0,0 1 1,0-1-1,0 1 1,-1-1-1,1 1 0,0-1 1,0 1-1,-1 0 1,1-1-1,-1 1 0,1 0 1,-1 0-1,0 0 1,1 0-1,-1 1 0,0-1 1,0 0-1,1 1 1,-1-1-1,-3 0 0,-4-1 188,-1 1-1,0 0 1,-21 1 0,19 0-10,2 0-155,0 1-1,0 0 1,0 0 0,0 1 0,0 0 0,0 0 0,1 1 0,-1 1 0,-13 6 0,17-6-94,0-1 0,1 1 1,-1 0-1,1 1 1,0 0-1,0 0 1,0 0-1,1 0 0,-1 1 1,1-1-1,1 1 1,-1 0-1,1 0 0,-4 12 1,4-10-20,0 0 1,1 0 0,0 1-1,1-1 1,0 1-1,0-1 1,1 0-1,0 1 1,1 9-1,0-13-33,-1-1-1,1 0 1,0 0-1,0 1 0,1-1 1,0 0-1,-1 0 1,1-1-1,0 1 0,1 0 1,-1-1-1,1 1 1,-1-1-1,1 0 1,0 0-1,1 0 0,-1 0 1,6 4-1,-1-3 11,1 1-1,0-1 1,0-1-1,0 0 0,0 0 1,0-1-1,11 2 1,4-1 23,38-1 0,-53-2-49,-1 0 0,0-1 0,0 0 0,0-1 0,0 1 0,0-1 0,0-1 0,0 0 0,-1 0 0,11-6 0,-14 7 10,0-1 0,-1 0 0,1 0 0,-1 0 0,1 0 0,-1 0-1,0-1 1,0 1 0,0-1 0,-1 0 0,1 0 0,-1 0 0,0 0 0,0-1 0,-1 1 0,1 0 0,-1-1 0,0 1-1,1-9 1,-1-22 88,-1 31-27,0 21-108,0-14 36,0 1 0,1 0 0,-1 0 0,1-1 0,0 1 0,0 0 0,0-1 0,0 1 0,1-1 0,-1 1-1,1-1 1,0 0 0,0 0 0,0 0 0,1 0 0,2 3 0,0-1 12,0-1 0,1 1 0,0-1-1,0 0 1,0 0 0,0-1 0,14 5 0,-1-1-12,-1-2-1,1-1 1,1 0-1,-1-1 1,26 0-1,-31-3-74,32-1-383,-43 1 442,0-1 0,0 0 0,0 0 0,0 0 0,0 0 0,-1 0 0,1-1 0,0 1 0,-1-1 0,0 1 0,1-1 0,-1 0 0,3-3 0,2-3 7,-1-1 1,0 0 0,-1 0 0,0 0 0,0 0-1,-1-1 1,0 0 0,-1 0 0,4-19-1,-1-4 30,3-60-1,-9-97-100,1 18 3953,-7 455-3835,7-212-42,-1-53-263,1 0-1,1 0 0,1-1 0,1 1 0,0-1 0,1 0 0,9 22 0,-7-25-984,0 0-1,1 0 1,0 0-1,20 22 1,-24-32 59,0 1 1,0-2 0,0 1-1,9 6 1,16 2-7572</inkml:trace>
</inkml:ink>
</file>

<file path=ppt/ink/ink1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09:56.8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0 205 7331,'0'0'9541,"27"-7"-8960,-7 1-472,150-37 428,-167 43-515,11-3 29,-1 0 0,0 0 0,23-10 0,-33 12-12,-1 0 1,1 0 0,-1-1 0,0 1-1,1-1 1,-1 1 0,0-1 0,0 0-1,0 0 1,0 0 0,0 0 0,-1 0-1,1 0 1,-1 0 0,1-1 0,-1 1-1,0 0 1,0-1 0,0 1 0,0-1-1,0 0 1,0 1 0,-1-1 0,1 0-1,-1-3 1,0 3 100,0-1-1,0 0 0,0 0 1,0 1-1,-1-1 1,0 0-1,0 0 0,0 1 1,0-1-1,0 1 1,-4-7-1,3 8-90,0 0-1,1 1 1,-1-1 0,0 1 0,0-1 0,0 1-1,0 0 1,0 0 0,0 0 0,0 0 0,0 0-1,0 0 1,0 0 0,-1 1 0,1-1 0,0 1-1,-1 0 1,1-1 0,0 1 0,-5 1-1,5-1-38,0 0-1,0 0 0,0 1 0,0-1 0,0 1 0,0 0 0,0-1 1,0 1-1,0 0 0,1 0 0,-1 0 0,0 1 0,0-1 0,1 0 0,-1 0 1,1 1-1,-1-1 0,1 1 0,0 0 0,0-1 0,-1 1 0,1 0 1,0 0-1,0 0 0,1 0 0,-2 3 0,-1 4-9,1-1 0,0 1-1,0-1 1,1 1 0,-1 9 0,1-2 5,1 0 0,2 29 1,-1-39-10,1 1-1,0-1 1,0 1 0,0-1-1,0 0 1,1 0 0,0 0 0,0 0-1,7 8 1,3 3-353,2-1 0,0 0 0,1-1 0,0-1 0,19 13 0,-18-16-1562,34 17 0,-38-22 5,-1-1 0,1 0 1,19 3-1,12-3-5428</inkml:trace>
</inkml:ink>
</file>

<file path=ppt/ink/ink1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09:57.1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37 8036,'0'0'7635,"25"-8"-6296,-8 1-1148,-5 3-86,0-1 0,0 2 0,26-5 0,-32 7-53,0 0 1,-1 1-1,1 0 1,0 1-1,0-1 1,0 1-1,0 0 1,0 1-1,-1-1 1,1 1-1,-1 0 1,1 1-1,-1-1 1,6 5-1,7 5 77,0 0-1,-1 2 0,0 0 1,-1 1-1,-1 1 0,-1 0 0,0 1 1,-1 1-1,-1 0 0,-1 0 1,18 40-1,-26-52-75,-1 0 0,0 0 0,-1 1-1,0-1 1,0 1 0,0-1 0,0 1 0,-1-1 0,0 1 0,-1-1 0,-1 13 0,1-18-35,1 0-1,-1 0 1,1 0 0,-1 0 0,0 0 0,1 0 0,-1 0-1,0 0 1,1-1 0,-1 1 0,0 0 0,0 0-1,0-1 1,0 1 0,0 0 0,0-1 0,0 1 0,0-1-1,0 1 1,0-1 0,0 0 0,0 1 0,-1-1 0,0 0-1,-32 1 427,23-1-255,8 0-156,0 0 0,0 0 0,1 0 1,-1 0-1,0 0 0,0-1 0,0 1 1,1-1-1,-1 0 0,0 0 1,1 0-1,-1 0 0,1 0 0,-1-1 1,1 1-1,0-1 0,-1 0 0,1 1 1,0-1-1,0 0 0,0 0 0,0 0 1,1-1-1,-1 1 0,0 0 0,1-1 1,0 1-1,-1-1 0,1 1 1,0-1-1,-1-4 0,0-2-7,0 0 0,0 0 0,0 0 0,1-1-1,1 1 1,0-1 0,0 1 0,1-1 0,0 1 0,0 0 0,1-1 0,0 1-1,1 0 1,0 0 0,0 0 0,1 1 0,0-1 0,1 1 0,7-11 0,-4 10-48,0 0 1,1 0 0,0 0-1,1 1 1,15-11-1,-21 17-163,1-1 0,-1 1 0,0 0 0,0 0 0,1 0 0,-1 0 0,1 1-1,0 0 1,-1 0 0,1 0 0,0 1 0,0-1 0,0 1 0,-1 0 0,1 0 0,0 1 0,5 1-1,-8-2-36,0 1 0,-1 0-1,1-1 1,0 1-1,-1 0 1,1 0-1,-1 0 1,0 0-1,1 0 1,-1 0 0,0 1-1,1-1 1,-1 0-1,0 1 1,0-1-1,0 1 1,0-1 0,-1 1-1,1-1 1,1 4-1,0 1-786,-1 1 0,1 0 0,-1-1 0,0 9 0,1 51-7264</inkml:trace>
</inkml:ink>
</file>

<file path=ppt/ink/ink1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09:57.5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8772,'0'0'8596,"4"27"-7881,27 186 1080,-26-171-1143,20 71-1,-22-100-560,2 0 1,-1 0-1,2 0 1,0-1-1,0 0 1,1 0-1,1-1 1,0 0-1,13 15 0,-16-22-47,0 0-1,0 0 0,0-1 1,0 0-1,0 0 0,0 0 0,1-1 1,0 1-1,-1-1 0,1-1 1,0 1-1,0-1 0,0 0 0,0 0 1,0-1-1,0 0 0,0 0 1,0 0-1,0-1 0,0 0 0,0 0 1,0 0-1,0-1 0,0 0 1,-1 0-1,1 0 0,-1-1 1,1 0-1,-1 0 0,7-6 0,4-6 110,-1 0 0,-1-2 0,-1 0-1,0 0 1,-1-1 0,-1 0 0,-1-1 0,9-23-1,5-21-157,21-80-1,-45 141-161,0 0-1,1 1 1,-1-1 0,1 1 0,-1-1 0,1 1 0,0-1-1,0 1 1,0-1 0,0 1 0,0 0 0,1-2 0,-1 3-78,-1 0 0,1-1 0,0 1 0,0 0 0,0 0 0,-1 0 0,1-1 0,0 1 0,0 0 0,0 0 0,0 1-1,-1-1 1,1 0 0,0 0 0,0 0 0,0 0 0,0 1 0,-1-1 0,1 0 0,0 1 0,0-1 0,-1 1 0,1-1 0,0 1 0,-1-1 0,1 1 0,1 0 0,25 22-6275,15 6-902</inkml:trace>
</inkml:ink>
</file>

<file path=ppt/ink/ink1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09:58.0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389 520 7139,'0'0'9533,"-28"-18"-7735,-92-56-675,114 71-1056,0 0 0,0 0 1,0 1-1,0 0 0,-1 0 0,1 1 1,0 0-1,-1 0 0,1 0 0,-1 1 1,1 0-1,-1 0 0,1 1 0,-1-1 1,1 1-1,-1 1 0,1-1 0,-11 5 1,10-2 2,0 0 1,1 0-1,-1 0 1,1 1 0,0 0-1,0 0 1,0 1 0,1-1-1,0 1 1,0 1-1,1-1 1,-6 9 0,5-6-16,1 0 0,0 1 0,0-1 1,1 1-1,1 0 0,-1 0 0,1 0 1,1 0-1,0 0 0,0 0 1,1 0-1,1 0 0,1 11 0,-2-19-53,1-1 0,0 1-1,-1 0 1,1-1 0,0 1-1,0 0 1,0-1 0,1 1-1,-1-1 1,0 0 0,0 1 0,1-1-1,-1 0 1,1 0 0,-1 0-1,1 0 1,-1 0 0,1 0-1,0 0 1,0-1 0,-1 1-1,1 0 1,0-1 0,0 0-1,0 1 1,-1-1 0,5 0-1,7 1 42,0 0-1,26-3 0,-27 1 11,-3 0-33,-1 0 1,1 0-1,-1-1 1,1-1-1,-1 1 0,0-2 1,0 1-1,0-1 0,9-5 1,-5 1 37,0-1 0,0 0 0,-1 0 0,17-20 0,-27 29-55,-1-1 1,1 1 0,-1 0-1,1-1 1,-1 1 0,1 0-1,-1 0 1,1-1 0,-1 1-1,1 0 1,-1 0 0,1 0-1,0 0 1,-1 0-1,1 0 1,-1 0 0,1 0-1,0 0 1,-1 0 0,1 0-1,-1 0 1,1 1 0,-1-1-1,1 0 1,-1 0 0,1 1-1,0-1 1,-1 0 0,0 0-1,1 1 1,-1-1 0,1 1-1,-1-1 1,1 0 0,-1 1-1,0-1 1,1 1-1,-1-1 1,0 1 0,1-1-1,-1 1 1,0 0 0,3 2 17,5 5-37,1-1 0,0 0 0,0-1 0,0 0 0,1 0 0,0-1 0,0 0 0,1-1 0,19 5 0,-9-4-231,0-1 0,1-1 0,0-1 0,23 0 0,-41-2 218,-1 0-1,0 0 1,1 0 0,-1-1-1,0 1 1,1-1-1,-1 0 1,0 1 0,0-2-1,1 1 1,-1 0-1,3-2 1,-4 1 17,0-1 0,1 1-1,-1 0 1,-1 0 0,1-1 0,0 1 0,0-1 0,-1 0 0,0 1-1,1-1 1,-1 0 0,0 0 0,1-5 0,4-17 23,-1-1 0,-1 0 1,2-36-1,-6-83 92,-2 65-38,4-47 448,-1 3 3078,-2 265-3573,3 173 174,16-157-3615,-18-154 2922,1 1 0,-1 0-1,1 0 1,0-1-1,0 1 1,0 0 0,1-1-1,-1 1 1,1-1 0,0 0-1,0 1 1,0-1-1,0 0 1,4 4 0,12 0-6257</inkml:trace>
</inkml:ink>
</file>

<file path=ppt/ink/ink1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09:58.5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 80 8948,'0'0'11744,"-14"15"-10871,-5 7-476,-17 25 1,34-44-365,0-1 1,1 1 0,-1-1 0,1 1 0,0-1 0,0 1 0,0 0 0,0 0 0,0 0 0,1-1 0,-1 1-1,1 0 1,0 0 0,0 0 0,0 0 0,0 0 0,0 0 0,1 0 0,-1 0 0,1-1 0,0 1 0,0 0-1,0 0 1,0-1 0,0 1 0,1 0 0,-1-1 0,3 3 0,-1-1-5,1 1 0,1-1 0,-1 0 0,0-1 0,1 1 0,0-1 0,0 0 0,0 0 0,0 0 0,11 3 0,-2-3-5,0 0 0,1 0 1,-1-2-1,1 0 1,0 0-1,17-3 1,-29 2-26,1 0-1,0 0-1,0-1 0,1 0 1,-1 0-1,0 0 0,0 0 1,0-1-1,0 1 0,0-1 0,0 0 1,-1 0-1,1-1 0,-1 1 1,1-1-1,-1 1 0,0-1 1,0 0-1,0-1 0,0 1 1,0 0-1,-1-1 0,0 1 1,0-1-1,3-5 0,-1-1 121,0-1-1,-1 0 1,0 0-1,0 0 0,-1 0 1,0 0-1,-1-1 1,-1-12-1,0 23 120,4 14-594,0-7 358,-1 0 0,1-1 0,0 0 0,1 0 0,-1 0 0,1 0 1,0-1-1,0 1 0,1-1 0,-1 0 0,1-1 0,0 0 0,10 5 0,-9-5 5,0 0 0,0-1 0,0 0 0,0 0 0,0 0 0,1-1 0,-1 0 0,0 0 0,1-1 0,-1 0 0,0-1 0,12-1 0,-15 0-1,-1 1-1,0-1 1,1 0-1,-1 0 1,0 0-1,0-1 0,0 1 1,-1-1-1,1 0 1,-1 0-1,1 0 1,-1 0-1,0 0 1,3-5-1,1-3 7,-1 0-1,0 0 1,5-13 0,-8 14 3,0 1 0,0-1 0,0 1-1,-1-1 1,-1 0 0,0 1 0,0-1 0,-4-19 0,4 29-19,0-1 0,-1 0-1,0 0 1,1 0 0,-1 0 0,0 0 0,1 0-1,-1 1 1,0-1 0,0 0 0,0 1-1,1-1 1,-1 0 0,0 1 0,0-1 0,0 1-1,0 0 1,0-1 0,0 1 0,0 0-1,0-1 1,0 1 0,0 0 0,0 0 0,-1 0-1,1 0 1,0 0 0,-1 0 0,0 0-14,0 0 1,0 1-1,0-1 1,0 0 0,0 1-1,0-1 1,0 1-1,0 0 1,0 0 0,0 0-1,1 0 1,-1 0-1,0 0 1,1 0 0,-1 0-1,-2 3 1,1 0-3,1 1-1,-1-1 1,1 1 0,-1 0-1,1 0 1,1 0 0,-1 0-1,1 0 1,0 0 0,-1 7-1,0 57-56,2-49 52,0-14-92,1 0-1,0 0 1,0 0-1,0 0 1,0 0-1,1-1 1,0 1-1,0-1 1,1 1-1,0-1 1,-1 0 0,2 0-1,-1 0 1,1 0-1,-1-1 1,1 1-1,0-1 1,1 0-1,7 6 1,-3-4-538,-1-1 1,1 0-1,0 0 0,0-1 1,1 0-1,-1-1 0,1 0 1,0 0-1,0-1 1,-1 0-1,12 0 0,36-1-4946,-1-1-2114</inkml:trace>
</inkml:ink>
</file>

<file path=ppt/ink/ink1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09:58.9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284 3 9076,'0'0'10162,"27"0"-9156,-10-1-844,-6 0-59,1 1-1,0 0 0,-1 0 1,1 2-1,16 2 0,-23-2-48,-1-1-1,1 1 0,0 0 0,0 1 0,-1-1 1,1 1-1,-1-1 0,0 1 0,1 1 0,-2-1 1,1 1-1,0-1 0,-1 1 0,1 0 1,-1 0-1,0 1 0,-1-1 0,5 8 0,5 17 222,-2-1 0,0 1 0,-2 1 0,-2 0 1,6 53-1,-4 155 1179,-8-227-1389,-7 191 626,4-171-640,-2 1 0,-1-1 1,-2 0-1,-14 38 0,10-39-187,-1-2 0,-2 1 1,-1-2-1,-1 0 0,-1-1 0,-2-1 0,-40 41 0,41-48-859,-1 0 0,-1-2 0,-1-1 0,0 0 0,-43 20 0,52-29-496,-1-1 0,1 0-1,-29 5 1,16-7-3382,-32 0 0,56-3 4710</inkml:trace>
</inkml:ink>
</file>

<file path=ppt/ink/ink1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10:08.2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20 6451,'0'0'9346,"-2"-5"-9096,2 4-237,0 0-1,0 0 0,-1 0 0,1 1 0,0-1 0,0 0 1,-1 0-1,1 0 0,0 1 0,-1-1 0,1 0 0,-1 1 1,1-1-1,-1 0 0,1 1 0,-1-1 0,-1 0 1,-1 13 419,5 49 637,-1-40-719,-1 88 641,3 46-688,-3-149-448,1 1 0,-1-1 0,2 0 0,-1 1 0,1-1 1,0 0-1,0 0 0,0 0 0,1 0 0,6 9 0,-7-12-302,0-1-1,1 1 1,-1 0-1,1-1 1,0 0-1,0 1 1,0-1-1,0 0 1,0-1-1,1 1 1,-1 0-1,0-1 1,1 0-1,-1 0 1,1 0-1,-1 0 1,1 0-1,0-1 1,5 0-1,23 1-5619</inkml:trace>
</inkml:ink>
</file>

<file path=ppt/ink/ink1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10:08.6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8740,'0'0'10293,"0"2"-10080,13 232 977,-12-227-1185,1 12-65,0 0-1,2-1 0,0 1 1,1-1-1,9 21 0,-9-27-582,1 0-1,0-1 0,9 12 1,-9-15-748,1 1 0,0-2 0,0 1 1,11 8-1,4-1-6901</inkml:trace>
</inkml:ink>
</file>

<file path=ppt/ink/ink1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10:09.0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413 58 11541,'0'0'8596,"16"-58"-8596,-11 58-112,-5 20-5779,-3-3-1248</inkml:trace>
  <inkml:trace contextRef="#ctx0" brushRef="#br0" timeOffset="1">1 75 10517,'0'0'7731,"11"-29"-8851,7 29-1954,1 0-2368,0 0-1553</inkml:trace>
</inkml:ink>
</file>

<file path=ppt/ink/ink1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10:09.3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228 69 2817,'0'0'10314,"26"-12"-7547,83-37-326,-107 48-2372,1 0 0,0 0 0,0 0 1,0 0-1,-1 0 0,1 1 0,0-1 0,0 1 0,0 0 0,0 0 1,0 0-1,0 0 0,0 0 0,0 1 0,0-1 0,0 1 0,5 2 1,-6-2-34,1 1 1,-1 0 0,1 1 0,-1-1 0,0 0 0,0 1-1,0-1 1,0 1 0,0-1 0,2 6 0,3 5 117,10 14 147,-1 2 1,-1 0-1,-2 0 1,-1 1-1,-1 1 1,7 34-1,-6-8 222,-3 1 0,5 90 0,-13-104-396,-2-1 0,-1 1 0,-2-1 0,-2 1 0,-3-1 1,-1-1-1,-1 0 0,-23 53 0,8-38-50,-2-2-1,-62 92 1,-96 86-1868,55-67-7287,78-98-927</inkml:trace>
</inkml:ink>
</file>

<file path=ppt/ink/ink1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10:10.3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8036,'0'0'10087,"1"11"-9674,33 213 1838,-17-135-1618,8 120 0,-23-184-562,-1 21 2328,11-46-2260,328-3-196,-193-1-5715,-135 4 3194,-1-1 0,0 0 0,23-6 0,-2-6-4951</inkml:trace>
</inkml:ink>
</file>

<file path=ppt/ink/ink1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10:10.7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1 7235,'0'0'11939,"-5"0"-11424,4 0-502,0 0 0,0 0-1,0 0 1,0 0 0,0 0 0,0 0 0,0 1-1,0-1 1,0 1 0,0-1 0,0 0 0,0 1-1,0 0 1,1-1 0,-1 1 0,0-1-1,0 1 1,0 0 0,1 0 0,-1-1 0,0 2-1,-1 1 33,1-1-1,0 1 1,0-1-1,0 1 1,0 0-1,0 0 1,0-1-1,0 5 1,0 10 245,0 1-1,3 22 1,-1-9 19,-3 79 533,1 27-516,4-46-3383,-1-74-298,1-8-2068</inkml:trace>
</inkml:ink>
</file>

<file path=ppt/ink/ink1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10:11.0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0 311 8564,'0'0'9490,"23"-7"-9010,-18 5-455,40-12 264,85-14 0,-103 24-252,1-1 0,-1-1-1,-1-1 1,1-2 0,29-13 0,-54 21-33,1-1 0,0 0 0,-1 0-1,0 0 1,0 0 0,1 0 0,-1 0 0,0-1-1,-1 1 1,1-1 0,0 1 0,-1-1 0,1 0 0,-1 0-1,0 0 1,0 1 0,0-1 0,0 0 0,-1 0-1,1-4 1,0-7 110,0 0 0,-1-1-1,-1-16 1,-1-1 784,2 29-672,-1-23 848,1 25-976,0 0 0,0 1 0,0-1 0,0 0 0,0 1 0,0-1 1,-1 0-1,1 1 0,0-1 0,0 1 0,-1-1 0,1 0 0,0 1 0,-1-1 0,1 1 0,0-1 0,-1 1 0,1-1 0,-1 1 1,1-1-1,-1 1 0,1-1 0,-1 1 0,0 0 0,1-1 0,-1 1 0,1 0 0,-1-1 0,0 1 0,0 0 0,0 0-78,1 0-1,0 1 0,0-1 1,-1 0-1,1 1 0,0-1 1,0 0-1,-1 1 0,1-1 0,0 0 1,0 1-1,0-1 0,0 0 1,0 1-1,-1-1 0,1 1 1,0-1-1,0 1 0,0-1 0,0 0 1,0 1-1,0-1 0,0 1 1,1-1-1,-1 0 0,0 1 0,0 0 1,0 2 16,3 66-178,2 0 0,4-1 0,31 123 0,-34-168-1666,17 40 1,-20-55 669,1 0 0,0 0 0,1-1 0,0 0 0,0 0 0,0 0 0,1-1 0,8 9 0,18 4-7776</inkml:trace>
</inkml:ink>
</file>

<file path=ppt/ink/ink1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10:11.4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218 55 9732,'0'0'9042,"-27"-9"-7532,-83-30-624,105 38-817,0-1 1,0 1 0,-1 0-1,1 0 1,-6 1 0,9-1-52,1 1 1,0 1-1,0-1 1,0 0-1,0 0 1,0 0-1,-1 1 1,1-1-1,0 0 1,0 1-1,0-1 1,0 1-1,0 0 0,0-1 1,-1 2-1,0 0 1,1 0-1,0 0 0,0 0 0,1 0 0,-1 0 0,0 0 0,1 0 0,-1 0 1,1 0-1,0 0 0,-1 1 0,1-1 0,0 0 0,0 0 0,1 3 0,-1 1-2,0 0-7,1 0 1,0 0 0,0 0-1,0 0 1,1 0-1,-1-1 1,1 1 0,1 0-1,-1-1 1,1 0-1,0 0 1,0 1-1,5 4 1,6 6 11,1 0 0,22 19 0,-19-18 3,34 27 38,-22-19-45,38 40 0,-61-57-16,-1 0 1,1 0-1,-2 0 1,1 1-1,-1 0 1,0 0-1,-1 0 1,0 1-1,0-1 1,2 14-1,-5-21 18,0 0 1,-1 1-1,1-1 0,-1 1 0,0-1 0,0 0 0,0 1 0,0-1 0,0 1 0,0-1 0,-1 0 1,1 1-1,-1-1 0,1 0 0,-1 1 0,0-1 0,0 0 0,0 0 0,-1 0 0,1 0 1,0 0-1,-1 0 0,1 0 0,-1 0 0,1-1 0,-1 1 0,-2 1 0,-3 1 80,1-1-1,-1-1 0,0 1 0,0-1 0,0 0 1,0-1-1,-13 2 0,-28 2 423,-49-1 0,35-5-2440,15 1-2951</inkml:trace>
</inkml:ink>
</file>

<file path=ppt/ink/ink1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10:11.8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32 10181,'0'0'11605,"158"-24"-11333,-51 21-240,-3 3-32,-21-4-512,-22 4-1345,-26 0-2113</inkml:trace>
  <inkml:trace contextRef="#ctx0" brushRef="#br0" timeOffset="1">96 294 8436,'0'0'13462,"105"17"-12550,-25-17-783,5-10-129,-2 3-385,0 2-1632,-5 1-2177,-6-6-3265</inkml:trace>
</inkml:ink>
</file>

<file path=ppt/ink/ink1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10:24.4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359 34 5843,'0'0'7822,"-27"-8"-6742,3 1-824,0 0-1,-44-4 0,63 10-213,1 1 0,0 1 0,-1-1 1,1 1-1,-1 0 0,1 0 0,0 0 0,-1 0 0,1 1 0,0 0 0,0 0 0,0 0 0,0 0 1,0 1-1,-4 3 0,0 1 57,0 1 1,1 0-1,-1 1 0,-5 10 1,6-10-17,-5 7 46,2 0-1,0 0 1,1 1 0,1 1-1,1-1 1,-9 33 0,9-23-10,2 0-1,1 1 1,1-1-1,1 31 1,2-48-93,1-1-1,-1 1 1,1-1 0,1 1-1,0-1 1,0 1 0,1-1-1,0 0 1,1 0 0,6 11-1,-4-11-8,1 0-1,0 0 0,0 0 1,1-1-1,0 0 0,0 0 1,1-1-1,16 10 1,-5-4 8,0-2 0,1-1 1,1 0-1,-1-2 1,1 0-1,45 8 0,-35-11 59,0 0-1,0-3 1,1 0-1,46-5 1,-70 2-16,0-1 0,0 1 0,0-2 1,0 1-1,0-1 0,-1 0 1,1-1-1,-1 0 0,0 0 0,0-1 1,7-6-1,-10 7 8,0 0 0,-1 0-1,1-1 1,-1 1 0,0-1 0,0 0-1,-1 0 1,1-1 0,-1 1 0,0-1 0,-1 0-1,0 0 1,0 0 0,0 0 0,0 0-1,1-12 1,-2 5-16,0-1-1,-1 0 1,-1 0-1,0 0 1,0 0-1,-2 1 1,1-1-1,-2 1 1,0-1-1,-1 1 1,0 0-1,-1 1 1,0-1 0,-1 1-1,-9-12 1,3 5-56,0 2 0,-1-1 0,-1 2 1,-1 0-1,0 1 0,-1 1 1,0 0-1,-1 1 0,-1 1 1,0 1-1,-1 1 0,0 0 0,0 1 1,-1 2-1,0 0 0,0 1 1,-44-6-1,40 9-176,0 0 0,-1 2 0,0 1 1,-32 3-1,55-2-33,-1 0 0,0 0-1,0 0 1,1 0 0,-1 0 0,1 1 0,-1 0 0,1 0-1,0 0 1,-1 0 0,1 0 0,0 1 0,0-1 0,1 1-1,-5 5 1,4-5-437,1 1-1,0 0 1,0-1-1,0 1 1,0 0-1,0 0 0,1 0 1,-2 7-1,1 20-6939</inkml:trace>
</inkml:ink>
</file>

<file path=ppt/ink/ink1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10:24.7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300 1 3314,'0'0'13315,"-29"5"-12120,0-1-897,0 2 0,-39 13 0,62-16-243,0 0 0,1 0 0,-1 0 1,1 0-1,0 1 0,0 0 0,0 0 0,0 0 1,1 1-1,-1 0 0,1 0 0,-4 6 0,1 1 96,0 1 0,1 0 0,-7 21 0,10-25-82,-5 16 170,0 1 1,2 0-1,-5 45 1,5 83 491,6-124-594,1-1 0,2 1-1,9 38 1,-7-48-85,1-1-1,1 1 1,0-1-1,2 0 1,17 29-1,-10-25-37,1-1 0,1 0 0,0-2 0,2 0-1,0-1 1,1-1 0,1-1 0,1 0 0,0-2 0,1-1 0,0-1 0,2-1-1,-1-1 1,38 11 0,-20-8-635,68 19-3278,-92-29 1246,-1-1 1,21 1-1,11-3-6337</inkml:trace>
</inkml:ink>
</file>

<file path=ppt/ink/ink1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10:25.4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33 245 7171,'0'0'11678,"-5"-11"-10643,1 2-912,-10-19 83,13 28-205,1 0-1,0 0 1,0 0 0,0-1 0,0 1 0,0 0 0,0 0 0,0 0-1,0 0 1,0 0 0,0 0 0,0 0 0,-1 0 0,1 0 0,0-1-1,0 1 1,0 0 0,0 0 0,0 0 0,0 0 0,-1 0 0,1 0 0,0 0-1,0 0 1,0 0 0,0 0 0,0 0 0,-1 0 0,1 0 0,0 0-1,0 0 1,0 0 0,0 0 0,0 0 0,0 0 0,-1 0 0,1 0-1,0 0 1,0 0 0,0 0 0,0 1 0,0-1 0,0 0 0,-1 0-1,1 0 1,0 0 0,0 0 0,0 0 0,0 0 0,0 0 0,0 1-1,0-1 1,0 0 0,0 0 0,-3 21 36,2 31 232,2 0 0,3-1 0,2 0 0,17 72 0,-17-100-226,1-1-1,1 0 1,1 0 0,1-1-1,24 39 1,-34-61-33,0 1-1,0 0 1,0 0-1,0 0 1,0 0 0,0 0-1,0 0 1,0 0-1,0-1 1,0 1-1,1 0 1,-1 0 0,0 0-1,0 0 1,0 0-1,0 0 1,0 0-1,0 0 1,0 0 0,0 0-1,0 0 1,0-1-1,0 1 1,1 0 0,-1 0-1,0 0 1,0 0-1,0 0 1,0 0-1,0 0 1,0 0 0,0 0-1,0 0 1,1 0-1,-1 0 1,0 0 0,0 0-1,0 0 1,0 0-1,0 0 1,0 0-1,0 0 1,1 0 0,-1 0-1,0 0 1,0 0-1,0 0 1,0 1 0,0-1-1,0 0 1,0 0-1,0 0 1,0 0-1,1 0 1,-1 0 0,0 0-1,0 0 1,0 0-1,0 0 1,0 0 0,0 1-1,0-1 1,0 0-1,0 0 1,1-12 936,-2 10-962,0-14 150,-1 1 1,-1 0-1,0 0 1,-1 0-1,-11-25 1,-7-27 48,12 19-150,3 0 1,1 0-1,3-1 1,2-59 0,1 100-38,0 1 0,1-1 0,-1 1 0,1 0 0,1-1 0,-1 1 0,1 0 0,1 0 0,-1 0 0,1 0 0,0 0 0,1 1 0,0-1 0,0 1 0,0 0 0,1 0 0,-1 1 0,2-1 0,-1 1 0,0 0 0,1 0 0,0 1 0,11-7 0,-2 3-48,1 0 1,1 0-1,-1 2 1,1 0 0,0 1-1,1 1 1,22-3 0,-6 3-625,0 2 0,63 4 0,-92-2 531,-1 1 0,0-1 0,0 1 0,0 0 0,0 0 0,-1 0 0,1 0 0,0 1 0,0-1 0,-1 1 0,1 0 0,4 4 0,-5-4-69,-1 0 1,0 1 0,0-1-1,0 1 1,0-1 0,-1 1 0,1 0-1,-1 0 1,0 0 0,1 0-1,-1 0 1,-1 0 0,1 0-1,0 0 1,-1 0 0,1 5-1,-1-1-484,1-1-1,-1 1 1,-1 0-1,1 0 0,-1 0 1,0 0-1,-1-1 1,1 1-1,-2-1 0,1 1 1,-1-1-1,-6 12 1,0-4-2219,-23 23 0,32-37 2871</inkml:trace>
</inkml:ink>
</file>

<file path=ppt/ink/ink1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10:25.7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22 5763,'0'0'12677,"27"0"-11908,42-5-529,11 0-80,9 3-160,-1-3-512,-5 5-1665,-14 0-2561,-15-5-2850</inkml:trace>
</inkml:ink>
</file>

<file path=ppt/ink/ink1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10:26.1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171 1 4930,'0'0'13046,"-141"122"-12165,122-52-97,8 5-256,11-1-208,0-4-176,0-5-64,19-10-80,16-6-32,5-6-768,5-12-1489,6-9-1473,-6-13-2208</inkml:trace>
</inkml:ink>
</file>

<file path=ppt/ink/ink1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10:26.5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0 292 8740,'0'0'10301,"14"10"-9960,-13-8-326,8 4 57,-1 1 0,1 0 0,-1 0 1,-1 1-1,0 0 0,0 1 0,0-1 0,-1 1 0,-1 0 0,1 1 0,4 11 1,-2 2 207,0 1 0,-2 1 0,-1-1 0,0 1 0,1 45 0,-6-69-266,0 0 0,-1 0 0,1-1 0,0 1 0,0 0-1,-1-1 1,1 1 0,0 0 0,-1-1 0,1 1 0,-1 0 0,1-1-1,-1 1 1,1-1 0,-1 1 0,1-1 0,-1 1 0,1-1 0,-1 0-1,0 1 1,1-1 0,-1 0 0,0 1 0,1-1 0,-1 0 0,0 0-1,1 1 1,-1-1 0,0 0 0,0 0 0,1 0 0,-1 0-1,0 0 1,-1 0 0,0 0 19,-1 0 0,0 0 0,0-1 0,0 1 0,1 0 0,-1-1-1,0 0 1,1 0 0,-4-1 0,4 1-18,0 0 0,0-1 0,0 1 1,0-1-1,1 0 0,-1 0 0,0 1 0,1-1 0,0 0 0,-1 0 0,1-1 0,0 1 1,0 0-1,0 0 0,0 0 0,0-1 0,1 1 0,-2-5 0,1-4 35,0-1-1,0-19 0,1 28-38,0-5-13,0 0 1,1 1-1,0-1 0,0 0 1,0 1-1,1-1 1,1 1-1,-1-1 1,1 1-1,1 0 1,-1 0-1,1 0 1,0 1-1,0-1 1,1 1-1,0 0 0,0 0 1,1 1-1,0-1 1,0 1-1,0 0 1,0 1-1,1 0 1,-1 0-1,10-4 1,-6 3-10,0 1 0,0 1 0,0 0 0,0 0 0,1 1 1,-1 0-1,1 1 0,0 0 0,19 2 0,-23-1-1,1 1 1,-1 0-1,0 0 1,0 1-1,1 0 0,-1 1 1,-1-1-1,1 1 1,0 1-1,-1-1 0,1 1 1,-1 0-1,0 0 0,9 10 1,-7-5-58,0 0 1,0 1-1,-1 0 1,-1 1 0,1-1-1,-2 1 1,0 0-1,0 1 1,5 19-1,-4-5-905,-1 0-1,-2 0 0,1 40 0,-3-45-1537,0 1 0,5 22 0,4-4-3974</inkml:trace>
  <inkml:trace contextRef="#ctx0" brushRef="#br0" timeOffset="1">965 1 10165,'0'0'7235,"180"36"-6211,-135 29-255,-8 17-289,-10 12 160,-16 4-159,-11 3-241,-6-9-192,-31-6 16,-8-11-64,-1-12-1265,-2-8-1568,0-7-705,-6-7-1952,-10-17-1618</inkml:trace>
</inkml:ink>
</file>

<file path=ppt/ink/ink1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10:12.1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0 10069,'0'0'13158,"0"12"-12550,-3 51 288,1-1-656,2-1-63,0-1-129,0 0-48,0 5-1297,0 5-1232,-6-3-1921,-4-14-5315</inkml:trace>
</inkml:ink>
</file>

<file path=ppt/ink/ink1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10:12.5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1 176 10501,'0'0'1851,"18"-25"1103,6-7-1728,36-39-1,-55 66-1116,1 1 0,-1-1 0,1 1-1,0 0 1,0 1 0,0-1 0,0 1-1,1 0 1,-1 1 0,1 0 0,0 0-1,0 0 1,0 1 0,-1 0 0,1 0-1,1 0 1,11 2 0,-6-2-4,-5 1-39,0 0-1,0 0 1,0 1 0,0 0 0,0 0 0,-1 0-1,1 1 1,12 5 0,-15-5-59,-1 1 1,0-1-1,0 1 0,0 0 1,0 0-1,0 1 0,0-1 0,-1 1 1,0-1-1,1 1 0,-1 0 1,-1 0-1,1 1 0,3 6 0,-1 3-6,0 1 0,-1 0 0,-1 0-1,0 1 1,-1-1 0,-1 0-1,0 1 1,-1-1 0,-1 1 0,-3 19-1,2-26 4,1-1-1,-1 0 0,-1 0 0,1 0 1,-1 0-1,-1 0 0,0 0 0,0-1 1,0 0-1,-1 0 0,0 0 0,0 0 0,-1-1 1,0 0-1,0 0 0,0 0 0,-1-1 1,0 0-1,0 0 0,-10 5 0,1-3 48,1 0 0,-1-1-1,0-1 1,-1 0-1,1-1 1,-1-1-1,0-1 1,0 0-1,-19-1 1,21-1 76,13 0-13,0-1 0,0 1 0,0 0 0,0 0 0,0 1 0,0-1 0,0 0 0,-1 1 0,-1 0 0,3-1-92,1 1 0,-1-1 0,1 1 0,-1 0 0,0-1 0,1 1 0,-1 0 0,1 0 0,0-1 0,-1 1 0,1 0 0,-1 0 0,1-1 0,0 1 0,0 0-1,0 0 1,-1 0 0,1 0 0,0 0 0,0-1 0,0 1 0,0 0 0,0 0 0,0 0 0,1 1 0,0 1-19,-1 0 0,1-1 1,-1 1-1,1-1 0,0 1 0,0-1 0,1 0 0,-1 1 0,0-1 0,1 0 0,-1 0 1,1 0-1,0 0 0,0 0 0,2 2 0,37 26 87,-26-20-46,164 99 35,-145-90-280,106 55-5517,-131-69 4539,0-2 0,0 0 0,11 3-1,28 1-5561</inkml:trace>
  <inkml:trace contextRef="#ctx0" brushRef="#br0" timeOffset="1">910 162 10213,'0'0'12549,"-40"48"-11636,32 14-273,0 3-320,5-4-272,3-4-48,0-4-608,0-5-1329,0-2-640,0-10-2321,0-14-5187</inkml:trace>
</inkml:ink>
</file>

<file path=ppt/ink/ink1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10:12.8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0 298 5442,'0'0'10275,"29"-17"-10115,96-53-147,-108 62-53,1 0 0,-1 2-1,1 0 1,22-4 0,2-1-197,-27 6 115,62-21-340,-70 23 483,-1 0-1,1-1 1,-1 0 0,1 0 0,-1 0 0,0-1-1,-1 1 1,8-8 0,-11 8 296,0-1 0,0 1 0,0 0 0,-1 0 0,1-1 0,-1 1 0,0 0 0,0-1 0,-1 1 0,1-8 1,-1-21 6801,0 66-7215,1 214 662,1-82-3623,-2-150 1400,1-1 0,0 1 0,1 0 1,5 15-1,3-9-6155</inkml:trace>
</inkml:ink>
</file>

<file path=ppt/ink/ink1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10:13.2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586 0 12198,'0'0'10458,"-21"25"-10234,7-8-181,1-3-14,0 1 1,1 0 0,-9 18-1,15-24-14,2 1-1,-1-1 0,1 1 0,1 0 1,0 0-1,0 1 0,1-1 0,1 1 1,-2 18-1,2-1 56,2-1 1,0 0-1,2 1 0,1-1 1,1 0-1,1-1 1,11 29-1,10 7 86,8 22 875,-35-83-915,1 1-10,-6-1 430,-59-6-290,29 0-343,-229-8-3939,76 12-1233</inkml:trace>
</inkml:ink>
</file>

<file path=ppt/ink/ink1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10:27.9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1 4306,'0'0'11984,"0"24"-11389,-11 330 1729,12-186-2116,-1-164-341,0 0-1,0-1 1,1 1-1,-1 0 1,1 0 0,0-1-1,0 1 1,0-1 0,1 1-1,-1-1 1,1 1 0,0-1-1,0 0 1,0 0 0,0 0-1,1 0 1,-1 0-1,6 5 1,-3-5-459,0 0 0,1 0 0,-1 0 0,1-1 0,-1 0 0,1 0-1,0 0 1,0-1 0,0 0 0,11 1 0,33 0-4688</inkml:trace>
</inkml:ink>
</file>

<file path=ppt/ink/ink1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10:28.2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75 5330,'0'0'10242,"-10"15"-9889,7-10-301,-5 6 54,1 0-1,0 1 1,-5 14-1,10-21-49,-1 0 1,2 1-1,-1 0 1,1-1-1,0 1 1,0 0-1,0 0 1,1-1-1,0 1 1,0 0-1,1 0 1,2 11-1,-2-13-3,1 0 0,0 0 0,0 0 0,0 0 0,1-1 0,0 1 0,-1-1 0,1 1 0,0-1 0,1 0 0,-1 0 0,0 0 0,1-1 0,0 1 0,-1-1 0,1 0 0,0 0 0,0 0 0,6 1 0,3 2 97,1-1 0,-1-1-1,1 0 1,25 2 0,-38-5-143,26 2 220,1-1 1,-1-1 0,30-4 0,-54 4-190,0-1 1,0 0-1,0 0 0,0 0 1,0 0-1,0 0 0,0-1 1,-1 1-1,1-1 1,-1 0-1,1 0 0,-1 0 1,0 0-1,1 0 0,-1 0 1,0 0-1,-1-1 1,1 1-1,0-1 0,-1 0 1,1 1-1,-1-1 0,0 0 1,0 0-1,1-3 1,1-6 135,-1-1 1,0 1-1,-1-1 1,-1-20-1,0 27-158,0-1-10,0 0 1,-1 0-1,0 1 1,0-1-1,-1 0 1,0 0-1,0 1 0,0-1 1,-1 1-1,0 0 1,0 0-1,-1 0 1,0 0-1,0 0 1,0 1-1,-1 0 0,1 0 1,-1 0-1,0 0 1,-12-7-1,7 6-31,0 0 1,-1 1-1,1 0 0,-1 0 0,0 1 0,-1 1 0,1 0 1,-1 0-1,0 1 0,1 1 0,-20 0 0,21 1-149,-2-1-202,-1 1 0,0 1 0,-20 4 0,29-4-74,-1 0 0,1 1-1,0 0 1,0-1 0,0 2-1,0-1 1,0 0 0,0 1-1,1-1 1,-1 1 0,1 0 0,0 1-1,-6 6 1,-6 15-6588</inkml:trace>
</inkml:ink>
</file>

<file path=ppt/ink/ink1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10:28.8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403 111 1072,'0'0'15410,"-30"-20"-14503,-7-4-541,-58-29-1,90 51-329,0-1 0,-1 1 0,1 1 0,0-1 0,-1 1 0,1 0 0,-1 0 0,1 1 0,-1 0 0,0 0 0,1 0 0,-1 1 0,1-1 0,-10 4 0,7-1 28,0 0 0,0 1 0,0 0 0,0 1 0,1 0-1,-9 7 1,8-5-9,0 0 0,1 1 0,0-1-1,0 1 1,1 1 0,0-1-1,1 1 1,-1 0 0,2 1 0,-1-1-1,-4 16 1,7-19-47,0-1 1,1 1-1,0 0 1,0 0-1,0 0 1,1 0-1,-1 1 1,1-1-1,1 0 1,-1 0-1,1 0 1,0 0-1,1 0 1,-1 0-1,1-1 1,1 1-1,-1 0 1,1-1-1,0 1 1,0-1-1,5 6 0,-3-5 2,0-1-1,0 0 0,1-1 0,-1 1 0,1-1 0,0 0 0,1 0 0,-1-1 0,1 0 0,-1 0 0,1 0 0,11 2 0,0-2 22,0 0 1,1-1-1,32 0 0,-45-2-7,0 0 0,0-1 0,1 1 0,-1-1 0,0-1 0,0 1 0,0-1 0,0 0 0,-1 0 0,1-1 0,0 0 0,-1 0 0,0 0 0,0-1 0,0 1 0,0-1 0,0 0 0,-1-1 0,0 1 0,0-1 0,0 0 0,0 0 0,-1 0 1,0 0-1,0-1 0,0 1 0,0-1 0,-1 0 0,0 0 0,1-8 0,-1 2 465,-1 0 1,0 0 0,-1-15 0,0 13 792,4 16-831,2 8-476,0 1 0,-1-1 0,-1 1 1,1 0-1,-2 0 0,5 23 0,-4-19 36,6 32 52,-2 1-1,4 74 1,-11 100 73,-2-120-121,1-87-8,1-6 11,-1 0 0,0 0 0,-1 0 0,-3 13 0,4-20-14,0 0 0,-1-1 0,1 1 0,-1-1 0,0 1 0,1-1 0,-1 0 0,0 1 0,0-1 0,0 0 0,0 1 0,0-1 0,0 0 0,0 0 0,0 0 0,0 0-1,-1 0 1,1 0 0,0 0 0,-1 0 0,1-1 0,-1 1 0,1 0 0,-1-1 0,1 1 0,-1-1 0,1 0 0,-1 0 0,0 1 0,1-1 0,-2 0 0,-2 0 25,0 0 0,0 0 0,0 0-1,0-1 1,0 1 0,0-1 0,0 0 0,0-1-1,0 1 1,1-1 0,-1 0 0,0 0 0,1-1 0,0 1-1,0-1 1,0 0 0,0 0 0,0 0 0,-6-7-1,2 1-42,0 0-1,1-1 0,0 0 1,0 0-1,1 0 0,0-1 1,1 0-1,1 0 0,-1-1 1,2 1-1,0-1 0,0 0 1,1 0-1,0 0 0,1-22 1,0 22-284,2 1 0,-1-1 0,5-18 0,-4 25 122,0 1 0,1 0 0,-1 0 0,1 0-1,0 1 1,0-1 0,1 0 0,-1 1 0,1-1 0,0 1-1,0 0 1,5-5 0,5-2-1587,1 0 0,0 1 1,23-11-1,10-4-4720</inkml:trace>
</inkml:ink>
</file>

<file path=ppt/ink/ink1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10:29.2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7139,'0'0'9655,"17"25"-8443,57 83-324,-70-102-809,0 0-1,0 1 1,0-1-1,-1 1 1,0 0-1,-1 0 1,1 0-1,-1 1 1,0-1-1,-1 0 1,0 1-1,0-1 1,-1 1-1,0-1 1,-1 13-1,-1 10 328,2-29-22,0-3-259,0 0 0,0 0 0,-1 0 0,1 1 0,0-1 0,1 0 0,-1 0-1,0 0 1,0 1 0,1-1 0,-1 0 0,1 0 0,-1 1 0,2-4 0,0 0 66,3-7-162,1 1-1,0-1 1,0 1-1,2 0 0,-1 0 1,1 1-1,0 0 1,1 1-1,0-1 1,1 2-1,0-1 1,15-9-1,-13 10-31,1 1 0,-1 0-1,1 1 1,0 0 0,1 1 0,-1 0-1,1 1 1,0 0 0,0 2 0,0-1-1,19 1 1,-30 1-4,1 1-1,-1 0 1,1 1-1,-1-1 1,1 0 0,-1 1-1,1 0 1,-1 0 0,0 0-1,1 0 1,-1 0-1,0 1 1,0 0 0,0-1-1,0 1 1,0 0 0,0 0-1,0 1 1,-1-1-1,1 1 1,-1-1 0,0 1-1,0 0 1,0 0-1,0 0 1,0 0 0,0 0-1,-1 0 1,2 6 0,2 5-43,0 0 1,-1 0-1,-1 0 1,0 1-1,1 26 1,-4 80-2026,-1-56-1332,1-4-4514,0-47 3100</inkml:trace>
</inkml:ink>
</file>

<file path=ppt/ink/ink1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10:29.6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10725,'0'0'6403,"217"58"-4770,-116 12-449,-4 21-47,-17 10-17,-29 12-416,-27 0-335,-24-2-209,-3-8-128,-48-11-32,-21-3-1201,-19 2-1456,-21 1-2401,-19-10-4691</inkml:trace>
</inkml:ink>
</file>

<file path=ppt/ink/ink1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08:22.6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41 592,'0'0'11077,"-10"-2"-10452,0-1-409,6 1 49,0 1 1,0 0 0,0 0-1,0 0 1,0 1 0,-5-1-1,338-27 3179,-458 27-2982,129 1-163,-1 19-254,-2 167 679,4-113-581,-1-66-133,0 0 0,1 0-1,0 0 1,0 0 0,0 0 0,1 0-1,3 6 1,-4-10-280,0-1 0,0 0 1,0 1-1,1-1 0,-1 0 0,1 0 0,0 0 0,-1-1 0,4 4 1,-3-4-328,0 0 1,-1 0-1,1 0 1,0 0 0,0 0-1,0 0 1,0-1-1,0 1 1,0-1 0,0 1-1,0-1 1,0 0-1,3 0 1,17 0-6095</inkml:trace>
</inkml:ink>
</file>

<file path=ppt/ink/ink1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08:22.9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147 1 6403,'0'0'8300,"-18"18"-7927,6-6-289,3-4 13,-1 1 0,2 0-1,-1 1 1,1-1-1,1 2 1,0-1-1,0 1 1,1 0-1,0 0 1,1 1-1,0 0 1,-5 21 0,1 36 156,2 0 0,3 0 1,9 119-1,-4-170-226,1 0 0,1 0 0,1 0 0,0-1 0,1 1 0,1-1 0,10 21 0,-13-31-235,1-1 1,-1 0-1,1 0 1,0-1-1,1 1 1,-1-1 0,1 0-1,0 0 1,0-1-1,1 1 1,-1-1-1,1 0 1,0 0-1,0-1 1,0 0-1,1 0 1,-1-1-1,1 1 1,0-1 0,-1-1-1,14 2 1,37-1-4107,2-2-387</inkml:trace>
</inkml:ink>
</file>

<file path=ppt/ink/ink1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08:23.3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1361,'0'0'13569,"12"22"-12553,36 77-298,-44-89-599,0 0 1,-1 1 0,0 0-1,-1-1 1,0 1-1,-1 0 1,0 0 0,-1 0-1,-1 20 1,0 0 306,2-17-222,-2 28 191,1-41-373,0 0 0,0 0 0,-1 0 1,1 0-1,0 0 0,0 0 0,-1 0 0,1 0 0,0 0 0,-1 0 0,1 0 0,-1-1 0,1 1 1,-1 0-1,1 0 0,-1 0 0,0-1 0,1 1 0,-1 0 0,0-1 0,0 1 0,0-1 0,1 1 0,-1-1 1,0 1-1,0-1 0,0 1 0,0-1 0,0 0 0,0 1 0,0-1 0,-1 0 0,1 0 4,0 0-1,1 0 1,-1 0-1,0-1 1,1 1-1,-1 0 1,1 0-1,-1-1 0,1 1 1,-1 0-1,0-1 1,1 1-1,-1-1 1,1 1-1,-1 0 1,1-1-1,0 1 1,-1-1-1,1 0 1,0 1-1,-1-1 0,1 1 1,0-1-1,-1 1 1,1-1-1,0 0 1,0 1-1,0-1 1,0 0-1,-1 0 1,-1-25 186,2 21-184,-1-10-17,1 1-1,0 0 1,2-1 0,-1 1-1,2 0 1,5-19 0,-7 28-11,1 0-1,1-1 1,-1 2 0,1-1-1,0 0 1,0 0 0,0 1 0,1 0-1,-1 0 1,1 0 0,0 0 0,0 0-1,1 1 1,-1-1 0,1 1 0,0 1-1,0-1 1,0 1 0,9-4-1,-8 4-2,-1 0-1,0 1 0,0 0 0,1 0 1,-1 0-1,1 1 0,-1 0 0,1 0 1,-1 0-1,1 1 0,-1 0 0,0 0 1,1 0-1,7 3 0,-6-1-9,-1 0 0,0 1 0,1 0 0,-2 0-1,1 0 1,0 1 0,-1-1 0,0 1 0,0 0 0,5 7 0,-2 0-24,0 1 0,0 0 0,-1 0 1,-1 1-1,0 0 0,-1 0 0,0 0 0,-1 1 0,-1-1 1,2 16-1,-2 80-3269,-2-43-2432,1-34 533</inkml:trace>
</inkml:ink>
</file>

<file path=ppt/ink/ink1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08:23.7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0 2881,'0'0'12358,"14"19"-11123,-6-8-1004,3 2-8,-2 0 0,0 1 1,0 0-1,-1 1 1,-1 0-1,0 0 0,-1 0 1,6 28-1,-4 11 212,-3 1 0,-3 72 0,-2-119-419,0 12 3,-1-1 1,-1 1 0,-1-1-1,0 0 1,-2 0-1,0 0 1,-1 0-1,-1-1 1,-1 0-1,0 0 1,-12 16 0,6-12-46,-1 0 0,-27 29 1,7-17-3476</inkml:trace>
</inkml:ink>
</file>

<file path=ppt/ink/ink1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08:24.0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15 8116,'0'0'11573,"-21"0"-11221,56 0-256,10 0 0,11 0-16,0-7-80,-2-1-672,-6 8-1825,-13 0-1889,-22 0-1601</inkml:trace>
  <inkml:trace contextRef="#ctx0" brushRef="#br0" timeOffset="1">89 224 5811,'0'0'13974,"-29"12"-13446,55-12-176,9 0-31,13 0-225,8-12-96,6-2-993,5 2-2256,5 0-4691</inkml:trace>
</inkml:ink>
</file>

<file path=ppt/ink/ink1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09:22.6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80 4738,'0'0'10042,"0"-15"-9100,0-50-123,4 145 146,16 97-1,-2-47 151,-13-39-291,-4-51 2482,10-40-3293,94 0 145,128-17-1,-203 12-1112,3 0 3391,-11 3-3678,-4 0-4099,0 2-5772</inkml:trace>
</inkml:ink>
</file>

<file path=ppt/ink/ink1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09:22.9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 67 6419,'0'0'9730,"-8"-14"-8837,4 5-799,0 2-57,0-1 1,-1 1 0,-7-10-1,12 17-34,0-1 0,0 1-1,-1 0 1,1-1-1,0 1 1,0 0-1,-1 0 1,1-1-1,0 1 1,-1 0 0,1-1-1,-1 1 1,1 0-1,0 0 1,-1 0-1,1 0 1,-1-1-1,1 1 1,0 0-1,-1 0 1,1 0 0,-1 0-1,1 0 1,-1 0-1,1 0 1,-1 0-1,1 0 1,0 0-1,-1 1 1,0-1 6,0 1-1,0 1 1,1-1-1,-1 0 1,0 0 0,1 0-1,-1 0 1,1 0-1,-1 1 1,1-1 0,0 0-1,0 0 1,-1 1 0,1-1-1,0 0 1,0 2-1,-10 80 904,-12 184 1234,22-189-2117,0-46-8881</inkml:trace>
</inkml:ink>
</file>

<file path=ppt/ink/ink1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09:23.3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1 322 6435,'0'0'5984,"26"-7"-4482,3-1-1115,-8 2-144,0 0 1,0 1 0,0 2 0,1 0-1,36 0 1,13 4-11,-25 1-318,0-2 1,51-8-1,-91 7 1,0 0 1,-1 0 0,0 0 0,1-1 0,-1 0 0,0 0 0,7-4 0,-10 5 63,-1-1-1,1 1 1,0-1 0,-1 1 0,1-1 0,0 1 0,-1-1 0,0 0 0,1 0 0,-1 1 0,0-1 0,0 0 0,0 0 0,0 0 0,-1 0 0,1-1 0,0 1 0,-1 0 0,0 0 0,1-4 0,0-40 1557,-1 0 1,-12-79-1,11 186 1072,0-3-2531,2 11-203,2-1-1,4 0 1,17 78-1,-23-143-277,-1 0-1,1 1 0,0-1 0,0 1 0,0-1 0,0 0 0,1 0 1,-1 0-1,1 0 0,0 0 0,0 0 0,0 0 0,0 0 0,0-1 0,1 1 1,-1-1-1,1 0 0,-1 1 0,1-1 0,4 2 0,19 4-5116</inkml:trace>
</inkml:ink>
</file>

<file path=ppt/ink/ink1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09:23.6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238 73 7443,'0'0'7572,"-26"-14"-6422,26 14-1150,-110-53 752,108 52-735,1 0 0,-1 0 0,0 1 0,0-1 0,0 0 1,0 1-1,0 0 0,0-1 0,0 1 0,0 0 0,0 0 0,0 0 0,0 0 0,0 1 0,0-1 0,0 0 0,0 1 0,0-1 0,0 1 1,0 0-1,0 0 0,0 0 0,1 0 0,-1 0 0,0 0 0,1 0 0,-1 0 0,1 1 0,-1-1 0,1 1 0,-1-1 0,1 1 0,0-1 1,0 1-1,0 0 0,0 0 0,0 0 0,0-1 0,0 5 0,-4 2 42,0 3 11,1 0 1,-1 0 0,2 0-1,-1 1 1,2-1-1,0 1 1,0 0 0,1 0-1,0 0 1,1 0-1,0 0 1,4 18 0,-3-24-33,1 0 0,-1-1 0,2 1 1,-1 0-1,1-1 0,-1 0 0,1 1 1,1-1-1,-1 0 0,1-1 0,0 1 1,0-1-1,0 0 0,1 0 0,-1 0 1,9 5-1,8 5 243,1-1 0,35 15 0,-56-27-272,36 14 261,-26-11-118,0 0 0,0 1 0,0 0 0,-1 1-1,15 10 1,-24-16-134,-1 0-1,0 0 0,1 1 0,-1-1 0,1 0 0,-1 1 1,1-1-1,-1 0 0,0 1 0,1-1 0,-1 1 0,0-1 1,1 1-1,-1-1 0,0 1 0,0-1 0,1 1 0,-1-1 1,0 1-1,0-1 0,0 1 0,0-1 0,0 1 1,1-1-1,-1 1 0,0-1 0,0 1 0,0-1 0,-1 1 1,1 0-1,0-1 0,0 1 0,0-1 0,0 1 0,0-1 1,-1 1-1,1-1 0,0 1 0,0-1 0,-1 1 0,1-1 1,0 0-1,-1 1 0,1-1 0,-1 1 0,1-1 0,0 0 1,-1 1-1,1-1 0,-2 0 0,0 2 78,-1-1 0,0 0 1,0 1-1,0-1 0,0-1 0,-6 2 0,-34 1-420,-61-2 0,46-2-3120,8 1-2904</inkml:trace>
</inkml:ink>
</file>

<file path=ppt/ink/ink1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10:39.6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0 6563,'0'0'10762,"-6"8"-10426,2-1-269,0 0 0,0 1 0,1 0-1,0 0 1,1 0 0,0 0-1,0 0 1,0 0 0,1 0-1,0 1 1,1 9 0,0 13 453,8 61 0,1-39-277,3 0 0,2-1 0,26 65-1,-37-107 57,2 0-1459,-4-25 245,-1-6 671,-2-1 1,-1 1-1,-9-39 1,-28-61 12,16 50 291,21 60 198,0 1 0,1-1 0,0 0 0,1 0 0,0-18-1,1 28-238,0 1-1,0 0 1,0-1-1,1 1 0,-1-1 1,0 1-1,0 0 0,1-1 1,-1 1-1,0 0 1,0 0-1,1-1 0,-1 1 1,0 0-1,1 0 0,-1-1 1,0 1-1,1 0 0,-1 0 1,0 0-1,1-1 1,-1 1-1,1 0 0,-1 0 1,0 0-1,1 0 0,-1 0 1,1 0-1,-1 0 1,1 0-1,-1 0 0,0 0 1,1 0-1,-1 0 0,1 1 1,18 2-6,-7 2 19,0 0 0,-1 1-1,0 0 1,0 1 0,0 0-1,-1 1 1,12 11 0,8 5 45,196 154 227,-219-172-889,1-1 0,0 0-1,1 0 1,-1-1 0,1 0-1,9 3 1,-15-6 364,-1 0 0,1-1 0,0 1 0,-1 0-1,1-1 1,0 0 0,0 0 0,-1 0 0,1 0 0,0 0-1,0 0 1,-1-1 0,1 1 0,0-1 0,-1 0 0,1 0 0,-1 0-1,1 0 1,-1 0 0,1-1 0,-1 1 0,0-1 0,0 1-1,0-1 1,4-3 0,15-30-3396,-2-13-1231</inkml:trace>
</inkml:ink>
</file>

<file path=ppt/ink/ink1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10:39.9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161 22 2945,'0'0'13140,"-2"-7"-12089,2 6-1031,0 1 0,0-1 1,0 0-1,0 1 0,0-1 0,0 1 1,0-1-1,0 0 0,-1 1 0,1-1 0,0 1 1,0-1-1,-1 0 0,1 1 0,0-1 1,-1 1-1,1-1 0,-1 1 0,1 0 1,0-1-1,-1 1 0,1-1 0,-1 1 1,1 0-1,-1-1 0,0 1 0,0-1 1,0 2 1,1 0 0,-1-1 0,0 1 1,1 0-1,-1-1 0,0 1 0,1 0 1,-1 0-1,1-1 0,-1 1 0,1 0 1,-1 0-1,1 0 0,-1 0 0,1 0 1,0 1-1,-20 69 561,12-35-177,-27 88 384,-38 174-1068,69-258-1476,4-14-6576</inkml:trace>
</inkml:ink>
</file>

<file path=ppt/ink/ink1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10:40.3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0 8676,'0'0'10746,"-5"6"-10487,2-2-233,-1 1 0,1 0 0,1 0 0,-1 0 0,1 0 0,0 0 0,0 0 0,0 1 0,1-1 0,-1 1 0,2-1 0,-1 1-1,0 0 1,1-1 0,0 1 0,1 6 0,2 18 278,12 55 0,-12-71-262,6 27-38,0 10-230,3-2-1,1 1 1,25 56-1,-34-98-450,0 1-1,1-1 1,0 0-1,9 10 1,-11-14 98,0-1 1,0 0-1,0 0 1,1 0-1,-1-1 0,1 1 1,0-1-1,0 0 1,0 0-1,0 0 1,6 1-1,26 2-4543</inkml:trace>
</inkml:ink>
</file>

<file path=ppt/ink/ink1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10:40.6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423 207 7171,'0'0'5742,"-27"-15"-3379,-8-4-1585,-46-20 0,76 37-705,0 1 1,-1-1-1,1 1 1,0 0-1,-1 0 1,1 0-1,-1 1 1,1 0-1,-1 0 1,0 0-1,1 1 1,0 0-1,-8 1 1,5 1 35,0 1 0,-1 0 1,1 0-1,1 1 1,-11 8-1,11-9-41,-6 5 97,1 1 0,0 0 0,0 1 0,1 0 0,-18 23 0,24-26-107,0 0-1,0 0 1,0 1 0,1-1 0,1 1 0,-1 0 0,1 0 0,1 0 0,0 1 0,-2 16 0,4-24-56,0 1 1,0-1 0,0 1-1,0-1 1,0 0-1,1 1 1,-1-1-1,1 0 1,-1 1-1,1-1 1,0 0-1,0 0 1,0 1-1,0-1 1,1 0 0,-1 0-1,0 0 1,1-1-1,0 1 1,-1 0-1,1-1 1,0 1-1,0 0 1,0-1-1,0 0 1,0 0-1,0 1 1,0-1 0,0 0-1,0-1 1,1 1-1,3 1 1,8 0 8,0 1 1,0-2 0,0 0 0,22-2 0,-16 1 24,1 0-3,0-1 0,-1-1 0,1-1 0,37-10 0,-51 11-15,1-1 0,-1 1 0,1-1 1,-1-1-1,0 0 0,-1 0 0,1 0 0,-1-1 1,1 1-1,-1-2 0,-1 1 0,1-1 1,-1 1-1,0-2 0,0 1 0,4-7 1,-3-20 647,-5 29 35,-1 16-569,0-8-152,0 16-37,4 35 0,-2-48 33,-1 0 0,1 1 0,0-2 0,1 1 0,-1 0 0,1 0 0,1-1 0,6 11 0,-2-8-484,-1 1 0,1-1 0,1-1 0,0 1 0,0-1 0,1-1-1,0 0 1,0 0 0,11 5 0,-13-8-610,1-1 0,-1 0 0,1 0 0,-1 0 0,1-1 0,0-1 0,15 2 0,10-3-4967</inkml:trace>
  <inkml:trace contextRef="#ctx0" brushRef="#br0" timeOffset="1">789 0 9316,'0'0'10776,"-11"8"-10531,10-7-240,-3 1 6,1 0 1,-1 0-1,1 1 1,0 0-1,0-1 0,0 1 1,0 0-1,-4 7 1,6-8-7,1 0 0,-1 0 0,0 0 0,1 0 1,0 0-1,-1 0 0,1 0 0,0 0 0,0 0 1,0 0-1,0 0 0,1 0 0,-1 0 1,0 0-1,1 0 0,0 0 0,-1 0 0,1 0 1,0 0-1,0 0 0,0-1 0,0 1 0,0 0 1,1-1-1,1 3 0,17 20 115,1-2 0,1 0 0,29 22 0,-32-29-27,-1 1 0,0 1 0,-1 0 0,0 1 0,-2 1 0,16 24 0,-29-39-82,0 0 0,0-1 0,-1 1-1,1 0 1,-1 0 0,0 0 0,0 0-1,0-1 1,-1 2 0,0-1 0,1 0-1,-2 7 1,1-8-3,-1 0 0,0-1 0,0 1 0,0 0 1,0-1-1,0 1 0,0-1 0,0 1 0,-1-1 0,1 0 0,-1 0 0,0 0 0,0 0 0,0 0 0,0 0 0,0 0 0,0 0 1,0-1-1,-3 2 0,-9 4 28,1-1 0,-1 0 1,0-1-1,0 0 0,0-2 0,0 1 1,-22 1-1,-105 0-5425,131-5 4448,-6-2-3707,11-10-1154</inkml:trace>
</inkml:ink>
</file>

<file path=ppt/ink/ink1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10:41.0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5 7603,'0'0'13223,"-3"-5"-13079,22 77 496,2 17 368,-5 5-431,-2-5-225,-4-12-256,4-7-96,2-12-865,2-10-911,1-12-1138,0-14-2016,-8-15-2689</inkml:trace>
</inkml:ink>
</file>

<file path=ppt/ink/ink1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10:41.3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1 196 7828,'0'0'10031,"26"-19"-9708,90-61-198,8 1 15,-98 64-32,-29 14 1666,1 1-1699,0 0 1,-1-1-1,1 1 1,0 0-1,0 0 1,-1 0 0,1 0-1,0 1 1,0-1-1,-1 1 1,1-1 0,-3 2-1,2 1-59,0-1 0,1 1-1,-1 0 1,1 0 0,0 0 0,0 0 0,0 0-1,1 0 1,-1 0 0,1 1 0,-1-1 0,1 1-1,0-1 1,1 1 0,-2 6 0,0 8-20,0 33 1,2-48 5,0 13-16,0-5 18,0 0 0,2 19-1,-1-26-13,0-1 0,0 1-1,0-1 1,1 1-1,-1-1 1,1 1-1,0-1 1,0 0-1,0 1 1,0-1 0,5 5-1,-2-3-215,1 0-1,0-1 1,0 1-1,0-1 1,0-1 0,1 1-1,-1-1 1,1 0-1,0 0 1,0-1-1,8 2 1,3-1-1727,-1 0 1,2-1-1,23-1 1,14-1-4678</inkml:trace>
</inkml:ink>
</file>

<file path=ppt/ink/ink1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10:41.7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0 563 8132,'0'0'9633,"25"-3"-8931,2 0-404,51 1-1,-73 2-267,0 1 0,-1 0 0,1 0 0,-1 0-1,1 1 1,-1 0 0,1 0 0,-1 0 0,0 0 0,0 1 0,0-1 0,0 1 0,0 0-1,-1 0 1,1 0 0,3 5 0,1 2 44,-2 0-1,1 0 1,-1 1-1,6 13 1,-11-22-59,3 6 28,-1 1 0,0-1 0,0 0 0,0 1 0,-1 0-1,-1-1 1,0 1 0,0 0 0,0 0 0,-1 0 0,-1 0 0,-2 17 0,2-25 13,0 1 1,0-1 0,-1 0-1,1 1 1,0-1 0,-1 0-1,1 0 1,-1 0-1,0 0 1,1 0 0,-1 0-1,0 0 1,1-1 0,-1 1-1,0 0 1,0-1-1,0 0 1,0 1 0,1-1-1,-1 0 1,0 0 0,-4 0-1,2 0 54,-1 0-1,1 0 1,-1 0 0,1-1-1,0 1 1,-1-1-1,1 0 1,-1-1 0,-5-1-1,5-1-76,1 1 1,0-1-1,0 0 0,0 0 0,0-1 1,0 1-1,1-1 0,0 0 0,0 0 0,0 0 1,1 0-1,-1 0 0,1 0 0,1-1 1,-3-7-1,0-5-59,1 0-1,1 1 1,-1-34 0,3 37-155,1 0 1,0 0-1,1-1 1,4-15-1,-5 24-15,1 0 0,0 1 0,1-1 0,-1 0 0,1 1-1,0 0 1,1-1 0,-1 1 0,1 0 0,0 1 0,0-1 0,6-4 0,0 2-1140,0 0 1,1 0 0,-1 1 0,1 1-1,21-8 1,6 0-5815</inkml:trace>
  <inkml:trace contextRef="#ctx0" brushRef="#br0" timeOffset="1">452 15 7972,'0'0'11477,"56"-15"-11285,-42 56-160,-4 7 32,-4 5-64,-6 7-656,0-4-1873,0-8-2290,0-15-3360</inkml:trace>
</inkml:ink>
</file>

<file path=ppt/ink/ink1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10:42.1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345 1 816,'0'0'17995,"-1"17"-17325,-1-3-526,0-5-69,0 0 1,1 0 0,1 1-1,-1-1 1,1 0-1,1 1 1,0-1 0,0 0-1,1 0 1,0 0-1,4 10 1,5 1 190,1-1 1,27 35-1,-26-38-52,-1 1 1,0 1-1,-1-1 1,17 39-1,-26-50-204,0 0-1,0 0 0,-1 1 1,0-1-1,0 0 1,-1 1-1,0-1 1,0 0-1,0 1 0,-1-1 1,1 0-1,-2 0 1,1 0-1,-1 1 0,0-1 1,0 0-1,0-1 1,-1 1-1,0 0 1,0-1-1,-5 6 0,-3 4-168,-2 0-1,1-2 0,-2 1 1,-15 11-1,-70 48-2152,-37 13-3849,-17-2-5993</inkml:trace>
</inkml:ink>
</file>

<file path=ppt/ink/ink1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10:42.5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1 196 9861,'0'0'8518,"24"-12"-7960,180-77 266,-168 73-696,0-1 0,49-31 0,-74 38 259,-12 7 839,1 3-1192,-1 1-1,0-1 1,0 1 0,0 0-1,0-1 1,1 1-1,-1 0 1,0 0 0,1-1-1,-1 1 1,1 0-1,-1 0 1,1 0-1,-1 0 1,1 0 0,-1 0-1,1 0 1,0 0-1,0 0 1,-1 2 0,-2 17 28,1 1 1,1-1-1,0 0 1,2 1-1,0-1 1,2 0 0,6 30-1,50 140 349,-43-142-415,-3-9-41,-6-14-318,2-1 0,0 0 0,14 25 0,-10-36-2395,-4-12-340,-1-7-3478,0-20-2466</inkml:trace>
</inkml:ink>
</file>

<file path=ppt/ink/ink1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10:42.8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88 12566,'0'0'10295,"0"10"-9753,2 2-397,0-1 1,1 1 0,0 0-1,0-1 1,1 0-1,1 1 1,10 18 0,54 80 819,-63-101-932,6 9 108,1 0-1,0 0 0,1-2 1,32 30-1,-44-44-127,1 0-1,-1-1 1,0 1-1,0-1 1,1 0 0,-1 0-1,1 1 1,-1-2-1,1 1 1,0 0 0,-1 0-1,1-1 1,0 0-1,0 1 1,-1-1 0,1 0-1,0 0 1,-1 0-1,1-1 1,0 1 0,0-1-1,-1 0 1,1 1-1,-1-1 1,1 0 0,-1 0-1,1-1 1,-1 1-1,1-1 1,-1 1-1,0-1 1,0 0 0,2-1-1,6-7 49,0-1 0,0 0 0,-1 0 0,13-23 0,-17 26-60,47-84 119,-14 22-62,-38 70-67,1-1-1,-1 0 0,0 1 0,1-1 1,-1 1-1,0-1 0,1 1 0,-1-1 0,1 1 1,-1-1-1,1 1 0,-1 0 0,1-1 1,-1 1-1,1-1 0,0 1 0,-1 0 0,1 0 1,-1-1-1,1 1 0,0 0 0,-1 0 1,1 0-1,0 0 0,-1 0 0,1 0 0,0 0 1,-1 0-1,1 0 0,0 0 0,-1 0 1,1 0-1,0 0 0,-1 0 0,1 1 0,-1-1 1,1 0-1,1 1 0,19 18-264,-17-14 281,4 2-7,0-1 0,0 0 0,0 0-1,1-1 1,0 0 0,0 0 0,0-1 0,0 0-1,1-1 1,0 0 0,-1-1 0,1 0 0,20 2-1,-18-3-49,0-1 0,-1 0 0,1-1-1,0 0 1,-1-1 0,1 0 0,-1-1-1,1 0 1,-1-1 0,0 0 0,19-10 0,-17 5-11,1 0 1,-2 0 0,1-1 0,-1-1 0,-1 0 0,11-14-1,-16 19 48,-2-1-1,1 1 0,-1-1 0,0-1 1,0 1-1,0 0 0,-1-1 0,-1 0 1,1 0-1,-1 0 0,-1 0 0,1 0 1,-1-13-1,0 20 14,-1-1 0,0 0 0,-1 1 0,1-1 0,0 1 0,0-1 0,-1 1 0,1-1 0,0 1 0,-1-1 0,0 1 0,1-1 0,-1 1-1,0-1 1,0 1 0,0 0 0,0 0 0,0-1 0,0 1 0,0 0 0,0 0 0,0 0 0,-2-1 0,1 1-12,0 0 0,0 1 1,0-1-1,0 1 0,0-1 0,-1 1 0,1 0 0,0-1 0,0 1 0,0 0 0,0 0 1,0 1-1,-1-1 0,1 0 0,0 1 0,-2 0 0,2 0-1,0 0 0,0 0 0,0 0-1,1 0 1,-1 0 0,0 1 0,1-1 0,-1 0-1,1 1 1,0-1 0,-1 1 0,1 0-1,0-1 1,0 1 0,0 0 0,0 0 0,0 0-1,0-1 1,1 1 0,-1 0 0,0 3 0,-1 4-30,0 1 1,0 18-1,1-26 37,0 9-1,1 0 0,0 0 0,1 1 0,0-1-1,3 15 1,-3-22-13,1 1-1,-1-1 0,1 1 1,0-1-1,1 0 1,-1 0-1,1 0 0,0 0 1,0 0-1,0 0 0,0-1 1,1 0-1,-1 1 0,9 4 1,-2-2-373,1 1 1,0-2 0,0 0-1,1 0 1,-1-1 0,1-1-1,0 0 1,22 3 0,6-2-2333,54-3 1,-60-1 878,-34 0 1846,12 0-1118,0 0 0,0-1 0,18-3 0,-19 0-132,0 0-1,0-1 0,16-8 1</inkml:trace>
</inkml:ink>
</file>

<file path=ppt/ink/ink1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10:43.2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145 121 8260,'0'0'11725,"-21"4"-11183,5-2-435,1 1 0,0 1 1,-23 8-1,37-11-95,-1 0 1,1 0-1,-1-1 0,1 1 0,0 0 1,0 0-1,0 1 0,0-1 0,0 0 1,0 0-1,0 0 0,0 1 0,0-1 0,0 1 1,0-1-1,1 0 0,-1 1 0,1-1 1,-1 1-1,1 0 0,0-1 0,-1 1 1,1-1-1,0 1 0,0-1 0,0 1 0,0 0 1,1 1-1,0 2 40,0 0-1,0 0 1,1-1 0,0 1-1,0-1 1,0 1 0,3 4 0,-1-3-5,1 0 0,-1-1 0,1 0 0,0 0 0,0 0 0,1 0 0,-1-1 0,1 0 0,0 0 0,0 0 0,0-1 0,1 0 0,-1 0 0,1-1 0,0 0 0,9 2 0,4-1 51,0 0-1,-1-1 0,1-1 0,34-3 1,-46 1-44,0 1 0,0-2 0,0 1 0,-1-1 1,1 0-1,-1-1 0,1 0 0,11-6 1,-16 7 4,1-1 1,-1 1-1,0-1 1,0 1-1,0-1 1,0 0-1,0 0 1,-1 0 0,1 0-1,-1-1 1,0 1-1,0-1 1,0 1-1,0-1 1,-1 0-1,1 0 1,-1 0-1,1-7 1,-1 5-12,0 0-1,0 0 1,-1-1 0,0 1-1,0 0 1,-1 0-1,0 0 1,0 0 0,0 0-1,-1 0 1,1 0 0,-2 0-1,1 0 1,-1 1 0,1-1-1,-1 1 1,-1 0-1,1 0 1,-1 0 0,0 0-1,0 0 1,-1 1 0,1 0-1,-1 0 1,0 0 0,0 0-1,-9-4 1,-2-1-67,1 1-1,-1 0 1,-1 2 0,1 0-1,-1 0 1,0 2 0,-25-4-1,27 6-490,-1 0-1,1 2 1,0 0-1,-1 0 1,-15 4-1,27-3 102,1-1 1,0 1-1,0 0 0,0 1 0,0-1 0,0 0 0,1 1 0,-1 0 0,0-1 0,1 1 0,-1 0 0,1 1 0,-1-1 0,1 0 1,0 1-1,0-1 0,-3 6 0,-8 17-6525</inkml:trace>
</inkml:ink>
</file>

<file path=ppt/ink/ink1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10:43.6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1 277 10149,'0'0'8612,"23"3"-7937,-9-2-541,7 1 32,0 1 0,0 1 0,-1 1 0,0 0 0,0 2 0,22 9 0,-34-12-93,19 9 314,38 25-1,-58-34-358,-1 1-1,1 0 0,-1 0 1,0 1-1,-1 0 1,1 0-1,-1 0 0,0 1 1,-1-1-1,7 14 0,-10-19-5,-1-1 0,0 1 0,1 0 0,-1-1 0,0 1 1,1 0-1,-1 0 0,0-1 0,0 1 0,1 0 0,-1 0 0,0-1 0,0 1 0,0 0 0,0 0 0,0 0 0,0-1 0,0 1 0,-1 0 0,1 1 0,-1-3 1,0 0 0,1 0 0,-1 0-1,1 0 1,-1 0 0,1 0 0,-1 0 0,1 0 0,0 0-1,-1 0 1,1 0 0,0 0 0,0 0 0,0 0 0,0 0 0,0-2-1,-2-19-5,1 0 0,2 0 0,0 0 0,1 0 0,1 0 0,1 1 0,1-1 0,14-37-1,17-16-24,-21 47 30,20-56-1,-31 54 713,-4 29-454,0 5-205,0 13-103,0 9 75,0-1 1,8 48-1,-6-64-80,0 0-1,1 0 1,0-1-1,1 1 1,-1-1-1,2 0 1,-1 0 0,1 0-1,0-1 1,1 0-1,-1 0 1,9 7 0,-6-7-379,0 0 0,1 0 0,0-1 0,0 0 1,1-1-1,-1 0 0,1-1 0,0 0 0,17 5 1,-7-5-1200,0 0 0,1-1 1,-1-1-1,22-1 1,18-1-5407</inkml:trace>
</inkml:ink>
</file>

<file path=ppt/ink/ink1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10:43.9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19 251 3810,'0'0'17949,"-5"2"-17103,4-2-814,0 0 1,1 1-1,-1-1 0,0 0 1,0 1-1,1-1 0,-1 0 1,0 1-1,1-1 0,-1 1 0,1-1 1,-1 1-1,1 0 0,-1-1 1,1 1-1,-1-1 0,1 1 1,0 0-1,-1-1 0,1 1 1,0 0-1,-1 0 0,1-1 0,0 3 1,0-1 67,-1 0 1,2 1-1,-1-1 0,0 1 1,0-1-1,1 0 0,-1 1 1,2 3-1,5 10 423,1 0-1,9 16 1,-1-4-115,-8-13-248,-5-11-127,0 1 1,-1 0 0,0 0 0,0 0 0,0 0 0,0 0 0,-1 0 0,0 0 0,1 6 0,10-25 363,53-108-176,-55 105-202,1 1 0,1 1 0,0 0-1,1 1 1,19-17 0,-30 29-31,1 0 0,-1 0 0,1 0 0,-1 0 0,1 1 0,0 0 0,-1-1 0,1 1 0,0 0 1,0 0-1,0 0 0,0 1 0,0-1 0,0 1 0,0 0 0,0 0 0,0 0 0,0 0 0,0 0 0,0 0 0,0 1 0,0 0 0,0-1 0,0 1 0,0 0 1,0 1-1,0-1 0,-1 0 0,1 1 0,-1 0 0,1-1 0,-1 1 0,1 0 0,-1 0 0,0 0 0,0 1 0,0-1 0,0 0 0,1 4 0,20 27-25,-19-25 42,0-1-1,1 1 1,0-1-1,1 0 1,0 0-1,0-1 1,0 0-1,1 0 1,12 9-1,-17-14 3,0 0 0,0-1-1,0 1 1,0-1 0,0 1-1,0-1 1,0 1 0,0-1-1,0 0 1,0 0-1,0 0 1,0 0 0,1-1-1,-1 1 1,0 0 0,0-1-1,0 0 1,0 1 0,0-1-1,0 0 1,-1 0 0,1 0-1,0 0 1,0 0 0,-1-1-1,1 1 1,2-2-1,2-4 41,1-1 0,-1 1-1,-1-1 1,8-13 0,-10 16-37,53-103 247,10-16 329,-65 122-587,1-1 0,0 0 1,0 1-1,0-1 0,0 1 0,0 0 0,0 0 1,1 0-1,-1 0 0,1 0 0,-1 0 0,1 1 1,0-1-1,0 1 0,0 0 0,0 0 1,0 0-1,0 0 0,0 0 0,0 1 0,0-1 1,0 1-1,0 0 0,0 0 0,1 0 0,-1 0 1,0 1-1,0-1 0,3 2 0,6 2-86,-1 0 0,0 1 0,0 0 0,0 1 1,0 0-1,11 9 0,31 24-2257,0 1 1,59 62 0,-101-91 1022,0 1-1,-1 0 1,14 25 0,-17-24-831,-1 1 0,-1 0 1,5 17-1</inkml:trace>
</inkml:ink>
</file>

<file path=ppt/ink/ink1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10:44.3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270 1699 8388,'-27'6'1918,"-162"40"4248,151-39-4063,23-4 2039,50-15-3735,0-1 0,39-21 0,-17 7-227,175-82 359,92-44-158,86-37 86,552-235 978,308-143-513,-1053 463-793,-93 40-38,-116 61-72,1-1 0,-1-1 0,-1 1-1,11-10 1,-18 15-22,1-1 1,-1 1-1,1 0 0,-1 0 0,0 0 0,0-1 1,1 1-1,-1 0 0,0 0 0,1-1 0,-1 1 1,0 0-1,0-1 0,1 1 0,-1 0 0,0-1 1,0 1-1,0 0 0,0-1 0,1 1 0,-1-1 1,0 1-1,0 0 0,0-1 0,0 1 0,0-1 0,0 1 1,0 0-1,0-1 0,0 1 0,0-1 0,0 1 1,0 0-1,-1-1 0,1 1 0,0 0 0,0-1 1,0 1-1,0 0 0,-1-1 0,1 1 0,0 0 1,0-1-1,-1 1 0,1 0 0,0-1 0,0 1 1,-1 0-1,1 0 0,0-1 0,-1 1 0,1 0 1,0 0-1,-1 0 0,0-1 0,-11-1 80,0 0 0,-1 0-1,1 2 1,-1-1 0,-20 3 0,-1-1-98,13-1-32,0 1 0,0 1 1,0 1-1,1 1 1,-1 1-1,1 0 0,-25 12 1,30-11-498,0 2 0,0 0 0,1 1 0,1 0 0,-1 1-1,1 1 1,1 0 0,0 0 0,-20 27 0,-53 77-7762,35-59 722</inkml:trace>
</inkml:ink>
</file>

<file path=ppt/ink/ink1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10:55.2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390 104 5523,'0'0'8673,"-24"-20"-7334,2 3-1054,0 0-1,-44-24 1,63 40-255,-1-1-1,0 1 1,0 0 0,0 0 0,0 0 0,0 0 0,-1 1-1,1-1 1,0 1 0,0 0 0,0 1 0,0-1-1,0 1 1,-1-1 0,1 1 0,0 0 0,-5 3 0,0 0 49,0 1 1,0 1-1,0-1 1,-13 13-1,13-11 3,-1 0-17,1 1-1,0 0 0,1 1 0,0 0 1,0 0-1,1 0 0,0 1 1,1 0-1,0 1 0,0-1 0,1 1 1,1 0-1,0 1 0,0-1 1,1 1-1,1-1 0,0 1 0,0 0 1,1 0-1,1 21 0,0-28-62,0-1 0,1 1-1,-1 0 1,1 0 0,0 0 0,1-1-1,-1 1 1,1 0 0,0-1 0,0 1-1,0-1 1,1 0 0,-1 0-1,1 0 1,0 0 0,0 0 0,0-1-1,7 6 1,-4-5 5,0 0 0,1 0 0,0 0-1,0-1 1,0 0 0,0 0 0,0-1 0,1 0 0,-1 0-1,1-1 1,9 1 0,-1 0 56,0-1 0,0-1 0,26-2-1,-35 1-43,0 0 1,0-1-1,-1 0 0,1 0 0,0-1 0,0 1 0,-1-1 0,0-1 0,0 1 0,9-8 1,-3 1 88,0-1 1,-1-1-1,0 0 1,0-1-1,-2 0 1,1-1-1,-2 1 1,0-2 0,-1 1-1,0-1 1,-1 0-1,7-29 1,-6 21 685,-8 37 98,-1 22-943,3-25 56,0 1-1,0 0 1,1-1-1,0 1 1,1-1 0,0 0-1,1 0 1,0 0-1,11 20 1,-6-17-18,0-1 1,0 0 0,2 0-1,-1-1 1,2 0-1,20 16 1,-13-14-399,1 0 0,0-1-1,1-2 1,23 11 0,-20-12-1055,0-2 0,1 0 0,35 6 0,18-5-4019</inkml:trace>
</inkml:ink>
</file>

<file path=ppt/ink/ink1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10:55.5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32 7700,'0'0'11237,"75"-32"-11045,-24 32-192,-3 0-224,0 0-1937,-5 0-1585,-16 3-2193</inkml:trace>
  <inkml:trace contextRef="#ctx0" brushRef="#br0" timeOffset="1">40 234 7331,'0'0'10133,"110"29"-9749,-57-29-384,1 0-160,-3 0-2609,-3 0-2289,-5-8-3682</inkml:trace>
</inkml:ink>
</file>

<file path=ppt/ink/ink1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10:55.9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1 8660,'0'0'12005,"-37"43"-11620,37 20-113,0 9 32,0 7-256,3 8-48,2 21-608,-5 5-2146,0 7-4513</inkml:trace>
</inkml:ink>
</file>

<file path=ppt/ink/ink1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10:56.3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0 9732,'0'0'7556,"-2"27"-6956,-2 6-343,1-5 43,0-1 0,2 1 0,4 47 0,-1-56-153,0-1 1,1 0 0,1 0-1,1 0 1,11 28 0,-16-45-140,1 0 0,-1-1 0,1 1 0,-1 0 1,1-1-1,0 1 0,-1 0 0,1-1 0,0 1 0,0-1 1,0 1-1,-1-1 0,1 0 0,0 1 0,0-1 0,0 0 1,0 0-1,-1 1 0,1-1 0,0 0 0,0 0 1,0 0-1,1 0 0,1 0 24,0 0 0,-1-1-1,1 1 1,0-1 0,-1 1 0,1-1 0,4-2-1,72-44 503,-54 35-521,1 3 1,0 0-1,0 1 0,0 2 1,1 0-1,0 2 0,1 1 1,47 1-1,-70 2-22,1 0-1,-1 1 0,0-1 1,1 1-1,-1 1 1,0-1-1,1 1 0,-1 0 1,0 0-1,0 0 1,5 4-1,-7-4-5,0 0 0,0 0 1,0 1-1,0 0 0,-1-1 0,1 1 0,-1 0 1,0 0-1,0 0 0,0 0 0,0 1 0,0-1 1,-1 0-1,1 1 0,-1 0 0,0-1 0,1 6 1,-1-3-16,0 0 1,-1 0-1,0 0 1,0 0 0,0 0-1,0 1 1,-1-1 0,0 0-1,-3 9 1,3-11 29,-1 0 1,0 0 0,0 0-1,-1 0 1,1 0-1,-1-1 1,1 1-1,-1-1 1,0 0-1,0 0 1,-1 0-1,1 0 1,-1-1 0,-3 3-1,-8 4 27,0-2 0,-1 0 0,0-1 0,0 0 1,0-1-1,-1-1 0,-29 4 0,-9-4 234,-55-1-1,94-3-176,10 0-49,0 0 1,0 0 0,0 0-1,1-1 1,-1 0 0,0 0-1,0-1 1,-6-2 0,11 3-47,-1 0 1,1 0-1,0 0 1,-1 0-1,1 0 1,0 0 0,0-1-1,-1 1 1,1-1-1,0 1 1,0 0-1,1-1 1,-1 0 0,0 1-1,0-1 1,1 1-1,-1-1 1,1 0-1,0 0 1,-1 1 0,1-1-1,0 0 1,0 1-1,0-1 1,0 0-1,0 0 1,0 1-1,1-1 1,-1 0 0,1-2-1,0 2-169,0-1 0,0 1 0,1-1 0,-1 1 0,0 0 0,1-1 0,0 1 0,-1 0 0,1 0-1,0 0 1,0 0 0,0 0 0,0 1 0,0-1 0,1 1 0,-1-1 0,0 1 0,1 0 0,-1 0 0,1 0 0,3-1 0,-1 0-269,46-20-4623</inkml:trace>
</inkml:ink>
</file>

<file path=ppt/ink/ink1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10:56.7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9524,'0'0'9205,"163"17"-9205,-107-12-1041,-5-5-2881,-8 0-2144</inkml:trace>
</inkml:ink>
</file>

<file path=ppt/ink/ink1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10:57.0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 10261,'0'0'9588,"163"22"-9588,-94-22 0,1 0-2401,-11-5-2929,-11-17-3330</inkml:trace>
</inkml:ink>
</file>

<file path=ppt/ink/ink1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10:57.4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 3201,'0'0'14338,"23"-3"-13690,3-1-495,50-1 1,-72 5-138,1 0-1,-1 1 1,1 0 0,-1 0 0,0 0-1,1 1 1,-1-1 0,0 1-1,0 0 1,0 0 0,0 1 0,-1-1-1,1 1 1,-1 0 0,1 0 0,-1 0-1,3 4 1,-1-1 32,-1 0 0,0 0-1,0 0 1,0 1-1,-1 0 1,0-1 0,-1 1-1,3 8 1,-2-4-4,-1 0-1,0 0 1,0 0-1,-1 1 1,-1-1 0,0 1-1,0-1 1,-1 0-1,-1 1 1,-3 11 0,3-15 38,0 0 0,-1 0 0,-1-1 0,1 0 0,-1 1 0,-1-1 0,1-1 0,-1 1 0,0 0 0,0-1 0,-1 0 0,0-1 0,0 1 0,-12 7 0,11-8 278,-1 0-1,0 0 0,0-1 1,-1 0-1,1 0 0,-1-1 1,0 0-1,0-1 1,-17 3 1237,33-5-1269,345-16 136,-344 15-478,151-9-5409</inkml:trace>
</inkml:ink>
</file>

<file path=ppt/ink/ink1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10:58.4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75 1553,'0'0'12894,"0"-13"-11091,0-37-162,0 38 413,0 14-1702,11 367 1004,106 755 1837,-84-846-2735,-4 315-1,-29-430 1197,0-165-1691,0 0 1,0-1-1,0 1 0,0 0 0,0-1 0,0 1 1,-1 0-1,1 0 0,-1-1 0,0 1 0,0 0 0,0 0 1,0 0-1,-1-2 0,-1 1-306,1 1 0,-1 0 0,0 0 0,0 0 0,0 1-1,0-1 1,0 1 0,-1 0 0,-4-2 0,-40-15-5417,-11-6-5573</inkml:trace>
</inkml:ink>
</file>

<file path=ppt/ink/ink1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10:59.4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70 6499,'0'0'11773,"0"-15"-10967,0-30-530,0 36-181,0 35 12,0 353 2497,0-215-8036</inkml:trace>
</inkml:ink>
</file>

<file path=ppt/ink/ink1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10:59.7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0 327 704,'2'-2'11582,"17"-14"-8844,24-16 0,59-30-914,27-19-1801,-116 71-7,49-39 87,-56 43-160,0 0-1,0 0 0,-1 0 0,1-1 0,-1 0 0,7-13 1,-12 20-34,0-1 0,1 1 0,-1 0 0,0-1 1,0 1-1,1 0 0,-1-1 0,0 1 1,0-1-1,0 1 0,0 0 0,0-1 1,1 1-1,-1-1 0,0 1 0,0-1 1,0 1-1,0 0 0,0-1 0,0 1 1,0-1-1,0 1 0,-1-1 0,1 1 1,0 0-1,0-1 0,0 1 0,0-1 1,-1 1-1,1 0 0,0-1 0,0 1 1,0 0-1,-1-1 0,1 1 0,0 0 1,-1-1-1,1 1 0,0 0 0,-1 0 1,1-1-1,0 1 0,-1 0 0,1 0 1,-1 0-1,1 0 0,0-1 0,-1 1 1,1 0-1,-1 0 0,1 0 0,-1 0 0,1 0 1,0 0-1,-1 0 0,1 0 0,-1 0 1,1 0-1,-1 0 0,1 0 0,0 1 1,-1-1-1,1 0 0,-1 0 0,-30 10-4673,-10 14-438</inkml:trace>
</inkml:ink>
</file>

<file path=ppt/ink/ink1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11:00.1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21 2481,'0'0'15239,"-5"-3"-14105,4 2-1093,0 1 0,0-1 0,0 0 0,0 0 0,0 1 0,1-1 0,-1 0 0,0 0 0,0 0 0,1 0 0,-1 0 0,0 0 0,1 0-1,-1-2 1,1 3-18,0 0-1,1-1 0,-1 1 1,0 0-1,1 0 0,-1 0 0,0-1 1,1 1-1,-1 0 0,1 0 1,-1 0-1,0 0 0,1 0 0,-1 0 1,1 0-1,-1 0 0,1 0 1,-1 0-1,0 0 0,1 0 0,-1 0 1,1 0-1,-1 0 0,0 0 0,1 1 1,0-1-1,8 3 130,1 0-1,-1 1 1,13 6-1,37 23-339,164 81 1516,-106-72-3981,-90-34-91,0-3 1,39 5 0,-9-8-5677</inkml:trace>
</inkml:ink>
</file>

<file path=ppt/ink/ink1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11:00.4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6707,'0'0'9108,"0"5"-8889,4 53 786,3 0 1,19 84-1,-4-31-617,-18-81-443,4 23-168,-8-49-202,1 0 0,1 0 0,-1-1 0,0 1 0,1 0 0,0-1 1,0 1-1,0-1 0,4 6 0,-5-8-21,0 0-1,1 1 1,-1-1 0,1 0 0,-1 0-1,1 0 1,-1-1 0,1 1-1,-1 0 1,3 0 0,19 1-5778</inkml:trace>
</inkml:ink>
</file>

<file path=ppt/ink/ink1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11:00.8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32 100 6259,'0'0'7638,"-6"19"-6846,-1 1-580,1 0 0,-4 24-1,10-40-174,0-1 0,0 0-1,0 0 1,0 0-1,1 0 1,-1 0 0,1 1-1,0-1 1,0 0 0,0 0-1,1-1 1,-1 1-1,1 0 1,-1 0 0,1-1-1,0 1 1,0-1 0,0 1-1,0-1 1,1 0-1,-1 0 1,0 0 0,1 0-1,5 3 1,-1 1 32,1-1-35,0 1-1,0-2 1,0 1 0,0-1 0,1 0 0,0 0-1,0-1 1,0-1 0,0 1 0,0-1 0,0-1-1,1 0 1,-1 0 0,1-1 0,-1 0 0,0 0-1,19-5 1,-24 4 28,0-1 0,0 0 0,0 0 0,0 0 0,0 0 0,0-1 0,-1 0 1,1 0-1,-1 0 0,0 0 0,0 0 0,0-1 0,0 1 0,-1-1 0,1 0 0,-1 1 0,0-1 0,0 0 0,0-1 0,-1 1 0,0 0 0,1 0 0,0-8 0,1-5 328,-1-1-1,0 1 1,-2-1-1,-2-29 0,2 42-353,-1 0 0,0 0-1,0 0 1,-1 0-1,1 1 1,-1-1 0,0 0-1,-1 1 1,1 0 0,-1-1-1,0 1 1,0 0 0,0 0-1,0 1 1,-1-1-1,1 1 1,-1-1 0,0 1-1,-6-3 1,2 1-38,1 1 1,-1 0-1,1 1 1,-1 0 0,0 0-1,-1 1 1,1 0-1,0 0 1,-1 1-1,-16-1 1,17 2 13,-2 0-283,0 0-1,1 0 0,-18 4 0,23-3 91,1 0 0,0 0 0,-1 1 0,1-1 1,0 1-1,0 0 0,0 0 0,0 0 0,0 0 0,0 1 0,1-1 0,-1 1 1,-3 4-1,3-3-488,-1 1 0,1 0 1,0 1-1,0-1 1,1 0-1,-1 1 0,1-1 1,1 1-1,-1 0 1,1 0-1,0-1 0,-1 9 1,1 24-6962</inkml:trace>
</inkml:ink>
</file>

<file path=ppt/ink/ink1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11:01.2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267 38 8980,'0'0'4690,"-27"-8"-3030,-88-19-679,111 26-929,1 0-1,-1 1 0,1 0 1,-1-1-1,1 1 0,-1 1 1,1-1-1,-1 1 0,1-1 0,-1 1 1,1 0-1,-1 0 0,1 0 1,0 1-1,-5 2 0,5-2 23,0 1 0,0 0 0,1-1 0,-1 1 1,1 0-1,-1 1 0,1-1 0,-3 7 0,3-6-14,-3 7 30,1 1-1,0-1 1,1 1 0,0 0-1,1 0 1,0 0 0,1 0 0,0 0-1,2 20 1,-1-28-93,0 2 13,1 0 0,-1 0 0,1 0 0,0 0 0,1 0 0,-1 0 0,1-1 0,0 1 0,0 0 0,1-1 0,0 0 0,0 0 0,6 9 0,-6-11-54,0 1-1,0-1 0,1 0 1,-1 0-1,1-1 1,0 1-1,0-1 0,-1 1 1,2-1-1,-1 0 1,0-1-1,0 1 0,0-1 1,1 0-1,-1 0 0,1 0 1,-1 0-1,8-1 1,-10 0 56,0 0 1,1 0-1,-1 0 1,0 0-1,0-1 1,0 1-1,0-1 1,0 1-1,0-1 1,0 0 0,-1 0-1,1 0 1,0 0-1,0 0 1,0 0-1,2-2 1,-1-1 124,0 0 0,0-1 0,0 1 1,0 0-1,2-8 0,-1 6 75,5-10 611,-9 16-803,0 0 0,0 0 0,1 0-1,-1 0 1,0 0 0,0-1 0,0 1 0,0 0 0,0 0 0,0 0 0,0 0-1,0 0 1,0 0 0,1 0 0,-1 0 0,0 0 0,0-1 0,0 1 0,0 0 0,0 0-1,0 0 1,1 0 0,-1 0 0,0 0 0,0 0 0,0 0 0,0 0 0,0 0-1,0 0 1,1 0 0,-1 0 0,0 0 0,0 0 0,0 0 0,0 0 0,0 0-1,1 0 1,-1 0 0,0 0 0,0 1 0,0-1 0,0 0 0,0 0 0,0 0 0,1 0-1,2 26 1298,-1 2-1556,33 170 782,-18-113-369,-3 1 0,4 119-1,-17-180-156,-1-17 16,1 1 1,-1-1 0,-1 1 0,0-1 0,-3 15 0,4-21-18,-1 0 0,0 0 0,0 0 0,0 0 0,0-1 0,0 1 0,0 0 0,0 0 0,-1-1 0,1 1-1,-1-1 1,1 1 0,-1-1 0,0 0 0,1 1 0,-1-1 0,0 0 0,0 0 0,0 0 0,0-1 0,0 1 0,0 0 0,0-1 0,0 1 0,0-1 0,0 0 0,-3 1 0,-2-1 30,-1 1 0,0-1 0,0 0 0,0 0-1,1-1 1,-1 0 0,0-1 0,0 0 0,1 0-1,0 0 1,-1-1 0,1 0 0,0-1 0,0 0 0,0 0-1,1 0 1,0-1 0,-1 1 0,2-2 0,-1 1-1,0-1 1,-6-9 0,4 5-76,0 0 0,1 0 0,0-1-1,1 0 1,0-1 0,1 1 0,0-1 0,1 0-1,0 0 1,1-1 0,0 1 0,1-1 0,1 1-1,0-1 1,0 0 0,1 0 0,1 1 0,3-20-1,-3 25-69,1 1-1,0 0 0,0-1 0,1 1 0,-1 0 0,1 0 0,1 0 1,-1 1-1,1-1 0,0 1 0,0 0 0,0 0 0,1 0 0,0 1 0,0-1 1,0 1-1,7-4 0,9-5-1655,1 0 0,1 2 1,25-9-1,-4 2-4170</inkml:trace>
</inkml:ink>
</file>

<file path=ppt/ink/ink1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11:01.6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324 40 8004,'0'0'2868,"-24"-7"272,-82-21-934,99 26-2078,1 1 1,-1 0-1,0 1 1,1 0-1,-1 0 0,0 0 1,1 1-1,-1 0 0,1 0 1,-1 1-1,1-1 0,-1 1 1,1 1-1,0-1 0,0 1 1,0 0-1,0 1 0,1-1 1,-1 1-1,1 0 1,0 1-1,0-1 0,1 1 1,-1 0-1,-3 6 0,3-5-81,1 1 0,0-1 0,1 1 0,-1 0 0,1 0 0,1 0 0,-1 1 0,1-1 0,1 1 0,-1-1 0,1 1 0,1 0 0,-1-1 0,1 1 0,1 0 0,-1 0 0,1-1 0,1 1 0,3 12 0,-3-14-40,1 0 1,0-1-1,0 1 1,1-1-1,-1 0 1,1 0-1,0 0 1,1-1-1,-1 1 1,1-1-1,0 0 1,0 0-1,0-1 1,0 1-1,1-1 1,10 5-1,-4-4-13,1 1 1,-1-2-1,1 1 0,-1-2 0,1 0 0,0 0 0,16-1 0,-14-1 4,19-1-6,-33 1 28,1 0 1,-1-1-1,1 1 0,-1-1 1,1 1-1,-1-1 0,0 0 1,1 0-1,-1 1 0,0-1 0,1 0 1,-1 0-1,0 0 0,0 0 1,0-1-1,0 1 0,0 0 1,1-2-1,21 2 690,-9 1-626,0 1 1,0 1 0,20 4 0,4 8-1115,-35-12 361,1 0 1,0 0-1,-1 0 1,1 1-1,-1-1 1,5 6-1,-1 6-5472</inkml:trace>
</inkml:ink>
</file>

<file path=ppt/ink/ink1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11:02.0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9764,'0'0'9511,"15"26"-8737,47 83-91,-56-97-555,-1 0-1,0 0 1,-1 1 0,4 21-1,-7-28-75,1 0 0,-1 0 0,1 0 0,0-1-1,0 1 1,1 0 0,-1-1 0,6 7 0,-7-10-37,1-1 0,0 0 0,0 0 0,0 0 0,0 0 0,0-1 0,0 1 0,0 0 1,0-1-1,0 1 0,0-1 0,0 0 0,0 0 0,0 0 0,0 0 0,0 0 0,0 0 1,0 0-1,0-1 0,3 0 0,1 0 41,16-3 55,0-1 0,0-1 0,-1-1-1,21-9 1,-17 5-28,2 2 0,30-7 0,-56 15-81,10-1 2,0 0-1,1 1 1,-1 0-1,13 0 1,-22 1-9,0 0 0,1 1 1,-1-1-1,0 0 0,0 1 1,0-1-1,0 1 1,0-1-1,0 1 0,0 0 1,0 0-1,0 0 0,0 0 1,0 1-1,0-1 1,-1 0-1,1 1 0,0-1 1,-1 1-1,0-1 0,1 1 1,-1 0-1,0 0 1,0 0-1,0 0 0,0 0 1,0 0-1,1 2 1,0 6 2,-1 0 1,0 1 0,0-1 0,-2 18 0,1-7 36,0-17 11,-1 0 0,1 0 0,-1 0 0,0-1 0,0 1-1,0 0 1,-1-1 0,1 1 0,-1-1 0,0 1 0,0-1 0,0 0 0,0 0 0,-1 0 0,1 0 0,-1 0 0,0 0 0,0-1 0,0 1 0,0-1 0,0 0 0,0 0 0,-1 0-1,1 0 1,-1-1 0,-3 2 0,-6 2-1,1-1 0,0-1-1,-1 0 1,0-1-1,1 0 1,-25 0 0,13-2-724,-31-1-2727,20-5-2434,-1-9-5258</inkml:trace>
</inkml:ink>
</file>

<file path=ppt/ink/ink1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11:11.7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1 5763,'0'0'12053,"-26"0"-11749,66 0 32,10 0 65,7 0-193,-1 0-144,-8 0-64,-11 0-80,-7 0-1265,-12 0-1456,-10 7-1249,-8 5-1361</inkml:trace>
</inkml:ink>
</file>

<file path=ppt/ink/ink1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11:12.0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 5378,'0'0'11958,"45"2"-11462,9-2-48,12 0-336,9 0-112,3 0-2129,-3 0-1840,-3-7-3299</inkml:trace>
</inkml:ink>
</file>

<file path=ppt/ink/ink1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11:12.7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70 4674,'0'0'11838,"0"-14"-10336,0 3-1184,1-26 113,0 30-161,0 18 154,19 180 361,2 23 281,-14-16-76,-8-197-349,14-3 1359,-14 2-2184,1 0 0,-1-1-1,0 1 1,1-1 0,-1 1-1,1 0 1,-1-1 0,0 1-1,0-1 1,1 1 0,-1-1 0,0 1-1,0-1 1,0 1 0,1-1-1,-1 0 1,0 1 0,0-1 0,0 1-1,0-1 1,0 1 0,0-1-1,0 0 1,-32-14-19035</inkml:trace>
</inkml:ink>
</file>

<file path=ppt/ink/ink1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11:20.1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33 2977,'0'0'11835,"0"-6"-10906,-2-14-158,2 19-637,0 1 1,0 0-1,-1-1 1,1 1 0,0 0-1,0-1 1,0 1 0,-1 0-1,1-1 1,0 1 0,0 0-1,0 0 1,-1 0 0,1-1-1,0 1 1,-1 0-1,1 0 1,0 0 0,-1-1-1,1 1 1,0 0 0,-1 0-1,1 0 1,0 0 0,-1 0-1,1 0 1,0 0 0,-1 0-1,1 0 1,0 0-1,-1 0 1,1 0 0,0 0-1,-1 0 1,1 0 0,0 0-1,-1 0 1,1 0 0,0 1-1,-1-1 1,1 0 0,0 0-1,-1 0 1,1 0-1,0 1 1,-1-1 0,1 12 88,0-1-1,1 1 1,0-1 0,1 0 0,5 18-1,-3-8-74,0 0-1,-1 1 1,-1-1-1,-2 1 1,-1 31-1,0-4-60,1 2-31,-14 419 560,-6 241 80,45-427-493,-22-255-193,-3-21-1,1-1 0,-1 1-1,1-1 1,1 1 0,-1-1-1,1 0 1,4 9 0,1-9-752,0-29-10874,-7-3-965</inkml:trace>
</inkml:ink>
</file>

<file path=ppt/ink/ink1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11:20.8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187 45 2721,'0'0'11429,"-3"-7"-10225,1 3-1077,2 2-91,0 1 0,-1-1 0,1 0 0,-1 1 0,0-1 0,1 0 0,-1 1 0,0-1 0,0 1 0,0 0 0,0-1 0,0 1 0,0 0 0,-1-1 0,1 1 0,0 0-1,-1 0 1,1 0 0,-1 0 0,1 0 0,-1 1 0,1-1 0,-1 0 0,1 1 0,-1-1 0,0 1 0,1-1 0,-1 1 0,0 0 0,0 0 0,1 0 0,-1 0 0,-2 0 0,-2 1-2,0 1-1,-1 0 1,1 0 0,1 0 0,-1 1 0,0 0 0,1 0 0,-1 0 0,1 1 0,0-1 0,0 1 0,0 1 0,1-1-1,-1 1 1,1 0 0,0 0 0,0 0 0,1 0 0,0 1 0,0-1 0,0 1 0,-2 7 0,-1 2 66,1 0-1,1 1 1,0 0 0,1 0 0,1 0 0,0 1 0,1 24 0,1-36-72,1 0 0,-1 0-1,1 0 1,0-1 0,0 1-1,1 0 1,0 0 0,-1-1 0,1 1-1,1-1 1,-1 0 0,1 1 0,0-1-1,0 0 1,4 5 0,0-4 42,-1 1 0,1-1 0,0 0 0,0 0 0,0-1 0,1 0 0,0 0 0,10 3 0,6 1 167,0-2 1,0-1 0,1-1-1,0-1 1,31 0 0,-17-2 44,-15 1 4,1-2 0,-1 0 0,1-2 0,32-6 1,-56 8-277,1 0 1,-1 0 0,0-1-1,0 1 1,0 0 0,0 0-1,0-1 1,0 1-1,0-1 1,0 1 0,0-1-1,0 0 1,0 1 0,0-1-1,0 0 1,0 0 0,0 1-1,-1-1 1,1 0 0,0 0-1,-1 0 1,1 0 0,0 0-1,-1 0 1,1 0 0,-1 0-1,0 0 1,1 0-1,-1-3 1,0 3-284,0-1 0,-1 1 1,1-1-1,-1 1 0,0 0 0,0-1 0,1 1 1,-1-1-1,0 1 0,0 0 0,0 0 0,0 0 0,-1-1 1,1 1-1,0 0 0,0 1 0,-1-1 0,1 0 1,0 0-1,-1 0 0,-2 0 0,-38-17-8680</inkml:trace>
</inkml:ink>
</file>

<file path=ppt/ink/ink1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11:22.0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1 7780,'0'0'9833,"0"10"-9665,-21 279 1551,11-218-708,1 93 0,19-164-795,136 9-1589,-39-2-8046,-81-6 2059</inkml:trace>
</inkml:ink>
</file>

<file path=ppt/ink/ink1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11:22.3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1 8212,'0'0'10148,"-48"67"-9475,29 3 79,3-1-416,5-4 16,1-9-160,4-8-160,4-7-32,-1-3-288,3-6-1488,0-8-1762,3-10-2145,10-12-3105</inkml:trace>
</inkml:ink>
</file>

<file path=ppt/ink/ink1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11:22.7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1 253 7668,'0'0'7603,"30"-10"-6907,99-33-405,-55 25-137,-66 16-139,0 1-1,-1-1 0,1 0 1,-1-1-1,14-6 0,-19 8 2,0-1 0,1 0 0,-1 0 0,0 0 0,0 0 0,0 0 0,0 0 0,0 0 0,-1-1 0,1 1 0,-1 0 0,1-1 0,-1 0 0,0 1 0,0-1 0,0 0 0,0 1 0,-1-1 0,1-5 0,1-5 422,-2 0 0,1-1 0,-3-13 0,1 3 1025,1 3 1477,1 24-2865,7 27 10,-1 1 0,-1 0 0,2 49 0,-5 28-1206,-3-37-2539,-1-5-3179,1-31-639</inkml:trace>
</inkml:ink>
</file>

<file path=ppt/ink/ink1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11:23.0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265 3 8580,'0'0'9319,"-23"0"-8607,10-1-592,4 0-58,0 0 0,0 1 0,0 1 0,0-1 0,-14 4 0,20-3-47,0-1-1,0 1 0,0 1 1,0-1-1,1 0 0,-1 1 0,0-1 1,0 1-1,1 0 0,-1 0 1,1 0-1,0 0 0,0 1 0,-1-1 1,1 0-1,1 1 0,-1 0 1,0-1-1,1 1 0,-1 0 0,1 0 1,0 0-1,-1 3 0,-2 8 18,0 1 1,1-1-1,1 1 0,1-1 0,0 1 1,0 0-1,2-1 0,3 26 0,-2-28-13,1-1 0,1 1 0,0-1 0,0 1 0,1-1 0,0 0 0,1-1 0,1 0 0,-1 0 0,16 18 0,0-7 54,37 30 0,-14-13 189,-45-38-256,1 0 0,-1 0 0,0 0 0,1 1 0,-1-1 0,0 0 0,1 0 0,-1 1 0,0-1 0,0 0 0,1 0 0,-1 1 0,0-1 0,0 0 0,1 1 0,-1-1 0,0 0 0,0 1 0,0-1 0,1 0 0,-1 1-1,0-1 1,0 0 0,0 1 0,0-1 0,0 1 0,0-1 0,0 0 0,0 1 0,0-1 0,0 0 0,0 1 0,0-1 0,0 1 0,-1 0 0,-15 4 41,-90 15-252,-12 3-5337,63-17-1915</inkml:trace>
</inkml:ink>
</file>

<file path=ppt/ink/ink1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11:23.4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0 1024,'0'0'18377,"-19"39"-18217,19 26 432,0 4-304,0-1-176,0-8-48,0-7-64,-5-3-416,-3-9-1857,-3-9-2257,3-16-2865</inkml:trace>
</inkml:ink>
</file>

<file path=ppt/ink/ink1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11:23.8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0 148 4114,'0'0'2548,"14"-21"-83,5-8-1438,28-32 0,-44 58-908,0 0-1,1-1 0,-1 1 1,1 0-1,0 1 1,0-1-1,0 1 1,0 0-1,0 0 1,1 0-1,-1 0 0,1 1 1,-1-1-1,1 1 1,-1 1-1,1-1 1,0 0-1,-1 1 1,1 0-1,9 1 0,0 0 119,-12-1-201,8-1 205,0 1 0,-1 1 0,1 0 0,16 4 0,-24-5-207,1 1 1,-1 0 0,1 1-1,-1-1 1,1 0 0,-1 1-1,0-1 1,0 1 0,1 0 0,-1-1-1,-1 1 1,1 0 0,0 0-1,0 1 1,-1-1 0,1 0-1,-1 1 1,0-1 0,1 0-1,0 5 1,1 1-5,-1 1-1,1 0 1,-2-1-1,1 1 1,-1 0 0,-1 0-1,0 0 1,-1 18 0,0-21-22,0 0 1,0 0-1,-1 0 1,0 0 0,0 0-1,0 0 1,-1 0-1,0-1 1,0 1-1,0-1 1,-1 0 0,1 0-1,-7 6 1,-2-1 151,1-1 1,-1 0-1,-1-1 1,0 0 0,0-1-1,0-1 1,-1 0-1,1 0 1,-2-2 0,1 0-1,0 0 1,-1-1-1,0-1 1,1-1-1,-24 0 1143,40 1-1151,9 8-128,0-1-1,0-1 1,1 1 0,0-2-1,19 9 1,7 6 29,83 47-166,-40-27-3299,-76-39 2240,0 0-1,1-1 0,-1 0 0,0 0 1,1 0-1,9 1 0,6-2-5123</inkml:trace>
  <inkml:trace contextRef="#ctx0" brushRef="#br0" timeOffset="1">529 74 8452,'0'0'12005,"-29"34"-11829,29 19 81,0-1-129,0-3-128,0 4-128,0-3-1249,0-7-2273,0-7-3601</inkml:trace>
</inkml:ink>
</file>

<file path=ppt/ink/ink1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11:24.2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0 311 8340,'0'0'6947,"28"-6"-6814,176-30 9,-196 34-108,10-1-142,-1 0 0,0-2-1,29-11 1,-42 14 105,-1 0-1,1 0 0,0 0 1,-1 0-1,1 0 1,-1-1-1,0 0 0,0 1 1,0-1-1,0-1 1,-1 1-1,1 0 0,-1 0 1,1-1-1,-1 0 1,0 1-1,-1-1 1,1 0-1,-1 0 0,1 0 1,0-8-1,1-9 1034,-2-33-1,-1 47-700,0 1 0,0-1-1,-1 1 1,0 0 0,-1-1 0,1 1-1,-1 0 1,-1 0 0,-3-8 0,5 12-180,1 1 0,-1 0 0,0-1 1,0 1-1,0 0 0,0 0 0,0 0 1,0 0-1,0 0 0,0 0 0,0 0 1,-1 0-1,1 0 0,0 1 0,-1-1 1,-2-1-1,4 12 267,-1 24-379,3 1-1,1-1 1,9 46 0,-4-43-295,-2 0 1,2 52-1,-6 20-8358,-2-85 2446</inkml:trace>
</inkml:ink>
</file>

<file path=ppt/ink/ink1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11:24.6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506 1 6419,'0'0'12427,"-15"13"-12096,6-5-265,-6 6 77,-1 1 1,-13 18-1,24-27-120,0 1 0,0 0 0,1 0 0,0 1 0,0-1 0,1 1 0,-1 0 0,2-1 0,-1 1 0,-1 13 0,2-9-11,1 1-1,1-1 0,0 0 0,1 0 0,0 0 0,4 16 0,-3-19-6,1-1 0,0 0 0,0 0-1,1-1 1,0 1 0,0-1 0,1 1-1,0-1 1,10 9 0,-1-2 0,13 14 67,-25-27-72,-1 0 0,0 1 0,0-1 0,0 1 1,0-1-1,-1 1 0,1-1 0,0 1 0,-1-1 0,1 1 1,-1 0-1,1-1 0,-1 1 0,0 0 0,0-1 1,0 1-1,0 2 0,0-3-5,0 0 0,0 0 0,-1 0 0,1 0 0,-1-1 0,1 1 0,-1 0 0,1 0 0,-1 0 0,1 0 0,-1-1 0,0 1 0,1 0 1,-1 0-1,0-1 0,1 1 0,-1-1 0,0 1 0,0-1 0,-2 2 0,-21 9-435,-1-1 1,0-1-1,-33 7 1,28-7-383,-111 26-4775,-25-1-4605</inkml:trace>
</inkml:ink>
</file>

<file path=ppt/ink/ink1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10:16.9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84 356 9124,'0'0'1177,"-14"-21"845,-43-73 11,55 91-1952,0-1 0,1 1 0,-1-1 1,1 1-1,0-1 0,0 0 0,0 1 0,1-1 1,-1 0-1,1 0 0,0 1 0,0-1 0,0 0 1,1 0-1,-1 1 0,1-1 0,1-4 0,0 3-10,1 0 0,0 0 0,0 1-1,0-1 1,0 1 0,1 0 0,0 0-1,0 0 1,5-3 0,6-6 28,2 2 1,0 0-1,0 1 0,1 1 0,0 0 1,0 1-1,1 1 0,33-7 1,-4 3-32,1 3 1,69-3-1,-90 10-50,0 0 0,0 2 1,35 5-1,-52-4-14,0 1 0,0 0-1,-1 0 1,1 1 0,-1 0 0,0 1 0,0 0-1,0 1 1,-1 0 0,17 14 0,-14-8 22,0 1 1,-1 0-1,-1 1 0,0 0 1,-1 0-1,-1 1 1,0 1-1,-1-1 1,-1 1-1,0 0 0,-1 1 1,-1-1-1,3 19 1,1 24 414,-2 1 0,-3 78 1,-3-124-302,-3 52 544,2-59-552,0-1 0,0 1 0,-1-1-1,0 0 1,0 0 0,-1 0-1,-5 10 1,-7 1 549,14-17-649,1 1-1,0-1 1,-1 0-1,1 1 1,0-1-1,-1 0 1,1 0 0,0 1-1,-1-1 1,1 0-1,0 0 1,-1 0-1,1 0 1,-1 1-1,1-1 1,-1 0-1,1 0 1,0 0-1,-1 0 1,1 0-1,-1 0 1,1 0-1,-1 0 1,1 0-1,0 0 1,-1 0 0,1 0-1,-1-1 1,1 1-1,0 0 1,-1 0-1,1 0 1,-1-1-1,1 1 1,0 0-1,-1 0 1,1-1-1,0 1 1,-1 0-1,1 0 1,0-1-1,0 1 1,-1-1-1,1 1 1,0 0 0,0-1-1,0 1 1,-1 0-1,1-1 1,0 0-1,-2-9 165,0 0 1,1-1-1,0 1 0,0 0 0,2-12 0,-1 6-92,1-17-55,2 0-1,1 0 1,2 0 0,1 1 0,1 0 0,2 0-1,2 1 1,0 0 0,28-47 0,-20 40-25,29-37 0,-38 60-24,1 1-1,0 0 1,1 1-1,0 0 1,18-12-1,-25 21-2,0 0 0,0 0 0,1 1-1,-1 0 1,1 0 0,12-3-1,-16 5-1,0 0 0,-1 1 0,1-1 0,0 1 0,-1 0 0,1 0 0,0 0 0,-1 0 0,1 0 0,0 1 0,-1-1 0,1 1 0,0 0 0,-1 0 0,1 0 0,-1 0 0,1 0 0,-1 0 0,0 1 0,1-1 0,2 3 0,-1 1-9,0 1 0,0-1-1,0 1 1,-1 0 0,0-1 0,0 1 0,3 12-1,14 52-21,-6-4 42,9 102-1,-10 73-282,-3-45-2487,10 38-7526,-19-143-96</inkml:trace>
</inkml:ink>
</file>

<file path=ppt/ink/ink1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10:17.6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951 2161 8548,'0'0'680,"15"23"809,-4-5-853,2 1-1,0-2 1,30 31-1,-32-39-362,2 0-1,-1-1 1,1 0-1,1-1 1,-1 0-1,1-1 1,23 6-1,55 15 636,1-4 1,2-4-1,177 12 1,296-27 606,-436-10-1163,-1-7-1,-1-5 1,0-6 0,150-48-1,-208 49-220,-1-4-1,111-57 1,-148 65-89,-2-1 0,0-1 0,-2-2 0,0-1 0,-2-2 0,-1 0 0,27-34 1,-34 33-18,-1-1 0,-2 0 0,-1-1 1,-1-1-1,-1-1 0,-2 0 0,13-50 0,-13 28 4,-2-1 0,-3 0 0,1-100 0,-8 113-26,-2-1 0,-1 1 0,-3 0 0,-1 0 0,-1 1 0,-3 0 0,-1 1 0,-26-56 0,11 43 17,-2 1 0,-2 1 0,-2 2 0,-2 2 0,-3 1 0,-1 2 0,-2 1 0,-90-69 0,53 55 33,-1 4 0,-3 4 0,-1 3 0,-158-60 0,135 69 25,-2 5 1,-1 4-1,-2 5 0,0 5 0,-1 4 0,-116 3 0,142 10-63,-1 4 0,1 3-1,0 4 1,1 3 0,-100 31-1,81-10 13,2 4 0,1 4 0,-144 85 1,170-82-12,3 4 0,2 2 0,2 4 0,-112 118 1,146-135-10,2 1 1,1 2 0,3 1 0,1 1 0,2 1 0,3 1-1,1 2 1,-19 64 0,32-82 2,0 1-1,3-1 1,0 1-1,2 1 1,1-1-1,1 0 1,2 0-1,2 1 1,0-1-1,2 0 1,1-1-1,2 1 1,1-1 0,24 54-1,-16-51-6,2-1 0,1-1-1,1-1 1,1-1 0,44 44 0,-28-38 19,2-1 1,1-1 0,64 38-1,-11-20 1,1-4-1,3-4 1,140 41-1,-13-21-1722,294 43-1,-274-71-2522,2-13-3488</inkml:trace>
</inkml:ink>
</file>

<file path=ppt/ink/ink1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10:18.6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1592 97 5378,'0'0'403,"-31"-9"456,2 0-478,-10-3 309,-1 1 0,0 2 0,-55-5-1,-207 4 3231,271 12-3618,-1 1 0,1 1 0,0 2 0,1 1 1,0 1-1,0 2 0,1 1 0,0 1 0,0 2 0,2 1 1,-33 22-1,6 2-60,1 3 0,3 2 0,1 2 0,-52 63 0,55-55-77,2 3 0,2 2-1,-33 63 1,57-89-48,2 2-1,1-1 1,1 2 0,2 0 0,2 0 0,2 1-1,-7 56 1,12-51 69,2 0 0,8 81 0,-3-97-88,1 1 0,2-1-1,0 0 1,2 0 0,19 39 0,-4-19-8,2-2 1,3-1-1,1-1 1,2-1-1,1-2 1,3-1-1,0-2 0,3-2 1,1-1-1,84 52 1,-62-50-32,1-3 1,2-2-1,0-3 0,2-4 1,1-2-1,0-3 0,104 13 1,-55-18 65,1-5 1,-1-5-1,194-21 0,-246 10-50,0-3 0,-1-3 0,0-3 0,-2-2-1,0-3 1,97-49 0,-125 52-34,-1-1 0,0-2-1,-2-1 1,-1-1 0,0-2 0,-2 0-1,-1-2 1,-1-2 0,-2 0 0,-1-1 0,-1-2-1,26-52 1,-32 48 56,-1-1-1,-1 0 1,-3-2 0,12-67 0,-15 43 66,-3 0 0,-3-81 1,-3 107-95,-2 0 0,-1 1 0,-2-1 0,-1 1 0,-2 0 0,-2 0 0,-2 1 0,0 1-1,-3 0 1,-1 1 0,-1 1 0,-34-46 0,20 39 21,-2 2-1,-1 1 1,-2 2 0,-2 2-1,0 1 1,-3 2-1,0 2 1,-51-25-1,7 11-15,-2 3-1,-1 5 0,-130-32 0,142 47-163,-1 5 0,0 2 0,0 4-1,-1 3 1,-80 7 0,121 0-614,1 3 0,0 1 0,1 2 1,0 1-1,0 2 0,1 1 0,0 2 0,1 2 0,1 1 1,-40 26-1,-51 42-5491,1 4-4370</inkml:trace>
</inkml:ink>
</file>

<file path=ppt/ink/ink1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11:39.6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348 44 5122,'0'0'5077,"-25"-4"-3513,-83-11-382,101 15-1087,0-1 0,0 1 1,-1 1-1,1-1 1,0 1-1,0 1 0,1-1 1,-1 1-1,0 0 0,0 1 1,1-1-1,-1 1 1,1 1-1,0-1 0,0 1 1,0 0-1,1 1 1,-1-1-1,1 1 0,-9 10 1,6-5 16,1 1 0,-1 1 0,2-1 0,0 1 0,0 0 0,1 0 0,1 1 0,0-1 1,-3 15-1,3 3 12,0 1 0,2-1 0,3 32 0,-1-51-103,0-1 0,2 1-1,-1-1 1,1 1 0,1-1 0,0 0 0,0 0-1,1 0 1,1 0 0,-1 0 0,1-1 0,1 0-1,0 0 1,0-1 0,1 1 0,0-1 0,0-1-1,1 1 1,10 6 0,-3-2 8,0-1 0,1 0 1,0-1-1,1-1 0,0-1 0,0 0 0,1-1 1,0-1-1,0-1 0,1-1 0,0 0 0,0-1 0,-1-1 1,1-1-1,36-2 0,-48 1 21,0-1 1,0 0-1,0 0 1,0-1-1,0 0 1,0 0-1,0-1 1,-1 1-1,1-1 1,-1-1-1,0 1 1,1-1-1,-2-1 1,1 1-1,0-1 1,5-6-1,-5 4 59,-1 0 0,0 0-1,0 0 1,0-1 0,-1 0-1,0 0 1,-1 0 0,0-1-1,0 1 1,-1-1 0,0 1-1,0-1 1,0-9 0,0 1-2,-1-1 0,0 0 1,-2 0-1,0 0 0,-1 0 0,-1 0 1,0 1-1,-1-1 0,-1 1 1,-1 0-1,-1 1 0,0-1 0,-18-30 1,6 19-12,-2 0 0,-35-37 1,45 54-76,0 0 1,-1 1-1,0 0 1,-1 1 0,0 0-1,0 1 1,-26-11-1,36 18-69,0-1 0,0 1 0,0 0-1,0 1 1,-1-1 0,1 0-1,0 1 1,-1 0 0,1 0 0,0 0-1,-1 0 1,1 0 0,0 1 0,-1-1-1,1 1 1,0 0 0,0 0 0,0 0-1,0 0 1,0 1 0,0-1-1,0 1 1,0 0 0,0 0 0,1 0-1,-6 5 1,2 1-550,0 0 0,0 1 0,0 0 0,1 0 0,1 0-1,-1 1 1,-2 10 0,-10 33-5052</inkml:trace>
</inkml:ink>
</file>

<file path=ppt/ink/ink1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11:39.9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374 0 6147,'0'0'10698,"-25"4"-10255,8-2-376,-1 0-1,0 2 1,1 0 0,-23 10-1,32-10-18,1 0 0,0 1 0,0-1 0,0 2 0,0-1 0,1 1 0,0 0 0,0 0 0,-9 15 0,0 1 195,-20 43 0,28-50-165,-12 24 62,2 1 1,2 0 0,2 1-1,1 1 1,3 0 0,1 1-1,2-1 1,2 1 0,1 0-1,5 59 1,-1-90-122,1-1 1,0 1-1,0 0 0,1-1 0,1 1 1,0-1-1,0 0 0,1-1 1,1 1-1,0-1 0,0 0 0,1 0 1,0 0-1,0-1 0,1 0 1,1-1-1,-1 0 0,1 0 0,1-1 1,-1 0-1,1-1 0,1 0 1,-1 0-1,1-1 0,15 5 0,-3-3-4,0 0 0,0-2 0,1 0 0,39 2 0,98-8-2205,-152 1 1461,0 0 0,0-1 0,0-1 0,11-2 1,-13 1-497,0 0 1,0-1-1,-1 1 1,9-7-1,-15 10 1182</inkml:trace>
</inkml:ink>
</file>

<file path=ppt/ink/ink1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11:40.3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283 30 6211,'0'0'7152,"-24"-7"-5839,-4 0-959,-50-9-1,73 16-295,0 0 1,0 0-1,0 1 0,0 0 1,1-1-1,-1 2 0,0-1 1,0 0-1,1 1 0,-1 0 1,1 0-1,0 0 0,-1 1 1,1-1-1,0 1 0,0 0 1,1 0-1,-1 1 0,1-1 0,-1 1 1,1 0-1,-4 6 0,4-6 10,-3 3 29,1 1 1,0-1-1,1 1 1,-1 0-1,2 0 1,-1 1-1,1-1 1,0 1 0,1-1-1,-1 10 1,1-4 22,0 0 0,2-1 0,-1 1 0,2 0 0,4 25 0,-3-32-80,0 1 0,0-1 0,1 0 0,1 0 1,-1 0-1,1 0 0,0 0 0,0-1 1,1 1-1,0-1 0,0-1 0,1 1 1,0-1-1,-1 1 0,2-2 0,-1 1 1,12 6-1,0-1 6,0-1 0,1-1 0,0-1 0,0 0 0,33 6 0,-21-8-679,-1-2 0,1-1 0,0-1 1,33-4-1,-61 3 150,1 0-1,-1-1 1,1 1 0,-1-1 0,0 0-1,1 0 1,-1 0 0,0 0 0,0-1-1,1 1 1,-1-1 0,-1 0 0,1 0-1,3-2 1,11-15-4991</inkml:trace>
</inkml:ink>
</file>

<file path=ppt/ink/ink1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11:40.7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48 4130,'0'0'12814,"0"-10"-11392,0-19-770,0 20-369,0 20 97,1 22-20,2 0-1,1 0 1,15 59 0,41 97 744,-8-32-1011,-46-136-549,13 40-1946,-18-57 1497,1 0 1,1 1-1,-1-1 0,1 0 0,5 7 0,7-1-4657</inkml:trace>
</inkml:ink>
</file>

<file path=ppt/ink/ink1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11:41.1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95 123 7283,'0'0'9052,"-17"25"-8377,-6 8-425,-19 39-1,41-70-236,0 0 0,0 0 0,0 0 0,0 0-1,1 0 1,-1 0 0,0 0 0,1 0 0,0 1-1,0-1 1,-1 0 0,1 0 0,1 1-1,-1-1 1,0 0 0,0 0 0,1 0 0,-1 0-1,1 1 1,0-1 0,0 0 0,1 3 0,1-2 1,-1 0 1,1-1-1,0 1 1,0-1-1,-1 1 1,1-1-1,1 0 1,-1 0-1,4 1 1,-1 1 10,8 3 3,0-1 1,1 0 0,-1 0 0,1-1 0,0-1 0,21 3 0,-10-4 50,1-1 0,51-2 1,-74-1-48,0 1 0,0-1 1,0 0-1,0 0 0,-1 0 1,1 0-1,0-1 1,-1 1-1,1-1 0,0 0 1,-1 0-1,0 0 0,0-1 1,1 1-1,-1-1 0,-1 0 1,1 0-1,0 0 0,-1 0 1,1 0-1,-1 0 0,0-1 1,0 1-1,-1-1 0,1 0 1,-1 1-1,1-1 0,0-6 1,2-9 195,-1-1 1,0 1-1,-1-1 1,-2-28-1,0 43-198,0-2 10,-1 0 0,0 0 0,0 0-1,0 0 1,-1 0 0,0 0 0,0 0 0,-1 1 0,0-1-1,0 1 1,-1 0 0,1 0 0,-1 0 0,0 0-1,-1 0 1,0 1 0,-6-5 0,5 4-35,-1 0 0,0 1 1,-1 0-1,1 1 0,-1-1 0,0 2 0,0-1 1,0 1-1,0 0 0,-1 1 0,1-1 0,-1 2 1,-15-2-1,12 2-83,0 1 1,0 0 0,0 1-1,-14 3 1,19-2-114,1 0-1,-1 0 0,1 0 1,0 1-1,0 0 1,0 0-1,0 1 1,1 0-1,-6 4 0,-33 34-2998,7 3-2546</inkml:trace>
</inkml:ink>
</file>

<file path=ppt/ink/ink1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11:41.6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455 95 9124,'0'0'4781,"-27"-16"-2751,-90-46-685,111 59-1247,0 0 1,0 1 0,0 0-1,0 0 1,0 1-1,0 0 1,-1 0-1,1 0 1,0 1-1,-1 0 1,1 0 0,0 0-1,-9 2 1,11-1-40,0 1 1,0-1 0,0 1-1,1 0 1,-1 0 0,0 0-1,1 1 1,-1-1 0,1 1-1,0 0 1,-1 0 0,2 0-1,-1 0 1,0 0 0,-2 5-1,0 1-12,0 0 1,1 0-1,0 1 0,1 0 0,0 0 0,0 0 1,1 0-1,1 0 0,-1 1 0,2-1 1,-1 0-1,3 16 0,-2-22-45,1 1 0,0-1 0,0 1 0,0-1 0,1 1 0,-1-1 0,1 0 0,0 1 0,0-1 0,1 0 0,-1 0 0,1-1 0,0 1 0,0-1 0,0 1 0,1-1 0,-1 0 0,1 0 0,0 0 0,0-1 0,0 1 0,0-1 0,0 0 0,6 2 0,3 1-15,0-1 1,1-1-1,-1 0 1,1 0-1,0-2 1,26 1 0,-37-2 17,0-1 1,-1 1 0,1 0-1,0-1 1,-1 0 0,1 0 0,-1 0-1,1 0 1,-1 0 0,1 0-1,-1 0 1,0-1 0,0 1 0,0-1-1,1 0 1,-2 0 0,1 0-1,0 0 1,0 0 0,-1 0 0,1 0-1,-1 0 1,1-1 0,-1 1-1,0 0 1,0-1 0,1-3 0,1-3 425,0-1 0,-1 0 0,0 0 0,-1 0 0,0 0 0,0-13 0,10 43 140,25 100 116,21 126 0,-30-122-380,-16-75-219,-1 0 1,-3 1-1,-2 0 1,-2 79 0,-3-124-82,-1-1 1,1 1 0,-1-1 0,0 1-1,0-1 1,-1 0 0,1 1 0,-1-1 0,0 0-1,0 0 1,-1 0 0,1 0 0,-1-1 0,1 1-1,-1-1 1,0 1 0,-1-1 0,1 0-1,-1 0 1,1-1 0,-1 1 0,0-1 0,0 1-1,0-1 1,-5 2 0,-6 1 27,0-1 1,0-1-1,0 0 1,0 0-1,-1-2 1,-18 0-1,9 0 5,-1-1-1,1-2 1,0 0-1,0-2 1,0-1 0,-25-8-1,40 10-28,1 0 1,0-1-1,0 0 1,0-1-1,1 1 1,-1-2-1,1 1 0,1-1 1,-1-1-1,1 1 1,0-1-1,0-1 0,1 1 1,0-1-1,0 0 1,1-1-1,0 1 1,-7-16-1,9 14-18,-1-1 1,2 0-1,-1 1 0,1-1 0,1 0 1,0 0-1,0-1 0,1 1 1,1 0-1,0 0 0,0 0 0,1 0 1,1 0-1,0 1 0,0-1 1,1 1-1,0 0 0,1-1 0,0 2 1,1-1-1,0 1 0,0 0 1,1 0-1,0 0 0,0 1 0,13-10 1,1 1-278,1 0 0,1 1 0,1 2 0,0 0 0,1 1 1,1 2-1,-1 1 0,2 0 0,37-7 0,-18 8-2001,65-6 1,47 9-7175,-88 6 172</inkml:trace>
</inkml:ink>
</file>

<file path=ppt/ink/ink1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11:41.9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0 8308,'0'0'12261,"-1"18"-11951,1 20 95,1 0 1,12 69-1,4-18 134,-3-6-452,3 0-1,42 116 0,-58-196-292,18 37-1508,-5-24-1332,-13-16 2783,-1 1-1,1-1 1,-1 0 0,1 1 0,-1-1 0,1 0 0,0 0 0,-1 1 0,1-1 0,0 0 0,-1 0-1,1 0 1,-1 0 0,1 0 0,0 0 0,-1 0 0,1 0 0,0 0 0,-1 0 0,1-1 0,-1 1-1,1 0 1,0 0 0,0-1 0,8-9-5884</inkml:trace>
</inkml:ink>
</file>

<file path=ppt/ink/ink1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11:42.3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189 0 6003,'0'0'11765,"1"19"-10522,-1-11-1097,2 2-2,-2 1 0,0-1-1,0 1 1,-1-1 0,0 1-1,-1-1 1,0 0 0,0 0 0,-1 0-1,-1 0 1,0 0 0,-5 10 0,-3-3 102,0 0 0,0 0 0,-20 18 0,24-27-78,0 0 1,0-1-1,-1 0 1,0-1-1,-1 0 0,1 0 1,-20 7-1,29-13-139,-1 0 1,1 1-1,0-1 0,-1 0 0,1 0 0,0 0 0,0 1 0,-1-1 0,1 0 0,0 1 0,-1-1 1,1 0-1,0 0 0,0 1 0,0-1 0,0 0 0,-1 1 0,1-1 0,0 0 0,0 1 0,0-1 0,0 0 1,0 1-1,0-1 0,0 1 0,0-1 0,0 0 0,0 1 0,0-1 0,0 0 0,0 1 0,0-1 1,0 1-1,0-1 0,0 0 0,0 1 0,1-1 0,-1 0 0,0 1 0,0-1 0,0 0 0,1 0 1,-1 1-1,0-1 0,0 0 0,1 1 0,-1-1 0,0 0 0,1 0 0,-1 0 0,0 1 0,1-1 1,17 15-119,17 3 184,0-1 0,68 22 0,-59-24-1167,69 35 0,-72-26-719,-23-13-177,0-1-1,1-1 0,22 9 0,-1-9-4706</inkml:trace>
</inkml:ink>
</file>

<file path=ppt/ink/ink1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11:42.7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139 37 8580,'0'0'4082,"161"-36"-1169,-95 36-464,1 33-1056,-8 23-225,-11 16-271,-16 12 47,-13 10-95,-19 14-273,0 5-256,-40 0-144,-11-9-144,-18-8-32,-14 0-1264,-19-7-1458,-13-7-2800,-16-19-6180</inkml:trace>
</inkml:ink>
</file>

<file path=ppt/ink/ink1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11:43.4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111 802 1969,'0'0'11813,"-17"-8"-10097,-55-25 21,51 21 667,21 12-2370,0 0-1,0-1 0,0 1 0,0 0 0,-1 0 0,1 0 0,0 0 0,0 0 1,0 0-1,1-1 0,-1 1 0,0 0 0,0 0 0,0 0 0,0 0 1,0 0-1,0-1 0,0 1 0,0 0 0,0 0 0,0 0 0,0 0 1,0 0-1,0 0 0,0 0 0,0-1 0,1 1 0,-1 0 0,0 0 0,0 0 1,0 0-1,0 0 0,0 0 0,0 0 0,1 0 0,-1 0 0,0 0 1,0 0-1,0 0 0,0 0 0,0 0 0,0 0 0,1 0 0,-1 0 1,0 0-1,3-1-105,30-10 702,213-37 114,-2 9-218,88-11 50,78-5 56,793-90 803,-41 5-743,-840 95-551,-91 7-15,-195 31-111,66-14 4,-87 17 5,0 0-1,-1-2 0,28-13 1,-40 18 5,0 0-1,0 0 1,0 0 0,0 0 0,0-1 0,-1 1 0,1 0 0,-1-1 0,1 1 0,-1-1 0,1 0 0,-1 0 0,0 1 0,0-1-1,0 0 1,0 0 0,0 0 0,1-3 0,-2 3 6,0 1 0,0-1 0,0 0 0,0 0 0,-1 1 0,1-1 0,0 0 0,-1 1 0,1-1 0,-1 0 1,0 1-1,1-1 0,-1 1 0,0-1 0,0 1 0,0-1 0,-2-1 0,-3-4 62,-1 0 0,0 1 0,-1 0 0,1 0 0,-15-7 0,22 13-99,-5-4-111,5 11-419,0-6 502,0 12-1768,0-11 1562,0-1 0,0 1 0,0-1 0,-1 1 0,1 0 0,-1-1 0,1 1 0,-1-1 0,0 1 0,1-1 0,-1 0-1,0 1 1,0-1 0,0 0 0,0 1 0,0-1 0,0 0 0,0 0 0,-1 0 0,-1 2 0,0-1-535,-1 0-1,1-1 1,-1 1 0,1 0-1,-1-1 1,0 0 0,-6 1-1,-34 1-10795</inkml:trace>
</inkml:ink>
</file>

<file path=ppt/ink/ink1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11:51.1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8996,'0'0'8807,"3"15"-8535,42 235 1630,-21 17-1147,-15-159-744,-9-95-279,1-1 133,0 0 0,1-1 0,3 17 0,-4-25-252,0-1 1,0 0 0,0 1 0,0-1 0,1 1-1,-1-1 1,1 0 0,2 3 0,-3-4-102,0 0 0,1 0 0,-1 0 0,0 0 0,0 0 0,0-1 0,1 1 0,-1 0 0,0-1 0,1 1 0,-1-1 0,1 0 0,-1 1 1,0-1-1,1 0 0,2 0 0,14 0-6908</inkml:trace>
</inkml:ink>
</file>

<file path=ppt/ink/ink1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11:51.4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167 1 10005,'0'0'8985,"-4"14"-8670,-7 24 257,-1-2-1,-33 67 1,37-88-411,0 2 179,-1-1 0,-1 1-1,-1-2 1,0 1-1,-26 27 828,44-43-1047,287 27-1559,-161-10-1191,-24-7-1465,-8-7-2351</inkml:trace>
</inkml:ink>
</file>

<file path=ppt/ink/ink1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11:51.8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22 12102,'0'0'7683,"64"-22"-7635,-10 22-48,2 0-208,-3 0-2081,-10 0-2097,-16 15-2225</inkml:trace>
  <inkml:trace contextRef="#ctx0" brushRef="#br0" timeOffset="1">180 205 8900,'0'0'11637,"-5"0"-11573,45 0 129,16 0-193,8 0-545,3 0-2320,-8-10-2578,-6-19-4529</inkml:trace>
</inkml:ink>
</file>

<file path=ppt/ink/ink1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11:52.2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67 5122,'0'0'16248,"-6"-14"-15248,3 6-883,-14-30 91,17 37-204,-1 1-1,1 0 1,0 0-1,0-1 1,0 1-1,0 0 0,0-1 1,0 1-1,-1 0 1,1 0-1,0-1 1,0 1-1,0 0 0,-1 0 1,1-1-1,0 1 1,0 0-1,-1 0 1,1 0-1,0 0 0,-1 0 1,1-1-1,0 1 1,0 0-1,-1 0 1,1 0-1,0 0 0,-1 0 1,1 0-1,0 0 1,-1 0-1,0 1 11,1 0-1,-1 0 1,1 0 0,0 1 0,-1-1-1,1 0 1,0 0 0,0 0 0,0 1-1,-1-1 1,1 0 0,0 0-1,1 2 1,-2 108 887,1 94 452,3-146-2983,14 85 0,-17-140 1130,1 0 0,0-1 0,0 1-1,0 0 1,0 0 0,0-1 0,1 1 0,0-1-1,-1 1 1,1-1 0,1 0 0,-1 0-1,4 5 1,12 1-5396</inkml:trace>
</inkml:ink>
</file>

<file path=ppt/ink/ink1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11:52.5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 82 9156,'0'0'10757,"-18"22"-10143,18-22-614,-23 28 235,-22 33-1,44-59-219,0-1 1,0 1-1,0-1 0,0 1 0,0-1 1,1 1-1,-1-1 0,1 1 0,-1 0 0,1-1 1,-1 1-1,1 0 0,0-1 0,0 1 0,0 0 1,0-1-1,0 1 0,0 0 0,1-1 1,-1 1-1,0 0 0,1-1 0,-1 1 0,1 0 1,1 2-1,0-2 11,0 1 1,1-1 0,-1 0-1,0 0 1,1 0-1,-1-1 1,1 1-1,0-1 1,4 2 0,-1 1 26,6 1-4,1 0 0,0 0 0,0-1 0,0-1 0,1 0 0,-1-1 0,0-1 0,1 0-1,0 0 1,-1-1 0,24-4 0,-36 4-42,0 0-1,0-1 0,0 1 1,0 0-1,0-1 0,0 1 1,0-1-1,0 0 1,0 1-1,0-1 0,0 0 1,0 1-1,0-1 1,-1 0-1,1 0 0,0 0 1,0 1-1,-1-1 0,1 0 1,-1 0-1,1 0 1,-1 0-1,1 0 0,-1 0 1,0-1-1,1-1 0,1-32 161,-2 25-108,0 2-35,0 0 0,-1 0 0,0 0 0,-1 0 0,1 1 0,-1-1 0,-1 0 0,1 1 0,-5-9 0,1 7-8,0-1 0,0 1 0,-1 0 0,0 0 0,-17-14 0,13 12 6,-1 1 0,-21-14 1,28 21-95,0 1 0,0-1-1,0 1 1,0 0 0,0 0 0,-1 0 0,1 1 0,0 0 0,-1 0 0,-9 0 0,13 1-98,0 0 0,-1 1 0,1-1-1,0 1 1,-1 0 0,1 0 0,0 0 0,0 0-1,0 0 1,0 0 0,0 1 0,0-1 0,0 1-1,0-1 1,0 1 0,1 0 0,-1 0 0,1-1 0,-1 1-1,1 0 1,0 1 0,-1-1 0,1 0 0,0 0-1,1 0 1,-1 1 0,0-1 0,1 0 0,-1 4-1,-1 2-1012,0 1-1,1 0 0,0 0 0,0 0 0,1 0 0,2 17 0,9 16-5504</inkml:trace>
</inkml:ink>
</file>

<file path=ppt/ink/ink1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11:52.9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399 179 8260,'0'0'2009,"-1"-25"941,1 3-2121,-1 0 0,-7-37 0,7 56-739,1 1-1,-1-1 1,0 1 0,0 0 0,-1-1-1,1 1 1,0 0 0,-1 0 0,1 0-1,-1 0 1,1 0 0,-1 0 0,0 1-1,0-1 1,0 0 0,0 1 0,0 0-1,0-1 1,-1 1 0,1 0 0,-3-1-1,-2 0 109,0 1 0,0-1 0,0 1 0,0 1 0,-10-1 0,5 1 4,-4-1 16,1 1-1,-1 0 1,0 1-1,-25 6 1,32-5-125,1 0 1,0 1 0,0 0 0,0 1 0,0 0 0,1 0 0,-1 1 0,1-1 0,0 2 0,-7 6 0,5-3-44,0 1 0,1 0 0,0 0 0,0 1 0,1 0 0,1 0 0,0 1 0,1 0 0,0 0 0,0 0-1,2 1 1,-1-1 0,2 1 0,-1 0 0,2 0 0,0 0 0,0 15 0,1-23-49,0 0 0,1 0 0,-1-1 0,1 1 1,0 0-1,0 0 0,0 0 0,1-1 0,-1 1 0,6 8 0,-5-10-4,0 0 0,0-1 0,1 1 0,-1-1 0,1 1 0,-1-1-1,1 0 1,0 0 0,0 0 0,0 0 0,0-1 0,0 1 0,0-1 0,1 0 0,5 2 0,1-1 4,-1 0-1,1-1 1,0 0 0,-1 0 0,1-1 0,0 0 0,-1-1-1,1 0 1,-1-1 0,1 0 0,-1 0 0,0-1 0,1 0 0,-1-1-1,-1 0 1,1 0 0,-1-1 0,15-10 0,-3-1 226,-2-1 1,0 0 0,0-2-1,-2 0 1,22-33 0,-32 46 482,-6 6-703,0 1 0,0-1 0,1 0 0,-1 0 0,0 1 0,1-1 0,-1 0 0,0 1 0,0-1 0,0 0 0,1 1 0,-1-1 0,0 0 0,0 1 0,0-1 0,0 0 0,0 1 0,0-1 0,0 1 0,0-1 0,0 0-1,0 1 1,0-1 0,0 0 0,0 1 0,0-1 0,0 1 0,0-1 0,5 446 594,-7-257-169,2-4-40,0-184-383,0 1 0,1-1 0,-1 1 0,0-1-1,-1 1 1,1-1 0,0 0 0,0 1 0,-1-1 0,1 1 0,0-1 0,-1 1 0,0-1 0,1 0 0,-1 1 0,0-1 0,0 0 0,1 0-1,-1 0 1,0 1 0,0-1 0,0 0 0,-3 1 0,1-1 28,0 1 0,-1-1 0,1-1 0,-1 1 0,0-1 0,1 1 0,-1-1 0,-6 0 0,5 0-7,1-1 1,0 1 0,-1-1-1,1 1 1,-1-1 0,1-1-1,0 1 1,0 0-1,0-1 1,-1 0 0,2 0-1,-1 0 1,0-1 0,0 1-1,1-1 1,-5-4-1,3 2-12,0-1 0,1 0-1,-1-1 1,1 1 0,0-1-1,1 1 1,0-1 0,0 0-1,-2-8 1,0-2-49,1-1-1,1-1 1,0 1-1,2 0 1,0-1-1,1 1 1,3-25-1,-1 30-150,1 1-1,0 0 1,1 0-1,0 0 1,1 1-1,0-1 1,1 1-1,1 0 1,-1 1-1,2 0 1,-1 0-1,1 0 1,1 1-1,0 0 1,0 1-1,13-9 1,16-10-2065,1 2-1,1 2 1,44-19 0,6-1-6391</inkml:trace>
</inkml:ink>
</file>

<file path=ppt/ink/ink1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11:53.2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12694,'0'0'8692,"22"23"-7983,2 0-476,-2 2-1,22 31 0,-40-48-160,0 0 0,0 1 0,-1-1 0,0 1 0,0 0 0,-1 0 0,0 0 0,-1 0 0,0 0 0,0 0 0,-1 0-1,0 0 1,-2 15 0,0 8 119,2-29-175,1 24 179,-7 44 0,5-64-172,0 1-1,-1-1 1,0 0 0,0 0 0,-1 0-1,0 0 1,0-1 0,0 1-1,-1-1 1,-8 11 0,12-17-14,0 1 0,-1-1 1,1 0-1,0 1 0,0-1 1,0 0-1,-1 0 0,1 1 0,0-1 1,0 0-1,-1 0 0,1 1 0,0-1 1,-1 0-1,1 0 0,0 1 0,-1-1 1,1 0-1,0 0 0,-1 0 0,1 0 1,-1 0-1,1 0 0,0 0 1,-1 0-1,1 0 0,0 0 0,-1 0 1,1 0-1,-1 0 0,1 0 0,0 0 1,-1 0-1,0 0 0,1-1 17,-1 0 0,1 0 0,-1 0-1,1 0 1,-1 0 0,1 0 0,0 0 0,-1 0-1,1 0 1,0 0 0,0 0 0,0 0 0,-1-2 0,0-14 36,0 0 0,1 0 0,1 0 0,5-33-1,-4 40-63,1 0 0,0 1-1,0-1 1,1 1-1,0 0 1,1 0-1,0 0 1,0 1-1,1-1 1,7-7-1,0 2-4,1 0-1,1 0 0,0 2 0,1 0 0,23-13 0,-28 18-1,1 1 1,0 1-1,0 0 0,1 0 1,0 1-1,-1 1 0,1 0 1,24-1-1,-33 3-11,0 1 0,-1 0-1,1 1 1,0-1 0,-1 1 0,1-1 0,0 1 0,-1 0-1,1 1 1,-1-1 0,1 0 0,-1 1 0,0 0 0,0 0-1,0 0 1,0 0 0,0 0 0,0 1 0,0-1 0,-1 1-1,1 0 1,-1 0 0,0 0 0,0 0 0,0 0-1,0 0 1,0 1 0,-1-1 0,0 1 0,2 4 0,2 11-357,-1 0 1,-1 0-1,0 1 1,-1 31 0,-1-46 284,0 41-1631,-7 76-1,3-98 728,-1-1 0,-1 0-1,-2 0 1,0-1-1,-11 25 1,-31 46-5938</inkml:trace>
</inkml:ink>
</file>

<file path=ppt/ink/ink1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11:53.6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9925,'0'0'9884,"15"3"-9486,-5-1-346,-5-1-35,0 0 0,0 0-1,0 1 1,0-1-1,0 1 1,7 4-1,-10-5-2,0 1-1,-1-1 0,1 1 1,0-1-1,-1 1 0,1-1 0,-1 1 1,0 0-1,1 0 0,-1 0 1,0 0-1,0 0 0,0 0 1,0 0-1,-1 0 0,1 0 1,-1 0-1,1 0 0,-1 1 1,0-1-1,1 0 0,-1 4 0,0 21 514,-1-1 0,-1 1 0,-11 48 0,13-74-451,-1 0 1,1 0-1,0 1 0,-1-1 1,1 0-1,0 0 1,0 0-1,0 0 0,-1 0 1,1 0-1,0 0 0,0 1 1,1-1-1,-1 0 0,0 0 1,1 2-1,0-2 56,1-1 0,-1 1 0,1-1 0,-1 1 0,1-1 0,-1 0 0,1 0 0,-1 1 0,1-1 0,-1 0 0,1-1 0,2 1 0,-3 0-137,25-2 580,1-1 0,-1-1-1,52-15 1,3-2-2388,-39 15-2492,0 3-3286</inkml:trace>
</inkml:ink>
</file>

<file path=ppt/ink/ink1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11:58.4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257 39 7235,'0'0'1919,"-29"7"-332,-5 1-740,-52 20 0,81-26-748,0 1 0,0 0 1,0 0-1,0 1 0,0 0 0,1-1 1,-1 2-1,1-1 0,0 0 0,0 1 0,1 0 1,-1-1-1,1 2 0,0-1 0,1 0 1,-1 0-1,1 1 0,0 0 0,0-1 0,-1 10 1,-1-2 81,-3 15 53,0 0-1,2 1 0,2 0 1,0 0-1,2 30 1,1-50-218,0 0 1,1 0-1,0 0 1,1 0-1,-1-1 1,2 1-1,3 10 1,-3-13-11,-1-1 0,1 1 1,1-1-1,-1 0 0,1 0 1,0-1-1,0 1 0,0-1 1,1 0-1,-1 0 0,9 6 1,-2-4 87,0 1 1,1-2-1,0 1 1,-1-2 0,2 1-1,-1-2 1,19 4-1,-2-3 221,0-1-1,34-1 0,-54-2-191,-1 0 0,1-1 0,-1 0 0,1 0-1,-1-1 1,0 0 0,1 0 0,-1-1 0,8-4 0,-10 3-21,0 1 1,-1-1 0,1 0 0,-1-1 0,0 1 0,0-1-1,0 0 1,-1 0 0,1-1 0,-1 1 0,5-12 0,-3 6 63,-2 0 1,1-1 0,-1 1 0,-1-1-1,0 0 1,-1 0 0,1-21-1,-1 10 10,-2-1-1,-1 1 1,-5-27-1,3 36-155,0 1-1,-1 0 1,0 1-1,-1-1 1,-1 1-1,0 0 0,-1 0 1,0 0-1,0 1 1,-2 0-1,1 1 1,-1 0-1,-1 0 1,1 1-1,-14-9 1,10 8-36,-1 0 1,0 1 0,0 1 0,-1 1 0,0 0 0,0 1 0,0 0 0,-1 1-1,0 1 1,0 0 0,0 2 0,-18-2 0,32 4-54,1 0 0,-1-1 1,1 1-1,-1 0 0,1 0 0,-1 0 0,1 1 1,-1-1-1,1 0 0,-1 0 0,1 1 1,-1-1-1,1 1 0,-1-1 0,1 1 0,0 0 1,-1 0-1,1-1 0,0 1 0,0 0 0,-2 2 1,2-1-150,0 0 0,1 0 0,-1 1-1,0-1 1,1 1 0,0-1 0,-1 1 0,1-1 0,0 0 0,0 1 0,1 3 0,-1-2-177,0 0 0,1 0 0,0-1-1,-1 1 1,1 0 0,0 0 0,1 0-1,-1-1 1,1 1 0,0-1 0,0 1 0,0-1-1,0 0 1,0 0 0,1 0 0,-1 0 0,1 0-1,0 0 1,0-1 0,0 1 0,6 3-1,44 24-7591</inkml:trace>
</inkml:ink>
</file>

<file path=ppt/ink/ink1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11:58.7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305 1 6035,'0'0'9922,"-16"13"-9469,-2 3-323,0 1 0,1 1 0,1 0 0,1 1 0,1 0 0,-20 36 0,-62 156 620,83-175-631,1 0 0,2 0 0,2 1 0,-4 44 0,9-46-57,1 0 1,3 38 0,0-62-46,0 0-1,1 0 1,0-1-1,1 1 1,0 0 0,1-1-1,0 0 1,1 0-1,0 0 1,10 15-1,-5-13 0,0 0 0,0-1 0,1 0 0,1-1 0,-1 0 0,2-1 0,25 15 0,-17-14 34,0 0 1,0-2 0,1 0 0,39 8-1,-14-9-711,0-1-1,0-2 1,1-3-1,69-6 1,-106 4-137,1 0 0,-1-1 1,0-1-1,21-6 0,-21 4-747,0-1-1,-1 0 1,16-12 0</inkml:trace>
</inkml:ink>
</file>

<file path=ppt/ink/ink1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11:59.1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349 23 9044,'0'0'3802,"-27"-4"-1743,-90-13-711,110 17-1252,0-1 0,0 1 1,1 0-1,-1 0 0,0 1 1,0 0-1,0 0 0,1 1 1,-1 0-1,1 0 0,-1 0 1,1 1-1,-7 4 0,5-2 49,0 1 0,1 0 0,0 1 0,0 0 0,1 0 1,-9 12-1,9-11-85,0 1 1,1-1 0,0 1 0,1-1 0,0 1 0,1 1-1,-1-1 1,2 0 0,-1 1 0,1 0 0,1-1 0,0 1-1,0 10 1,1-14-46,0 0 0,1 1 0,0-1-1,0 0 1,0 0 0,1 0 0,-1-1-1,2 1 1,-1 0 0,0-1 0,1 1-1,0-1 1,1 0 0,-1 0 0,1 0-1,0 0 1,0-1 0,0 1 0,1-1 0,-1 0-1,10 5 1,1 0-36,0-2 1,1 0-1,0 0 0,1-2 1,-1 0-1,1-1 0,26 3 1,8-1-2511,62-3 1,-106-3 1721,0 0 0,-1-1 0,1 1 0,0-1 1,10-3-1,-12 2-214,1-1 1,0 0-1,-1 0 0,1-1 1,6-6-1,-11 9 823</inkml:trace>
</inkml:ink>
</file>

<file path=ppt/ink/ink1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11:59.5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77 3185,'0'0'15834,"-7"-15"-14721,-20-43-475,27 58-635,0 0 0,0 0 0,0-1 0,0 1 1,0 0-1,0 0 0,0 0 0,0 0 1,0 0-1,-1-1 0,1 1 0,0 0 1,0 0-1,0 0 0,0 0 0,0 0 1,0 0-1,0 0 0,0-1 0,0 1 1,0 0-1,-1 0 0,1 0 0,0 0 1,0 0-1,0 0 0,0 0 0,0 0 1,0 0-1,-1 0 0,1 0 0,0 0 1,0 0-1,0 0 0,0 0 0,0 0 0,0 0 1,-1 0-1,1 0 0,0 0 0,0 0 1,0 0-1,0 0 0,0 0 0,-1 0 1,1 0-1,0 0 0,0 0 0,0 0 1,0 0-1,0 0 0,-1 0 0,-1 11 75,1 22 51,1-30-81,-1 50 454,0 1-55,2 0 0,16 102 1,-11-125-537,16 67-479,-17-83-744,0-1 1,8 16-1,-12-28 890,-1-1 0,1 1 0,0-1 0,0 1-1,0-1 1,0 0 0,0 0 0,0 1 0,1-1 0,-1 0-1,1 1 1,14 1-7822</inkml:trace>
  <inkml:trace contextRef="#ctx0" brushRef="#br0" timeOffset="1">355 236 896,'0'0'11387,"-25"9"-9565,-6 2-720,-39 20 0,68-30-1029,-1 0-1,1 1 1,-1-1 0,1 1 0,0 0-1,-1 0 1,1 0 0,0 0 0,0 0 0,0 0-1,1 1 1,-1-1 0,1 1 0,-1-1-1,1 1 1,0-1 0,-1 1 0,2 0-1,-1 0 1,0 0 0,0-1 0,1 1 0,0 0-1,-1 0 1,1 0 0,0 0 0,0 0-1,1 4 1,0 3 135,-2-1-51,2-1 1,-1 0-1,1 0 0,0 0 0,5 15 1,-5-19-113,1 0 0,0 0 0,0-1 0,0 1 0,1-1 0,-1 1 0,1-1 0,0 0 0,0 0 0,0 0 0,0 0 0,7 4 0,5 2 6,-1-2 1,1 0-1,0-1 1,1 0-1,-1-1 1,1-1-1,0-1 1,0 0-1,1-1 0,-1 0 1,0-2-1,1 0 1,29-4-1,-44 4-42,0 0-1,1-1 1,-1 1-1,0-1 1,0 0-1,0 0 1,0 0-1,-1 0 1,1 0-1,0 0 1,0 0-1,-1-1 1,1 1-1,0-1 1,-1 1-1,0-1 1,3-3-1,-2 2 14,0-1-1,0-1 0,0 1 1,0 0-1,-1 0 1,0-1-1,0 1 0,1-5 1,0-9 93,-2 0 0,0 0 1,-3-23-1,3 34-68,-2-5-31,-1 1-1,0-1 1,0 1-1,-1-1 1,-1 1 0,0 1-1,0-1 1,-1 0 0,0 1-1,-1 1 1,0-1-1,-1 1 1,-11-12 0,17 19-85,0 0 0,0 0 0,0 1 0,-1-1 0,1 0 0,0 1 0,-1-1 0,1 1 0,-1 0-1,1-1 1,-1 1 0,1 1 0,-1-1 0,0 0 0,0 1 0,-5-1 0,6 1-147,0 0-1,0 1 0,-1-1 1,1 1-1,0-1 1,0 1-1,0 0 0,0 0 1,0 0-1,0 0 0,0 0 1,0 1-1,0-1 1,0 0-1,0 1 0,1-1 1,-1 1-1,1 0 0,-1 0 1,-1 3-1,-18 36-4110,7 6-833</inkml:trace>
</inkml:ink>
</file>

<file path=ppt/ink/ink1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11:59.8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260 200 9044,'0'0'2463,"5"-24"698,13-77-389,-18 97-2524,1-1-1,-1 1 1,1-1-1,-1 1 1,-1 0-1,1-1 1,-2-8 0,1 12-156,1-1 0,-1 1 1,0-1-1,1 1 0,-1-1 1,0 1-1,0 0 0,0-1 1,0 1-1,0 0 0,0-1 1,0 1-1,0 0 0,-3-2 1,0 2 51,-1-1 0,1 1-1,0-1 1,0 1 0,-1 0 0,1 1 0,-1-1 0,1 1 0,0 0 0,-8 1 0,2-1 35,7 0-160,0 0 0,0 0 0,0 1 0,0 0 0,-1-1 0,1 1 0,0 0 0,0 1 0,0-1 0,1 0-1,-1 1 1,0 0 0,0-1 0,1 1 0,-1 0 0,1 0 0,0 1 0,-1-1 0,1 0 0,0 1 0,0 0 0,1-1 0,-1 1 0,1 0 0,-1 0 0,1 0 0,-2 4 0,1 0 1,0 0 0,0 0 0,1 1 0,0-1 0,0 1 0,1-1 0,0 1 0,0 0 0,0-1 0,1 1 0,2 7 0,-2-12-21,0 0 0,0 0 1,1 0-1,-1 0 0,1 0 0,-1 0 1,1-1-1,0 1 0,0-1 1,0 1-1,0-1 0,4 3 1,34 22-17,-33-22 15,1 0 0,0 0 0,-1 1 1,8 6-1,-10-5 3,0-1 0,-1 1-1,0-1 1,0 1 0,0 1 0,-1-1 0,0 0-1,0 1 1,-1-1 0,2 11 0,1 12 20,2 43 0,-1-7 40,2-22-15,-4-26 53,-1 0 1,0 0-1,-1 1 0,-1-1 1,-1 0-1,-4 33 1,4-50-83,-1 1 1,1-1-1,-1 1 0,1-1 1,-1 1-1,0-1 1,0 0-1,0 1 0,0-1 1,1 0-1,-2 0 1,1 0-1,0 1 0,0-1 1,0 0-1,0 0 1,-1-1-1,1 1 1,-2 1-1,-30 8 143,29-9-137,-27 4 103,-1-2 1,-61-1-1,73-2-116,15 0 1,1 0-1,-1 0 0,1 0 1,0-1-1,-1 1 1,1-1-1,0-1 1,0 1-1,-8-4 1,10 4-8,0 0 1,0-1 0,0 1-1,1-1 1,-1 0 0,1 0 0,-1 1-1,1-1 1,-1 0 0,1 0-1,0 0 1,0-1 0,0 1 0,0 0-1,0 0 1,0-1 0,1 1-1,-1 0 1,1-3 0,-1 1-57,0-1 0,1 1 0,-1-1 0,1 1 0,0-1 0,1 1 0,-1 0-1,1-1 1,0 1 0,0-1 0,0 1 0,0 0 0,1 0 0,0 0 0,0 0 0,0 0 0,0 0 0,6-6 0,-2 3-219,2 0 1,-1 0-1,1 1 1,0 0-1,1 1 1,-1 0-1,17-7 1,16-6-2022,48-12 0,-59 21 695,56-20-4210</inkml:trace>
</inkml:ink>
</file>

<file path=ppt/ink/ink1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12:00.2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 8436,'0'0'12438,"-6"50"-12278,6 18 768,0 9-48,0 0-399,3 0-449,5-5 16,0-5-48,3-4-993,2-13-1056,9-11-1184,4-25-2162,12-14-2000</inkml:trace>
</inkml:ink>
</file>

<file path=ppt/ink/ink1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12:00.6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38 114 8612,'0'0'10117,"-7"15"-9277,-2 3-532,-9 27 0,17-43-281,0 0 0,1 0 0,-1 1 0,1-1 0,0 0 0,0 0-1,0 0 1,0 0 0,0 1 0,0-1 0,1 0 0,-1 0 0,1 0 0,-1 0-1,1 0 1,0 0 0,0 0 0,0 0 0,0 0 0,0 0 0,0 0 0,1-1-1,-1 1 1,0 0 0,1-1 0,0 1 0,2 2 0,3 0 21,0 0 1,0 0-1,0-1 1,0 0-1,12 4 0,-14-6-29,9 3 48,0-1-1,1-1 1,-1 0 0,1-1 0,-1-1-1,19-1 1,-31 1-50,1 0 0,-1 0-1,0-1 1,1 1 0,-1-1 0,1 0-1,-1 0 1,0 0 0,1 0 0,-1 0 0,0 0-1,0 0 1,0-1 0,0 1 0,0-1-1,0 1 1,0-1 0,-1 0 0,1 0 0,-1 0-1,1 0 1,-1 0 0,0 0 0,1 0-1,-1 0 1,0-1 0,-1 1 0,1 0 0,0-1-1,0-2 1,1-8 125,0-1 1,-1 1-1,0 0 0,-2-20 1,0 21-78,1 5-43,-1 0 0,0 0 0,0 0 0,-1 0 0,0 0 0,0 0 0,0 1 0,-1-1 0,0 1 0,-1 0 0,1 0 0,-1 0 0,0 0 0,-8-8 0,9 11-115,0 0-1,-1 0 0,1 0 1,-1 0-1,0 0 0,0 1 0,0 0 1,0 0-1,-1 0 0,1 0 1,0 0-1,-1 1 0,1 0 0,-1 0 1,1 0-1,-1 1 0,0-1 1,1 1-1,-1 0 0,0 1 0,1-1 1,-1 1-1,-5 1 0,7-1-258,-1 1 0,1 0 0,0 0 0,-1 0 0,1 0 0,0 0 0,0 1 0,0-1 0,1 1 0,-1 0 0,0-1 0,1 1 0,0 1 0,0-1 0,0 0 0,0 0 0,0 1 0,-1 4 0,-10 29-6032</inkml:trace>
</inkml:ink>
</file>

<file path=ppt/ink/ink1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12:00.9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180 16 11333,'0'0'9991,"-20"-4"-9644,1 0-297,-1 0 0,-24 0 0,43 4-47,-1 0 1,1 1 0,-1-1 0,0 0 0,1 0 0,-1 1-1,1-1 1,-1 1 0,1-1 0,0 1 0,-1 0-1,1-1 1,0 1 0,-1 0 0,1 0 0,0 0-1,0 0 1,0 0 0,-1 0 0,1 0 0,1 1 0,-1-1-1,0 0 1,0 0 0,0 1 0,1-1 0,-1 1-1,0-1 1,0 3 0,0 1-2,0 0-1,1 1 1,-1-1-1,1 0 1,1 11 0,-1-13-4,0-2 2,0 1 0,1-1 0,-1 0 0,1 1-1,-1-1 1,1 1 0,0-1 0,-1 0 0,1 1-1,0-1 1,0 0 0,0 0 0,0 0 0,0 0 0,0 0-1,0 0 1,1 0 0,-1 0 0,0 0 0,0 0-1,1 0 1,-1-1 0,0 1 0,1-1 0,-1 1-1,1-1 1,-1 1 0,1-1 0,2 0 0,7 2 6,0-1 1,0-1 0,13 0-1,-11 0-5,10 1 15,-15-1 49,-1 1 0,1-1-1,-1-1 1,1 1 0,11-3 0,-18 3-57,-1 0 1,0 0-1,1 0 0,-1 0 0,0 0 0,1 0 1,-1 0-1,0 0 0,1 0 0,-1 0 0,0 0 1,1 0-1,-1 1 0,0-1 0,1 0 0,-1 0 1,0 0-1,0 1 0,1-1 0,-1 0 0,0 0 1,0 1-1,1-1 0,-1 0 0,0 0 1,0 1-1,0-1 0,0 0 0,1 1 0,-1-1 1,0 0-1,0 1 0,0-1 0,0 0 0,0 1 1,0-1-1,0 0 0,0 1 0,0-1 0,19 76 557,15 116-1,-29-141-245,-2 0 0,-4 77 1,0-117-275,-1 1 1,0-1 0,-1 0 0,0 0-1,0 0 1,-1 0 0,-1 0-1,0-1 1,0 0 0,-1 0 0,0 0-1,-8 9 1,10-15-23,0 1 1,0 0-1,-1-1 0,0 0 1,0 0-1,0 0 1,0-1-1,-1 0 0,1 0 1,-1 0-1,0 0 0,0-1 1,0 0-1,0 0 1,0-1-1,0 0 0,0 0 1,-1 0-1,1-1 0,0 0 1,0 0-1,-1 0 0,-7-2 1,10 1-8,1 0 1,-1 0-1,1 0 1,-1-1-1,1 1 1,0-1-1,-1 0 0,1 0 1,0 0-1,0 0 1,0 0-1,0-1 1,1 1-1,-5-6 0,4 3-1,-1 0-1,1-1 0,-1 0 0,2 0 0,-1 0 0,1 0 1,-3-11-1,1-6-34,0 0 0,2-1 1,1-36-1,1 50-2,0-1-138,0 1 1,1-1 0,0 0 0,1 0 0,0 0-1,5-12 1,-4 16-63,0 0 0,0 1 0,1 0-1,0 0 1,0 0 0,0 0 0,1 0-1,-1 1 1,2 0 0,7-7 0,9-4-2498,2 0 1,36-19-1,3 2-5758</inkml:trace>
</inkml:ink>
</file>

<file path=ppt/ink/ink1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12:01.3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10917,'0'0'9148,"4"27"-8030,1 9-748,12 123 1082,-16-13-502,3-155-542,8-18-347,1 0 1,1 1-1,24-35 0,-29 49-70,0 1 1,1 0-1,0 0 0,1 1 0,0 0 0,0 1 0,1 0 0,26-14 1,-34 21 5,0 0 0,0 0 0,1 1 0,-1-1 0,1 1 0,-1 0 0,1 0 0,-1 1 0,7-1 0,-9 1-12,0 0 0,-1 0 0,1 1 0,0-1 0,0 1 0,-1-1 0,1 1 0,0 0 0,-1 0 0,1-1 0,0 1 0,-1 0 0,1 0 0,-1 1 0,0-1 0,1 0 0,-1 0 0,0 1 0,0-1 0,0 1 0,0-1 0,0 1 0,0-1 0,0 1 0,0 0 0,0 2 0,4 9-274,-2 0-1,0 0 1,0 0 0,-1 1 0,0 18 0,-4 75-2398,2-100 2469,-1 15-1198,-2 1 0,0-1-1,-1 0 1,-2 0 0,0 0 0,-11 25-1,-22 36-8123</inkml:trace>
</inkml:ink>
</file>

<file path=ppt/ink/ink1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12:01.6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11509,'0'0'6377,"17"23"-6231,52 76 214,-66-95-317,-1 0 0,1 0 0,-1 0 0,0 0 0,-1 1 0,1-1 0,-1 0 0,0 1 0,0-1 0,0 1 0,0-1 0,-1 1 0,0 7 0,-1-8 70,0 1 0,-1-1 0,1 0-1,-1 0 1,0 1 0,0-1 0,0 0-1,-5 6 1,-9 19 1210,15-27-1050,18-2-20,46 1-226,65-1-428,-114-1-640,1-1-1,0 0 1,-1-1-1,1 0 0,-1-1 1,18-8-1,5-11-6716</inkml:trace>
</inkml:ink>
</file>

<file path=ppt/ink/ink1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12:02.0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348 29 12246,'0'0'4834,"214"-29"-2993,-101 63-609,2 28-463,-14 20-81,-21 24 16,-34 29-352,-35 14-112,-14 7-15,-61 3-81,-33-10-144,-31-7-449,-24-7-975,-25-7-913,-18-18-1137,-16-18-2641</inkml:trace>
</inkml:ink>
</file>

<file path=ppt/ink/ink1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1T07:12:02.3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278 717 384,'0'0'4271,"-24"0"-1909,-156 0 2138,106 0 1250,219-8-4118,-92 2-1413,182-19 563,98-14-99,88-12-94,1531-211 2762,-1871 250-3191,358-51 534,-87 4-283,-100 11-246,-213 40-140,62-15 23,-87 19-5,0-1-1,0-1 1,-1 0-1,17-9 1,-28 13 4,0 1 0,0 0 0,-1 0-1,1-1 1,0 1 0,0-1 0,-1 1 0,1-1 0,-1 0 0,0 0 0,1 0 0,1-3 0,-3 3-9,1 1 1,-1 0-1,0 0 0,0 0 1,0 0-1,0 0 0,0 0 1,0-1-1,0 1 1,0 0-1,0 0 0,0 0 1,0 0-1,-1 0 0,1 0 1,0 0-1,-1-1 0,0 0 1,-1 0-29,0-1 0,0 1 0,0-1 0,0 1 0,0 0 0,-1 0 0,1 0-1,-1 0 1,1 1 0,-1-1 0,0 1 0,1-1 0,-1 1 0,-4-1 0,5 1-495,-10 13-6039,6-4 5103,3-5 418,-1 0 0,0 0-1,0-1 1,0 1 0,-8 3 0,-35 7-9778</inkml:trace>
</inkml:ink>
</file>

<file path=ppt/ink/ink1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4:57.2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 1777,'0'0'11045,"0"-9"-6278,0 12-4732,-1 115 967,20 153 0,-19-270-1101,0 0 1,1 0-1,-1 0 1,0 0-1,0 0 1,1 0-1,-1 0 1,1 0-1,-1 0 1,0 0-1,1 0 1,0 0-1,-1 0 1,1 0-1,0-1 1,-1 1-1,1 0 1,0 0-1,0-1 1,0 1-1,0 0 1,0-1-1,-1 1 1,1-1-1,0 1 1,0-1-1,0 0 1,1 1-1,-1-1 1,2 1-1,-1-1-381,0 0 0,0-1-1,1 1 1,-1 0 0,0 0-1,1-1 1,-1 0 0,0 1-1,0-1 1,0 0 0,0 0-1,0 0 1,3-2 0,17-16-5464</inkml:trace>
</inkml:ink>
</file>

<file path=ppt/ink/ink1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4:57.6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481 30 6787,'0'0'9260,"3"-8"-8657,-2 7-584,-1-1-1,1 1 1,0-1-1,-1 1 1,1-1-1,0 1 1,0-1-1,0 1 1,0 0-1,0-1 1,0 1-1,0 0 1,3-2-1,-4 3-14,0 0-1,1 0 0,-1 0 0,1 0 1,-1 0-1,1 0 0,-1 0 0,1 0 1,-1 0-1,0 0 0,1 0 0,-1 0 1,1 1-1,-1-1 0,1 0 0,-1 0 1,0 0-1,1 1 0,-1-1 1,0 0-1,1 0 0,-1 1 0,15 17 58,-2 3 98,0 0-1,-1 1 0,-1 0 1,-1 0-1,-1 2 0,-1-1 1,-1 1-1,-1 0 1,-1 0-1,3 43 0,-8-62-145,1 29 133,-3 40 0,1-63-86,-1 1-1,0-1 1,0 1 0,-2-1-1,1 1 1,-2-1-1,-6 12 1,-1-1 27,-2-1 0,-1-1 0,-1 0 0,0-2-1,-1 1 1,-1-2 0,-1 0 0,-26 17 0,13-12-74,-1-2 1,-1-1-1,-1-1 0,-59 20 0,69-29-327,-1-2-1,-34 5 1,45-10-875,-1 0-1,-25-2 1,40 0 1080,1 0 0,0 0 1,-1 0-1,1 0 0,0 0 0,0 0 1,-1 0-1,1 0 0,0 0 0,-1 0 1,1 0-1,0 0 0,-1 0 0,1 0 0,0 0 1,-1 0-1,1 0 0,0-1 0,-1 1 1,1 0-1,0 0 0,0 0 0,-1-1 1,1 1-1,0 0 0,0 0 0,0 0 0,-1-1 1,1 1-1,0 0 0,0-1 0,0 1 1,0 0-1,-1 0 0,1-1 0,0 1 1,0 0-1,0-1 0,-1-22-6305</inkml:trace>
</inkml:ink>
</file>

<file path=ppt/ink/ink1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4:58.5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0 6371,'0'0'10074,"0"1"-9437,-1 90 239,0 71 371,3-131-1141,1-1 1,1 1-1,10 33 0,-16-86 360,3-41-1,0 8-411,-1-204 330,4 260-435,21 18-1,-1 2 0,-1 0 0,25 30 0,-33-35 60,68 90 194,-60-75-1267,0-1 0,33 32 0,-53-59 467,0 0 0,0 0 0,0-1 1,0 0-1,1 0 0,-1 0 0,6 2 1,16 1-6776,-9-5 2733</inkml:trace>
</inkml:ink>
</file>

<file path=ppt/ink/ink1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4:58.9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211 68 2321,'0'0'12558,"4"-14"-11147,6-16-968,-3 9-173,-6 19-39,-4 10 122,-30 66 657,-71 118-1,72-142-950,18-30-652,1 0 0,-17 38 0,26-47-1990</inkml:trace>
</inkml:ink>
</file>

<file path=ppt/ink/ink1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4:59.2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7828,'0'0'9473,"0"1"-9238,1 27 155,2 0 0,10 43 0,1 5 41,-7-3-38,-4 80 0,-1-19-6144,1-108 1053,7-8-662</inkml:trace>
</inkml:ink>
</file>

<file path=ppt/ink/ink1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4:59.6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364 67 8212,'0'0'6301,"-23"-13"-4641,0 0-1364,0 0 0,-32-11 0,52 23-278,-1 0 0,1 1 0,-1-1 0,1 1 0,-1-1 0,1 1 0,-1 0 0,1 0 0,-1 1 0,1-1 0,-1 1 0,1 0 0,-1-1 0,1 2 0,-1-1 0,-4 3 0,1 0 22,1 0 0,-1 1 0,1 0 1,0 0-1,-5 7 0,-1-1 64,-1 2-29,0 0 0,1 0 1,1 1-1,0 1 0,0 0 0,-12 26 0,18-31-49,1 0-1,0 0 1,1 1-1,0-1 0,0 1 1,1-1-1,1 1 1,0 0-1,0 0 0,1 0 1,1 0-1,1 14 0,-1-21-24,0 0 0,0 0 0,1-1-1,-1 1 1,1-1 0,0 1-1,0-1 1,0 0 0,0 1-1,0-1 1,1 0 0,-1-1-1,1 1 1,0 0 0,0-1-1,0 1 1,0-1 0,0 0-1,1 0 1,-1-1 0,1 1 0,-1 0-1,1-1 1,0 0 0,-1 0-1,5 1 1,10 1 0,1 0-1,0-2 1,-1 0 0,20-1-1,-36 0 0,9-1-7,0 0 1,0 0 0,0-1-1,0 0 1,0-1-1,-1 0 1,1-1-1,-1 0 1,0-1-1,10-5 1,-8 1 24,1 0 1,-1 0-1,-1-1 1,1 0 0,-2-1-1,18-22 1,-15 16-32,20-38 1,-29 49 310,-1-1 1,0 0-1,0-1 1,-1 1 0,0 0-1,0-1 1,-1 1-1,2-13 1,-9 115-310,1 24-93,5-115-33,1-1 0,-1 0 0,1 0 0,-1 0 0,1 0 0,0 0 0,0 0 0,1 0 0,-1 0 0,0 0 0,1 0 0,0-1 0,0 1 0,-1 0 0,2-1 0,-1 0 0,0 1 0,0-1 0,1 0 0,-1 0 0,1 0 0,0-1-1,-1 1 1,1-1 0,4 2 0,2 1-1235,1-1-1,-1-1 0,1 1 1,0-2-1,0 1 1,17-1-1,14 0-4539</inkml:trace>
</inkml:ink>
</file>

<file path=ppt/ink/ink1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5:00.0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217 97 6851,'0'0'10477,"-15"10"-9893,2-2-433,0 1 1,-20 19-1,31-26-134,0 0 0,0 1 1,1-1-1,-1 1 1,1-1-1,0 1 0,-1 0 1,1 0-1,0 0 1,0-1-1,1 1 0,-1 0 1,1 0-1,-1 0 0,1 0 1,0 0-1,0 0 1,1 0-1,-1 0 0,0 0 1,2 5-1,1-1-3,-1 0 1,1 0-1,0 0 1,0 0-1,1-1 0,6 10 1,8 5 50,1 0-1,22 19 1,-21-20 97,34 40-1,-52-58-149,-1-1-1,0 0 1,-1 1-1,1-1 1,0 1-1,0-1 1,0 1-1,-1-1 1,1 1-1,-1-1 1,0 1-1,1 0 1,-1-1-1,0 1 0,0 3 1,0-4-2,0 0 1,0 0-1,-1 0 1,1 0 0,-1 0-1,1 0 1,-1 0-1,1-1 1,-1 1-1,0 0 1,1 0-1,-1 0 1,0-1-1,0 1 1,1 0-1,-1 0 1,0-1-1,-1 2 1,-5 0 48,1 1 1,0-1 0,-1 0-1,1 0 1,-14 1 0,16-3-41,-36 5 99,-59 0 1,39-5-2814,24 0-1266,21 0-1439</inkml:trace>
  <inkml:trace contextRef="#ctx0" brushRef="#br0" timeOffset="1">414 1 576,'0'0'17638,"0"11"-17062,0 464 3698,0-468-4272,0 0-1,0 0 1,1 0 0,0 0 0,0-1 0,1 1-1,3 11 1,-4-16-10,1 0 0,-1 1 0,0-1 0,1 0 0,0-1-1,-1 1 1,1 0 0,0 0 0,0-1 0,0 1 0,0-1-1,0 1 1,0-1 0,0 0 0,1 0 0,-1 0 0,0 0 0,1-1-1,-1 1 1,0 0 0,1-1 0,-1 0 0,1 1 0,2-1-1,2 0-374,0 1-1,0-1 1,1-1-1,-1 1 1,0-1-1,0 0 0,0-1 1,0 1-1,0-2 1,0 1-1,-1-1 1,1 0-1,-1 0 0,1 0 1,-1-1-1,0 0 1,0-1-1,-1 1 1,0-1-1,1 0 0,3-6 1,19-25-4993</inkml:trace>
</inkml:ink>
</file>

<file path=ppt/ink/ink1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5:00.4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34 10645,'0'0'7011,"158"-5"-8628,-102-9-3073,-5-1-3201</inkml:trace>
</inkml:ink>
</file>

<file path=ppt/ink/ink1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5:00.7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64 298 7235,'0'0'5141,"24"-2"-4282,76-10-576,-96 12-268,0-1 0,0 1 1,0-1-1,1 0 0,-1-1 0,0 1 0,0-1 0,0 1 1,0-1-1,-1 0 0,1 0 0,-1-1 0,1 1 0,-1-1 0,0 0 1,1 0-1,3-6 0,-5 5 12,0-1 1,0 0 0,0 1-1,-1-1 1,0 0-1,0 0 1,0 0 0,0 0-1,-1 0 1,0-10-1,0 11 74,-1 1-1,1 0 0,0-1 1,-1 1-1,0-1 1,0 1-1,0 0 0,0-1 1,0 1-1,-1 0 0,1 0 1,-1 0-1,0 0 0,0 0 1,0 1-1,0-1 0,-1 0 1,1 1-1,-1 0 0,1-1 1,-1 1-1,0 0 0,0 1 1,0-1-1,0 0 0,0 1 1,-6-2-1,-2-1 243,0 1 0,-1 0 0,1 1 1,-1 1-1,0 0 0,1 0 0,-13 2 0,20-1-301,0 1 1,0 0-1,0 0 0,0 0 1,0 1-1,0-1 0,0 1 1,0 0-1,0 0 0,1 0 1,-1 1-1,1-1 0,0 1 1,0 0-1,0 0 0,0 0 1,0 0-1,0 0 0,1 1 1,0-1-1,0 1 0,0 0 1,-3 5-1,0 4 37,0-1 0,1 1 0,0 0 0,1 0 0,1 1 0,-2 17 0,1 4-2,2 1 0,6 57 1,-4-88-142,-1 1 0,2-1 0,-1 0 0,1 1 0,0-1 0,0 0 0,0 0 0,0 0-1,1 0 1,0-1 0,0 1 0,1-1 0,-1 0 0,1 0 0,0 0 0,0 0 0,0 0 0,0-1 0,1 0 0,-1 0 0,1 0 0,0-1 0,0 1 0,0-1 0,11 3 0,6 0-1482,1-1 1,0-1-1,-1-1 1,44-1-1,-53-1 566,71 0-7248</inkml:trace>
  <inkml:trace contextRef="#ctx0" brushRef="#br0" timeOffset="1">652 92 10389,'0'0'8054,"19"10"-7712,-1 0-296,-6-4-24,1 1 0,-1 0 1,0 1-1,0 0 0,-1 1 0,0 0 0,15 18 1,-19-19-18,-1 1 0,0 0 0,0 0 0,-1 1 1,0-1-1,-1 1 0,0 0 0,-1 0 0,1 1 0,-2-1 1,0 1-1,0-1 0,-1 1 0,0 0 0,-1-1 1,-1 14-1,1-23 6,-1 1 1,1 0-1,-1 0 0,1 0 1,-1-1-1,0 1 1,1 0-1,-1-1 1,0 1-1,0 0 1,0-1-1,-1 0 0,1 1 1,0-1-1,0 0 1,-1 1-1,1-1 1,-1 0-1,1 0 0,-1 0 1,0 0-1,1 0 1,-1-1-1,0 1 1,1 0-1,-1-1 1,0 1-1,0-1 0,0 0 1,-2 1-1,-9 0 166,-1 1 0,1-2 0,-17-1 0,12 1 41,16 0-145,0 0-1,-1 0 0,1 0 1,0-1-1,0 1 0,0-1 1,0 1-1,0-1 0,0 0 0,0 0 1,0 0-1,1 0 0,-1 0 1,0 0-1,0 0 0,1-1 1,-1 1-1,1 0 0,-3-3 1,2 0 15,0 1 0,0-1 0,0 0 0,0 0 0,0 1 0,1-1 0,0 0 0,0 0 0,-1-6 0,0-4 3,1 1 1,1-1-1,0 1 1,1 0 0,4-20-1,-2 23-115,0 0-1,0 0 1,1 0-1,1 0 1,0 1-1,0-1 1,1 1-1,0 1 0,0-1 1,1 1-1,0 0 1,1 0-1,0 1 1,16-12-1,-6 7-684,0 0-1,1 1 0,0 1 1,0 1-1,1 1 0,32-9 1,30 0-4686,6 6-2854</inkml:trace>
</inkml:ink>
</file>

<file path=ppt/ink/ink1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5:01.1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1 8004,'0'0'11605,"0"94"-10901,-3-41-304,-2-3-95,2-2-305,3-4-48,0-1-993,0-5-2320,0-6-2642</inkml:trace>
</inkml:ink>
</file>

<file path=ppt/ink/ink1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5:01.4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140 0 11141,'0'0'7540,"-16"24"-7188,-48 80-198,62-100-145,1-1-1,-1 1 1,1 0-1,-1 0 1,1-1-1,0 1 1,1 0-1,-1 0 1,1 0-1,-1 0 1,1 0-1,0 0 1,1 0-1,-1 0 1,1 0-1,0-1 1,0 1-1,0 0 1,0 0-1,0 0 1,1-1-1,0 1 1,0-1-1,0 0 1,0 1-1,4 4 1,2 4 2,38 56 70,-29-46-37,-2 0-1,0 1 0,-2 1 1,20 49-1,-32-71-33,1 2-1,-1 1 1,0-1-1,0 1 1,0 0-1,0 5 0,-1-9-3,0 0 0,0 0 0,0 0 0,0 0-1,-1-1 1,1 1 0,0 0 0,0 0 0,-1 0-1,1-1 1,0 1 0,-1 0 0,1 0 0,-1-1-1,1 1 1,-1 0 0,1-1 0,-1 1 0,1-1-1,-1 1 1,0-1 0,1 1 0,-1-1 0,0 1-1,1-1 1,-1 1 0,0-1 0,0 0 0,0 1-1,1-1 1,-1 0 0,0 0 0,0 0 0,0 0-1,-1 0 1,-92 3-1218,30-6-3768,17-5-2122</inkml:trace>
</inkml:ink>
</file>

<file path=ppt/ink/ink1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5:02.0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 8148,'0'0'7056,"25"0"-6277,157 0-157,-83-5-1529,-122 4 743,11 0 253,-1 1 0,1 0 0,-16 3 0,28-3-54,-1 0-1,0 0 1,1 1 0,-1-1-1,0 0 1,1 1 0,-1-1-1,1 1 1,-1-1 0,1 0-1,-1 1 1,1-1 0,-1 1-1,1-1 1,-1 1 0,1-1-1,0 1 1,-1 0 0,1-1-1,0 1 1,0 0 0,-1-1-1,1 1 1,0 0 0,0-1-1,0 2 1,-1 21 289,1-15-178,0 96 1304,14 324 864,-13-419-2374,-1-3-61,1 0 1,0 0-1,0 0 1,1 0-1,-1 0 0,5 10 1,-5-15-233,0 0-1,0-1 1,0 1 0,0 0-1,0-1 1,0 1 0,1-1 0,-1 0-1,0 1 1,0-1 0,0 0-1,0 0 1,0 1 0,1-1 0,-1 0-1,0 0 1,0 0 0,0 0-1,1-1 1,-1 1 0,0 0 0,0 0-1,0-1 1,0 1 0,2-2-1,22-10-6582</inkml:trace>
</inkml:ink>
</file>

<file path=ppt/ink/ink1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5:02.5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0 8452,'0'0'9377,"-6"25"-8173,3-11-1036,-8 26 445,3 0-1,-6 70 1,13-95-443,-3 59 843,7 99 0,-3-170-1001,1 0 0,-1 0 0,0 0 0,1 0 0,0-1 1,0 1-1,0 0 0,0 0 0,0-1 0,0 1 0,1-1 0,-1 1 1,1-1-1,0 0 0,0 0 0,0 1 0,0-1 0,0 0 1,0-1-1,0 1 0,1 0 0,2 1 0,-1-2 1,0 1 0,-1-1-1,1 0 1,0 0 0,0 0-1,0-1 1,0 0 0,0 0 0,1 0-1,-1 0 1,0 0 0,0-1-1,0 0 1,0 1 0,5-4 0,1 1 31,-1-1 1,0-1 0,0 0 0,0 0-1,-1-1 1,12-9 0,44-45 135,-57 53-183,103-115 201,-109 122-225,-1 0 22,0 0 0,0 0-1,0 0 1,0 1 0,0-1 0,0 0 0,0 0-1,0 0 1,0 0 0,0 0 0,0 1-1,0-1 1,0 0 0,0 0 0,0 0 0,0 0-1,0 0 1,0 0 0,0 1 0,1-1-1,-1 0 1,0 0 0,0 0 0,0 0 0,0 0-1,0 0 1,0 0 0,0 0 0,1 0 0,-1 0-1,0 0 1,0 0 0,0 0 0,0 0-1,0 1 1,1-1 0,-1 0 0,0 0 0,0 0-1,0 0 1,0-1 0,0 1 0,1 0-1,-1 0 1,0 0 0,0 0 0,0 0 0,0 0-1,0 0 1,0 0 0,1 0 0,-1 0 0,0 0-1,0 0 1,0 0 0,0 0 0,0-1-1,0 1 1,0 0 0,1 0 0,-1 0 0,0 0-1,0 0 1,0 0 0,0-1 0,0 1 0,0 0-1,3 15-31,0 0-1,1 0 0,1 0 0,0 0 1,12 22-1,-14-31 22,1-1 0,0 0 0,-1 1 0,2-1 1,-1 0-1,0-1 0,1 1 0,0-1 0,0 0 0,0 0 0,1-1 0,0 1 1,-1-1-1,1 0 0,0-1 0,12 4 0,-8-3-33,1-1 0,-1-1 0,1 1-1,-1-2 1,1 1 0,-1-2 0,12 0 0,-17 0 43,0 0 1,0 0 0,0 0-1,0-1 1,-1 0-1,1 0 1,0 0-1,-1 0 1,0-1 0,1 1-1,-1-1 1,0 0-1,0-1 1,-1 1-1,1-1 1,5-6 0,-3 0 20,0 0 0,0 0-1,-1 0 1,-1-1 0,1 0 0,-2 0 0,1 0 0,2-23 0,-2-3 58,-2-55 1,-2 79-62,0 12-13,1 0 1,-1 0-1,0 0 0,0 0 0,-1 0 1,1 0-1,0 0 0,0 0 1,0 0-1,-1 0 0,1 0 0,0 0 1,-1 1-1,1-1 0,-1 0 0,1 0 1,-1 0-1,1 1 0,-1-1 1,1 0-1,-1 0 0,0 1 0,0-1 1,1 1-1,-1-1 0,0 1 0,-1-2 1,1 2-13,0 0 0,-1 0 0,1 0 1,0 0-1,0 0 0,-1 0 0,1 1 0,0-1 0,0 0 1,-1 1-1,1-1 0,0 0 0,0 1 0,0 0 1,0-1-1,0 1 0,0-1 0,0 1 0,0 0 1,0 0-1,0 0 0,-1 2 0,-4 3-17,1 0 0,1 1 0,-1 0 0,1 0 0,0 1 0,1-1 0,0 1 0,0 0 0,0 0 0,-2 16 0,1 0 10,1 1-1,1 36 0,2-57 20,0 0 1,0 0-1,1 0 0,-1 0 0,1 0 1,0 0-1,0 0 0,0-1 0,1 1 1,-1 0-1,1-1 0,0 1 0,0-1 1,0 1-1,1-1 0,2 3 0,-1-2-101,1 0-1,-1-1 1,1 0 0,0 0-1,-1 0 1,2 0-1,-1-1 1,0 1 0,0-1-1,7 1 1,12 2-812,0-1 1,0-2-1,1 0 1,31-2-1,-33 0-107,-11 0 322,0-1 0,1 0 0,-1-1 1,0 0-1,0 0 0,0-1 1,0-1-1,0 0 0,10-6 0,52-29-3396</inkml:trace>
</inkml:ink>
</file>

<file path=ppt/ink/ink1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5:02.9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314 84 3330,'0'0'8545,"-25"-2"-6539,-10-1-1294,-35 2 1,66 2-643,0-1 0,0 0-1,1 1 1,-1 0 0,1 0 0,-1 0 0,1 1 0,-1-1 0,1 1 0,0-1 0,0 1 0,0 0 0,0 1 0,0-1 0,0 0-1,0 1 1,1-1 0,-5 6 0,3-1 97,0 0 0,1 0 0,-1 0 0,1 0-1,-3 14 1,5-19-135,-2 14 114,0 0 0,1 1 1,0-1-1,2 1 0,1 22 0,-1-35-137,0-1 0,1 1 0,-1 0-1,1-1 1,0 1 0,0-1-1,0 1 1,1-1 0,-1 1-1,1-1 1,-1 0 0,1 0-1,0 0 1,1 0 0,-1 0-1,3 3 1,-1-2 2,1-1-1,-1 0 0,1 0 1,0 0-1,0 0 0,0-1 1,0 1-1,0-1 1,9 2-1,8 0 39,0-1-1,-1-1 1,1-1 0,28-1-1,-48 0-41,4-1 50,0 1 0,0 0 1,0-1-1,0 0 0,0-1 0,0 1 0,0-1 0,-1 0 0,1-1 1,0 0-1,-1 1 0,0-1 0,0-1 0,0 1 0,0-1 1,0 0-1,-1 0 0,1-1 0,-1 1 0,-1-1 0,1 0 1,0 0-1,-1 0 0,0 0 0,0-1 0,-1 1 0,0-1 0,0 0 1,0 0-1,0 0 0,-1 0 0,1-7 0,-1-1 166,0 0 0,0 0-1,-2 0 1,1 1-1,-2-1 1,-3-15 0,3 21-163,-1 0 1,0 1 0,0-1-1,-1 1 1,0 0 0,0 0-1,0 0 1,-1 1 0,0-1-1,0 1 1,-11-9 0,8 8-67,0 1 1,-1 0 0,1 1 0,-1 0 0,0 1-1,-1-1 1,1 2 0,-1-1 0,1 1 0,-1 1-1,-10-2 1,1 2-361,0 0 1,0 1-1,0 1 0,-36 5 0,48-4 7,0 0-1,0 1 0,0 0 1,0 1-1,0-1 1,1 1-1,-1 0 1,1 1-1,0 0 0,-11 8 1,12-8-333,1 0-1,0 0 1,0 1 0,0 0-1,0 0 1,1 0 0,0 0-1,-3 7 1,-5 24-6143</inkml:trace>
</inkml:ink>
</file>

<file path=ppt/ink/ink1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5:03.4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80 8404,'0'0'9380,"5"8"-9300,31 37 144,-15-19-26,27 43-1,-43-59-154,0-1 0,0 1 1,-1-1-1,0 1 0,-1 1 0,0-1 1,0 0-1,-1 1 0,0 13 0,-1-17 9,-1-2 47,0-1 1,0 1-1,0 0 0,0 0 0,-1-1 0,-1 7 0,2-10-52,-1 0-1,1 0 1,-1 0 0,1 0-1,-1 0 1,0 0-1,0 0 1,1 0 0,-1 0-1,0 0 1,0-1 0,0 1-1,0 0 1,0-1 0,0 1-1,0 0 1,0-1 0,0 1-1,0-1 1,0 0 0,0 1-1,0-1 1,-1 0-1,1 0 1,0 0 0,0 0-1,0 0 1,0 0 0,-2 0-1,1 0 31,1 0-1,-1 0 0,0 0 1,1 0-1,-1-1 0,1 1 1,-1-1-1,0 1 0,1-1 1,-1 1-1,1-1 1,-1 0-1,1 0 0,0 0 1,-1 0-1,1 0 0,0 0 1,0 0-1,-1 0 0,1 0 1,0 0-1,0-1 0,0 1 1,0-1-1,1 1 0,-1-1 1,0 1-1,1-1 1,-2-1-1,0-6 32,1 1 0,-1 0 0,1-1 0,1-14 0,0 15-31,-1-3-70,1 0-1,0 0 0,1 0 1,1 0-1,0 0 0,0 0 1,1 0-1,0 1 0,1-1 1,0 1-1,1 0 0,0 0 1,0 1-1,1-1 0,10-12 1,-4 9-20,0-1 1,1 1 0,1 1 0,0 1-1,1 0 1,24-15 0,-29 21-56,-1 1-1,1-1 1,-1 2 0,1-1-1,0 1 1,1 1 0,-1 0-1,0 0 1,1 1 0,-1 0 0,1 1-1,19 2 1,-25-1 54,0 1 1,-1-1-1,1 1 1,-1 0-1,0 0 1,1 1-1,-1-1 1,0 1-1,0 0 0,0 0 1,3 4-1,-3-3 13,1 0 0,-1-1 0,0 1 0,1-1-1,0 0 1,0-1 0,-1 1 0,11 3-1,-5-5 32,0 1-1,0-2 0,17 0 0,-13 0 4,-14 0-26,1 0 1,0 0-1,0 0 1,-1 0-1,1 0 1,0 0-1,-1 0 1,1 0-1,0 0 1,0-1-1,-1 1 1,1 0-1,0 0 1,-1-1-1,1 1 1,0 0-1,-1-1 1,1 1-1,-1-1 1,1 1-1,-1-1 1,1 1-1,-1-1 1,1 0-1,-1 1 1,1-1-1,-1 1 1,0-1-1,1-1 1,1-22 247,-3 14-132,1 9-113,0 0 1,0 0 0,-1 0-1,1 0 1,-1 0-1,1 0 1,0 0-1,-1 1 1,0-1 0,1 0-1,-1 0 1,1 0-1,-1 1 1,0-1-1,0 0 1,1 1 0,-1-1-1,0 0 1,0 1-1,0-1 1,0 1 0,1 0-1,-1-1 1,0 1-1,0 0 1,0-1-1,0 1 1,0 0 0,0 0-1,0 0 1,0 0-1,0 0 1,-1 0-1,-1 0-6,1 0-1,-1 0 1,1 0-1,-1 0 0,1 0 1,0 1-1,-1-1 1,1 1-1,0 0 1,-1 0-1,1 0 0,0 0 1,0 0-1,-4 2 1,2 2-13,0-1 0,1 1 1,-1 0-1,1 0 0,0 0 1,0 0-1,1 1 1,-1-1-1,1 1 0,0-1 1,1 1-1,0 0 0,-2 7 1,1 12-65,-1 45 1,3-63 55,0-1-122,1-1-1,-1 0 1,1 0-1,0 0 1,0 1 0,0-1-1,1 0 1,-1 0-1,1-1 1,1 1 0,-1 0-1,1-1 1,-1 1 0,2-1-1,6 8 1,-5-7-576,1 0 0,0 0 0,0 0 0,1-1 0,-1 0 0,1-1 0,0 1 0,0-1 0,0-1 0,12 4 0,30 3-5966</inkml:trace>
</inkml:ink>
</file>

<file path=ppt/ink/ink1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5:03.9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13 7091,'0'0'12667,"-7"12"-12050,2-4-412,0 1 0,0-1 0,1 1 0,1 1 1,0-1-1,0 0 0,0 1 0,1 0 0,1-1 1,-1 15-1,2 146 1956,0-170-2150,0 0 0,0 0 1,0 1-1,0-1 0,0 0 1,0 0-1,0 1 0,0-1 1,0 0-1,0 0 0,0 1 1,0-1-1,1 0 0,-1 0 0,0 1 1,0-1-1,0 0 0,0 0 1,0 0-1,1 1 0,-1-1 1,0 0-1,0 0 0,0 0 1,1 0-1,-1 0 0,0 1 1,0-1-1,0 0 0,1 0 1,-1 0-1,0 0 0,0 0 1,1 0-1,-1 0 0,0 0 1,0 0-1,1 0 0,10-5 420,-2-5-160,0-1-1,13-21 1,12-18-42,-28 43-235,5-5 25,0 0-1,18-15 1,-26 24-37,0 1 1,0-1 0,1 1 0,-1 0 0,1 0 0,0 0 0,-1 1 0,1-1-1,0 1 1,0 0 0,0 0 0,0 0 0,0 1 0,0-1 0,5 1-1,-6 1-4,-1 0-1,1 0 1,-1 0-1,1 0 1,-1 0-1,1 1 1,-1-1-1,0 1 1,0 0-1,0-1 1,0 1-1,0 0 1,0 0-1,0 1 1,-1-1-1,1 0 1,-1 0-1,0 1 1,2 3-1,5 10 10,10 29 0,-16-37-15,23 69 58,-24-77-25,-1 1 0,1 0 0,-1 0 1,1 0-1,0-1 0,-1 1 0,1 0 1,0-1-1,-1 1 0,1-1 1,0 1-1,0-1 0,0 1 0,-1-1 1,1 1-1,0-1 0,0 0 1,0 1-1,0-1 0,0 0 0,0 0 1,0 0-1,0 0 0,0 0 0,-1 0 1,1 0-1,0 0 0,0 0 1,0 0-1,0 0 0,0-1 0,0 1 1,0 0-1,0-1 0,0 1 0,-1 0 1,1-1-1,0 1 0,0-1 1,-1 0-1,1 1 0,0-1 0,1-1 1,6-6 55,0-1 1,0-1 0,10-16-1,-2 3 18,17-22 35,-6 6 84,1 1-1,65-65 1,-90 100-157,10-5 74,-12 8-123,-1 1 0,1-1 1,-1 0-1,1 1 0,-1-1 0,1 0 1,-1 1-1,1-1 0,-1 1 0,1-1 1,-1 1-1,1-1 0,-1 1 0,0-1 1,1 1-1,-1 0 0,0-1 0,0 1 1,1-1-1,-1 1 0,0 0 0,0-1 1,0 1-1,0 0 0,0-1 1,0 2-1,53 227-2013,-9 6-4477,-30-123 122,-11-3-4074</inkml:trace>
</inkml:ink>
</file>

<file path=ppt/ink/ink1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5:04.7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457 234 7587,'0'0'5507,"-23"-17"-2572,-4-3-1776,-48-27 0,70 44-1069,0 1 0,0 0 0,0 0 0,0 1 0,-1-1 0,1 1 0,0 0 0,-1 1-1,1-1 1,0 1 0,-1 0 0,1 0 0,-1 1 0,-7 1 0,3 1 58,0 1 1,1 0-1,-1 0 0,1 1 0,-11 8 0,5-4 20,0 2 0,2 0 0,-1 0-1,1 1 1,1 1 0,0 0 0,1 1-1,0 0 1,-8 16 0,13-19-117,0 0 0,1 0 0,0 1 0,1-1 0,0 1 1,1 0-1,0 0 0,1 0 0,0 1 0,1-1 0,0 0 0,1 1 0,3 21 1,-2-29-54,-1-1 0,2 0 0,-1 1 1,0-1-1,1 0 0,0 0 1,0 0-1,0 0 0,0 0 1,1-1-1,0 1 0,-1-1 1,1 1-1,4 2 0,-1-1-1,-1-1 0,1 0-1,0-1 1,0 0 0,0 0-1,1 0 1,-1 0-1,10 1 1,8 1-4,1-1 0,-1-1 0,50-1 0,-70-2 8,11 0-10,0-1-1,0 0 1,0-1 0,1-1 0,-2 0-1,18-6 1,-23 5 12,0 0-1,-1 0 1,1-1 0,-1 0 0,0 0-1,0-1 1,0 0 0,-1 0 0,0-1-1,11-13 1,-12 11 20,0 0 0,0 0-1,-1-1 1,0 0 0,0 0 0,-1 0-1,0 0 1,-1-1 0,3-20 0,-2-3 337,-1-64 0,-3 78-83,1 24-305,0 1 0,0 0 0,1-1 0,0 1 0,0-1 0,0 1 0,0-1 0,1 0 0,-1 0 0,1 0 0,0 0 0,1 0 0,-1 0 0,0-1 0,7 5 0,10 8-94,35 24 1,-33-27-156,0 0 0,0-2 0,1 0 0,1-2 0,0 0 0,0-2 0,1-1 0,-1 0 0,27 1 0,-47-7 227,-1 1-1,0-1 0,1 0 0,-1 0 0,1 0 0,-1-1 0,1 1 1,-1-1-1,0 0 0,1 0 0,5-3 0,-6 3 31,-1-1-1,0 0 1,0 0 0,0 0-1,-1-1 1,1 1-1,-1 0 1,1-1 0,-1 1-1,0-1 1,1 1 0,-1-1-1,-1 1 1,1-1-1,0-3 1,7-24 332,-2 0 0,-1-1 1,1-39-1,-5-99 1801,-2 86-1500,1 82 33,0 6-363,-10 187 31,15 237 738,-1-202-591,-3-2-355,-1-132-2765,0-129-11251</inkml:trace>
</inkml:ink>
</file>

<file path=ppt/ink/ink1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5:05.1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62 10341,'0'0'1078,"24"-11"920,86-31-443,-102 40-1461,0 0-1,1 0 1,-1 1-1,0 0 1,0 1 0,1 0-1,-1 0 1,0 0-1,1 1 1,-1 0-1,0 1 1,0 0-1,0 0 1,0 1 0,0 0-1,-1 0 1,1 1-1,-1 0 1,0 0-1,0 1 1,0 0 0,-1 0-1,11 10 1,-5-1-24,0 1 0,0 0 0,-1 1 0,-1 0 0,-1 1 0,0 0 0,-1 0 0,9 29 0,-10-22 118,-1 0 0,0 1-1,-2 0 1,-1-1 0,-1 2 0,-1-1-1,-4 37 1,3-56-128,-1-1-1,0 1 1,-1-1 0,1 1-1,-1-1 1,0 0 0,-1 1-1,1-1 1,-1-1 0,0 1-1,0 0 1,-7 7-1,4-6 27,-1 0 0,0 0 0,0-1 0,0 1 0,-1-2-1,1 1 1,-12 4 0,-3-1 86,1 0-1,-1-2 1,-1-1 0,1 0-1,-33 1 1,52-5-158,-25 1 7,0 0-1,0-1 1,-30-4-1,57 3-107,0-1 1,0 1-1,0 0 0,0 0 0,0 0 1,0-1-1,0 1 0,0-1 0,0 1 1,0 0-1,0-1 0,1 0 0,-1 1 1,0-1-1,0 1 0,1-1 0,-1 0 1,0 0-1,0-1 0,3-5-2221,12 0-999,33-1-3501</inkml:trace>
</inkml:ink>
</file>

<file path=ppt/ink/ink1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5:05.4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29 6259,'0'0'15191,"-1"-8"-14223,-2-13-670,2 29-63,1 52 213,0-23-100,-1 248 1321,0-142-2680,0-3-4983,1-123 1333</inkml:trace>
</inkml:ink>
</file>

<file path=ppt/ink/ink1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5:05.8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57 10725,'0'0'6550,"30"-11"-5542,101-31-522,-127 41-463,1 0 0,0 0 0,0 1 1,0-1-1,0 1 0,0 0 0,-1 1 0,1-1 1,0 1-1,0 0 0,0 0 0,-1 0 1,1 1-1,6 3 0,-5-1 9,0 0 0,-1 0 0,0 0 1,0 1-1,0 0 0,8 10 0,-13-15-32,7 9 17,0 1 1,0 0-1,-1 1 0,0 0 0,-1-1 0,0 2 1,-1-1-1,0 1 0,2 15 0,-1 1 31,-1 1-1,-1 51 1,-3-74-32,0 1 0,0-1 0,-1 0 0,1 0 0,-1 0-1,-1 0 1,1 0 0,-1 0 0,0 0 0,0 0 0,-1-1 0,0 1 0,0-1 0,0 1 0,-1-1-1,0 0 1,1-1 0,-2 1 0,1-1 0,-1 1 0,1-1 0,-1-1 0,0 1 0,0-1 0,-11 5 0,4-1 33,-1-2 0,0 0 1,0 0-1,0-1 0,0-1 1,-26 4-1,-83-2-142,116-5 75,0 0-140,0 0-1,0-1 0,0 1 0,0-1 1,0 0-1,-8-2 0,13 2-38,-1 0-1,1 1 1,-1-1-1,1 0 1,0 0-1,-1 0 1,1 0-1,0 0 1,0-1-1,0 1 1,0 0-1,0 0 1,0-1-1,0 1 1,0-1 0,0 1-1,0-1 1,1 1-1,-1-1 1,1 1-1,-1-1 1,1 0-1,0 1 1,-1-1-1,1 0 1,0-2-1,0-20-5676</inkml:trace>
</inkml:ink>
</file>

<file path=ppt/ink/ink1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5:06.2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10293,'0'0'11322,"0"19"-10673,0 11-320,2 123 1256,0-116-1297,1-1 1,13 51-1,-12-72-262,0 0-1,2 0 1,0 0-1,0-1 0,1 0 1,1-1-1,0 1 1,1-1-1,1-1 0,16 17 1,-21-23-43,2-1 1,-1 1 0,1-2-1,-1 1 1,1-1 0,0 0-1,1 0 1,-1-1 0,1 0-1,0 0 1,-1-1 0,1 0-1,0 0 1,1-1 0,-1 0-1,0 0 1,0-1 0,0 0-1,0 0 1,1-1 0,12-3-1,-17 3-3,0-1-1,-1 1 1,1-1-1,-1 0 1,1 0-1,-1 0 0,0 0 1,0 0-1,0-1 1,0 0-1,0 1 0,-1-1 1,1 0-1,-1 0 1,0-1-1,0 1 1,0 0-1,0-1 0,0 1 1,-1-1-1,0 0 1,1 1-1,0-6 0,1-8-16,0-1-1,0 1 0,-2 0 0,0-21 0,1 47-26,0 0 0,0-1 0,1 1-1,0-1 1,1 0 0,0 0-1,0 0 1,1 0 0,7 9-1,-7-10-59,0-1 0,1 1-1,0-1 1,0 0-1,1-1 1,-1 0 0,1 0-1,0 0 1,1-1-1,-1 0 1,16 5-1,-14-6-648,0 0-1,1 0 0,0-2 0,-1 1 0,21 0 0,-29-2 402,1-6-750,0-92 4884,-15 115-7257,0-3-1430,-1-1-2774</inkml:trace>
</inkml:ink>
</file>

<file path=ppt/ink/ink1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5:06.5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39 10789,'0'0'9364,"-8"-39"-9460,26 41-2849,6 18-801,6-1-2049</inkml:trace>
</inkml:ink>
</file>

<file path=ppt/ink/ink1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5:07.0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283 350 10773,'0'0'2815,"-24"-2"-308,-82-4-594,100 6-1817,1 1 0,0-1 0,0 1 0,-1 0 0,1 0 0,0 1 0,0 0 0,0-1 0,0 2 0,1-1 0,-1 1 0,0-1 0,1 1 0,0 0 0,0 1 0,0-1 0,-4 5 0,1 0 2,1 0 1,1 1 0,0 0 0,0 0 0,0 0 0,-4 15 0,4-9-32,0 1 0,2 0 1,0 0-1,1 0 0,0 0 0,1 0 1,1 0-1,1 0 0,4 30 0,-3-41-52,-1 0 0,1 0-1,-1 0 1,1 0-1,1 0 1,-1 0 0,1 0-1,0-1 1,0 1-1,0-1 1,0 0-1,1 0 1,6 6 0,-3-6-5,-1 1 1,1-1-1,0 0 1,0 0-1,1-1 1,-1 0-1,1 0 1,9 2-1,8-1 10,1 0-1,-1-2 0,1 0 0,40-4 0,-55 2-13,-1-1 0,1-1 0,-1 1 0,1-2 0,-1 1 0,0-1 0,0-1 0,0 0 0,0-1 0,-1 1 0,0-2 0,0 1 0,0-1 0,0-1 0,-1 0 0,0 0 0,-1 0 0,0-1 0,0 0 0,0 0 0,-1-1 0,-1 0 0,1 0 0,-1-1 0,-1 1 0,0-1 0,0 0 0,-1 0 0,0 0 0,-1-1 0,2-14 0,-3 21 9,-1 0 0,1 0 0,-1 0 0,0 0 0,-1 0-1,1 0 1,-1 0 0,1 0 0,-3-5 0,2 8-11,0-1 0,0 1 0,0 0 0,0 0 0,0 0 0,0 0 0,0 0 0,-1 0 0,1 0 0,0 0 0,-1 1 0,1-1 0,0 1 0,-1-1 0,1 1 0,-1-1-1,1 1 1,-1 0 0,1-1 0,-1 1 0,1 0 0,-1 0 0,0 0 0,-2 1 0,2-1-11,-1 0 1,1 1-1,-1-1 0,1 1 0,-1-1 0,1 1 0,0 0 0,0 0 0,-1 0 0,1 0 0,0 1 0,0-1 0,0 0 0,0 1 0,0 0 1,0-1-1,1 1 0,-1 0 0,1 0 0,-1 0 0,1 0 0,-1 0 0,1 0 0,0 0 0,0 1 0,0-1 0,0 0 0,1 1 1,-1-1-1,1 0 0,-1 5 0,0-2-8,0 0 0,1 0 0,0 0 0,0 1 1,0-1-1,0 0 0,1 0 0,0 0 0,0 0 0,0 0 1,1 0-1,0 0 0,0 0 0,0-1 0,4 7 0,-1-5-34,1-1 0,-1 1 0,1-1 0,1 0 0,-1 0-1,1-1 1,0 1 0,0-2 0,0 1 0,0-1-1,1 0 1,0 0 0,13 2 0,-2-1-291,0 0 0,1-2 0,-1 0 1,32-2-1,-46 0 235,0-1 1,1 0 0,-1 0-1,0 0 1,0-1-1,0 1 1,-1-1 0,1 0-1,0-1 1,-1 1-1,1-1 1,-1 0 0,5-4-1,-2 0-2,0 1 1,-1-1-1,0-1 0,0 1 0,-1-1 0,8-15 0,-2 0 59,-1 0-1,-2-1 1,0 0-1,6-39 1,-4-12 669,-4 0 0,-4-119 0,-2 105 1654,-2 79-976,-3 10-502,3 1-775,1 0 0,0 0 0,0 0 0,0 0-1,0 0 1,0 1 0,0-1 0,0 0 0,0 0 0,1 1-1,-2 1 1,-8 22 62,2 1-1,0-1 0,2 2 0,-6 49 1,4 115 449,6-125-376,0-30-34,2 1 0,6 44 0,-5-76-119,-1-1 0,1 0 0,0 0 0,0 0 0,1 0 0,-1 0 0,1 0 0,0 0 0,0 0 0,0-1 0,0 1 0,1-1 0,4 5 0,-4-5 0,-1-1 0,1 0 0,0-1 0,0 1-1,1 0 1,-1-1 0,0 0 0,0 0 0,1 0 0,-1 0 0,0 0 0,1-1 0,-1 1 0,1-1 0,-1 0-1,6-1 1,-3 1-9,0-1 0,0 0 1,0 0-1,-1-1 0,1 1 0,0-1 0,0-1 0,-1 1 0,10-7 0,2-2-18,25-23 1,-27 22-6,-1 0 0,22-13 0,-30 22 15,-1 0-1,1 1 1,-1-1 0,1 1-1,0 1 1,0-1-1,0 1 1,0 0 0,0 0-1,0 0 1,8 1-1,-11 0-3,-1 1 0,1-1 0,-1 1-1,1 0 1,-1 0 0,1 0-1,-1 0 1,0 0 0,0 0-1,1 1 1,-1-1 0,0 1-1,0-1 1,0 1 0,0 0-1,-1 0 1,1 0 0,0 0-1,-1 0 1,0 0 0,1 0-1,-1 0 1,0 1 0,0-1-1,0 1 1,0-1 0,-1 0-1,2 5 1,1 6-75,-1 0 0,0 1 0,-1 0 0,-1 15-1,0-25 90,0 0-1,0 0 0,-1 0 0,1 0 0,-1 0 0,0 0 0,-1 0 1,1 0-1,0-1 0,-1 1 0,0 0 0,0-1 0,0 1 1,-1-1-1,-2 4 0,1-3 7,-1 0-1,1 0 1,-1 0 0,0-1 0,0 0 0,0 0 0,-1 0-1,1 0 1,-8 2 0,-1-1-19,-1 0-1,0-1 0,1-1 1,-1 0-1,0-1 1,0 0-1,-23-3 1,34 1-136,0 1 0,-1-1 0,1 0 0,0-1 0,0 1 0,0-1-1,0 1 1,0-1 0,0 0 0,1-1 0,-1 1 0,0-1 0,1 1 0,0-1 0,0 0 0,-5-6 0,5 5-463,0 0 0,1 0 1,0 0-1,0 0 0,0 0 1,0 0-1,1 0 0,-1-1 1,0-7-1,0-13-6025</inkml:trace>
</inkml:ink>
</file>

<file path=ppt/ink/ink1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5:07.4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9636,'0'0'10659,"0"28"-9678,0 207 1394,0-202-2125,-1 10 125,2 0 0,8 49 0,-7-79-341,1-1 0,0 1 0,1-1 0,0 0 0,1 0 0,0 0-1,1-1 1,0 0 0,1 0 0,0 0 0,16 17 0,-19-24-24,1 0-1,0 0 1,0 0-1,0-1 1,1 0-1,-1 0 1,1 0-1,0-1 1,0 1-1,0-1 1,0-1 0,0 1-1,0-1 1,0 0-1,1-1 1,-1 1-1,0-1 1,0-1-1,1 1 1,-1-1-1,0 0 1,0 0-1,0-1 1,0 0 0,7-3-1,-6 1 5,-1-1-1,1 0 1,-1-1 0,-1 1 0,1-1-1,-1-1 1,0 1 0,0-1-1,6-12 1,30-69 84,-41 87-98,3-5 0,4-9-22,-1 0 0,0 0 0,-1-1 0,-1 0 0,0 0 0,-2 0 0,2-26 0,-8 48-194,-8 12 114,0 1 1,1 1 0,0 0 0,2 1 0,0 0 0,2 0-1,0 1 1,2 0 0,0 0 0,1 0 0,2 0-1,0 1 1,1 26 0,2-47 16,-1 0 0,0 0 0,1 0-1,-1-1 1,1 1 0,0 0 0,0 0 0,-1 0 0,1-1-1,0 1 1,1 0 0,-1-1 0,0 1 0,0-1 0,1 0-1,-1 1 1,1-1 0,-1 0 0,1 0 0,-1 0 0,1 0 0,0 0-1,0 0 1,2 1 0,6 2-456,0-1 0,1-1 0,14 3 0,-15-3 85,45 6-3212,60 2 0,-8-8-2543</inkml:trace>
</inkml:ink>
</file>

<file path=ppt/ink/ink1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5:07.8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 22 8756,'0'0'10682,"-18"22"-10081,-7 9-277,-24 40 0,44-63-275,2 0 0,-1 0 1,1 1-1,0-1 0,0 1 0,1 0 1,1 0-1,-1 0 0,1 0 1,1 0-1,0 0 0,0 0 0,2 9 1,-1-1 34,-1-12-73,0 1 0,0 0 1,1-1-1,0 1 0,0-1 1,0 1-1,1-1 0,0 0 1,0 1-1,0-1 0,0 0 1,1 0-1,0-1 1,0 1-1,0 0 0,1-1 1,0 0-1,0 0 0,0 0 1,0 0-1,0-1 0,1 0 1,-1 1-1,1-2 0,0 1 1,0 0-1,0-1 1,1 0-1,-1 0 0,0-1 1,1 0-1,-1 0 0,1 0 1,9 0-1,-13-1-3,11 2 49,-1-2 1,1 0 0,17-2 0,-26 2-26,0-1 0,-1 0 1,1 0-1,0 0 1,-1 0-1,1-1 1,-1 0-1,0 1 1,0-1-1,1 0 0,-1-1 1,-1 1-1,1-1 1,0 1-1,4-6 1,-3 2 80,0 0 0,0-1 0,0 0 1,-1 0-1,0 0 0,0 0 0,-1 0 0,0 0 1,0-1-1,1-9 0,-1-9 300,-1-44-1,-2 36-119,1 24-238,-1 0-1,0 1 0,0-1 0,-1 1 1,0-1-1,-1 1 0,0 0 0,-1 0 1,0 0-1,-8-14 0,9 19-122,0-1-1,0 1 0,0 0 0,-1 0 1,1 0-1,-1 0 0,0 0 1,-1 1-1,1 0 0,0 0 1,-1 0-1,0 0 0,0 1 1,0 0-1,0 0 0,0 0 0,0 1 1,0-1-1,-1 1 0,-8 0 1,9 0-355,1 1 0,-1 0 1,1 1-1,-1-1 0,1 1 0,-1-1 1,-6 4-1,9-4 103,0 1-1,0 0 1,0 0 0,0 1-1,1-1 1,-1 0 0,1 1-1,-1-1 1,1 1-1,-1-1 1,1 1 0,0 0-1,-1-1 1,1 1 0,0 0-1,0 0 1,0 2 0,-7 25-6406</inkml:trace>
</inkml:ink>
</file>

<file path=ppt/ink/ink1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5:08.1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25 9012,'0'0'8199,"29"-6"-6772,2-1-955,60-4 0,-88 11-437,1 0 0,0 0 0,-1 0 0,1 1 0,-1 0 0,1 0 0,-1 0 0,1 0-1,-1 0 1,0 1 0,1-1 0,-1 1 0,0 0 0,0 0 0,3 3 0,-1-1 30,-1 1 0,1 0 0,-1 1 1,-1-1-1,6 9 0,-2-2 52,12 20 142,-2 1 0,-1 0 0,-2 1 0,-1 1-1,13 54 1,-23-63 44,-3-26-283,0 0-1,0 0 1,0-1 0,0 1 0,0 0 0,0 0 0,0 0-1,0 0 1,0 0 0,0 0 0,-1 0 0,1 0-1,0 0 1,0 0 0,0 0 0,0 0 0,0 0-1,0 0 1,0 0 0,0 0 0,0-1 0,-1 1 0,1 0-1,0 0 1,0 0 0,0 0 0,0 0 0,0 0-1,0 0 1,0 1 0,0-1 0,-1 0 0,1 0-1,0 0 1,0 0 0,0 0 0,0 0 0,0 0 0,0 0-1,0 0 1,0 0 0,0 0 0,0 0 0,-1 0-1,1 0 1,0 0 0,0 0 0,0 1 0,0-1-1,0 0 1,0 0 0,0 0 0,0 0 0,0 0 0,0 0-1,0 0 1,0 0 0,0 0 0,0 1 0,0-1-1,0 0 1,-2-4 144,-1 0 0,1-1 1,1 1-1,-1 0 0,1-1 0,0 1 0,-1-6 0,0 0-85,0-1 1,1 0-1,1 0 0,0-1 0,0 1 0,1 0 1,4-17-1,-3 20-88,1 1 1,0-1 0,0 1-1,1 0 1,-1 0 0,2 0-1,-1 0 1,1 1 0,0 0-1,0 0 1,8-7 0,-2 4-257,1 0 1,-1 0-1,1 1 0,1 1 1,0 0-1,0 0 1,18-5-1,1 2-1647,0 1-1,37-4 0,21 0-4239</inkml:trace>
</inkml:ink>
</file>

<file path=ppt/ink/ink1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5:08.7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0 8036,'0'0'11269,"-2"27"-10015,0-8-940,-2 20 558,3 0-1,4 66 1,6 113 1097,-10-217-1951,1 1 0,0-1 0,0 0 0,0 0 1,1 1-1,-1-1 0,0 0 0,0 0 0,1 1 0,-1-1 0,1 0 0,-1 0 0,1 0 1,-1 0-1,2 2 0,-1-3 1,0 1 0,-1-1 1,1 0-1,0 0 0,-1 0 1,1 0-1,0 0 0,0 0 0,-1 0 1,1 0-1,0 0 0,-1 0 1,1-1-1,0 1 0,-1 0 0,1 0 1,0-1-1,-1 1 0,1 0 1,0-1-1,-1 1 0,1 0 0,-1-1 1,1 1-1,-1-1 0,1 1 1,-1-1-1,1 0 0,-1 1 0,1-1 1,-1 0-1,16-17 352,18-28 0,11-13-251,-41 55-110,60-62-10,-58 60-8,0 0 0,1 1 0,0 0 0,0 0 0,0 1 0,1 0 0,0 1 0,11-5 0,-18 8-3,0-1-1,0 1 0,0-1 0,0 1 0,0 0 0,0-1 0,0 1 1,0 0-1,0 0 0,0 0 0,0 0 0,0 0 0,0 0 0,0 0 1,0 0-1,0 1 0,0-1 0,0 0 0,0 1 0,0-1 0,0 0 1,0 1-1,0-1 0,0 1 0,0 0 0,0-1 0,0 1 0,-1 0 0,1-1 1,0 1-1,1 2 0,-1 0-29,0 0-1,0 1 1,-1-1 0,1 0 0,-1 1-1,0-1 1,0 1 0,0 3 0,0-2 66,0 144-111,1-148 65,-1 0 0,0 1 0,0-1 0,1 1 0,-1-1-1,0 0 1,1 1 0,-1-1 0,1 0 0,0 0 0,-1 0-1,1 1 1,0-1 0,0 0 0,0 0 0,0 0-1,0 0 1,0 0 0,0 0 0,0-1 0,0 1 0,0 0-1,1-1 1,-1 1 0,0 0 0,1-1 0,-1 1 0,0-1-1,1 0 1,-1 1 0,0-1 0,1 0 0,1 0 0,1 0-22,1 0 1,0 0 0,0 0 0,0-1 0,-1 1 0,1-1 0,0 0-1,8-4 1,-1-2 71,0 0 0,0 0 0,-1-2 1,0 1-1,-1-2 0,1 1 0,-2-1 0,1-1 0,8-12 0,-15 18 16,-2 5-68,-1 1-1,1-1 1,0 0 0,0 1-1,-1-1 1,1 1-1,0-1 1,-1 1-1,1-1 1,0 1-1,-1-1 1,1 1 0,-1 0-1,1-1 1,-1 1-1,1 0 1,-1 0-1,1 0 1,5 9 15,1-1-1,1-1 1,0 1 0,0-1-1,0 0 1,1-1 0,0 0 0,1 0-1,-1-1 1,1 0 0,0-1-1,14 5 1,-7-3 22,1-2-1,0 0 1,0-1-1,1 0 1,-1-2-1,33 1 0,-47-3-5,0 0 0,-1 0 0,1 0-1,0-1 1,-1 1 0,1-1-1,-1 0 1,1 0 0,-1 0-1,1 0 1,-1-1 0,0 0-1,0 1 1,4-4 0,-4 2 13,0 0 1,0 0-1,-1-1 1,1 1-1,-1-1 1,1 0-1,-1 1 1,0-1-1,-1 0 1,1-1-1,1-3 1,2-11 57,0-1 1,-1 0-1,-1 0 1,-1 0-1,0 0 1,-2 0-1,0 0 1,-4-27-1,3 42-70,0 0-1,-1 0 1,1 0-1,-1 0 1,0 1-1,0-1 1,0 1-1,-1-1 1,1 1-1,-1 0 1,0 0-1,0 0 1,-1 0-1,1 1 1,-1-1-1,0 1 1,0 0-1,0 0 1,0 0-1,0 1 1,-1-1-1,1 1 1,-1 0-1,0 0 1,1 1-1,-1 0 1,-8-2-1,5 2-44,-1 0 0,1 1-1,0 0 1,-1 0 0,1 1 0,0 0 0,-1 0-1,1 1 1,0 0 0,0 0 0,0 1-1,1 0 1,-1 1 0,1-1 0,-14 10 0,7-2-397,1 0 1,0 0 0,0 2-1,1-1 1,1 2 0,-11 15-1,16-20-370,1 0 0,0 1 0,0-1 0,-4 18 0,7-19-387,0 0-1,0-1 1,1 1-1,1 0 1,-1 0-1,2 15 0,6 15-7519</inkml:trace>
</inkml:ink>
</file>

<file path=ppt/ink/ink1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5:09.1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11205,'0'0'11800,"2"19"-11429,7 77 704,-5 109 0,-5-155-899,-2 178 249,3-221-431,0 0 1,1-1-1,-1 1 0,1-1 1,1 1-1,-1-1 1,1 1-1,0-1 1,1 0-1,0 0 1,3 6-1,-4-9-114,1 0 0,-1 0 0,1 0 0,-1-1 0,1 1 1,0-1-1,0 0 0,0 0 0,0 0 0,1 0 0,-1-1 0,0 1 0,1-1 0,-1 0 0,1 0 0,0 0 0,-1 0 0,1-1 0,0 1 0,5-1 0,-5 0-225,1 1 0,-1-1-1,0-1 1,0 1-1,1-1 1,-1 1 0,0-1-1,0 0 1,0-1-1,0 1 1,0-1-1,0 1 1,0-1 0,-1-1-1,1 1 1,3-3-1,28-34-6022</inkml:trace>
</inkml:ink>
</file>

<file path=ppt/ink/ink1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5:09.4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70 8468,'0'0'10917,"177"0"-10117,-81 0-720,-2-7-80,-20-12-1648,-25-3-2706,-20 1-5027</inkml:trace>
</inkml:ink>
</file>

<file path=ppt/ink/ink1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5:10.1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 12678,'0'0'7350,"28"-2"-6926,91-2-147,-113 5-270,-1-1-1,1 1 0,-1 0 1,1 0-1,-1 1 0,0 0 1,1 0-1,-1 0 0,0 0 1,0 1-1,0 0 0,-1 0 1,1 0-1,-1 0 0,1 1 1,-1 0-1,0 0 0,-1 0 1,1 0-1,-1 1 0,1-1 1,-1 1-1,-1 0 0,1 0 0,-1 0 1,0 0-1,3 10 0,-3-7 1,-1-1-1,1 1 0,-1 0 1,-1 0-1,0 0 0,0 0 1,0-1-1,-1 1 0,0 0 1,-1 0-1,1-1 0,-1 1 1,-1-1-1,0 1 0,0-1 1,0 0-1,-6 8 0,-1-2 96,-1-1-1,0 0 0,-1 0 1,0-2-1,-1 1 1,-1-1-1,1-1 0,-1-1 1,-1 0-1,1 0 0,-1-2 1,-21 7-1,21-9 2542,30-5-2140,29-3-423,59-13 0,-8 0-43,9 9-176,-1-1-3991,-98 8 3136,1 0 0,0 0-1,-1-1 1,0 0 0,1 0-1,8-4 1,9-8-5022</inkml:trace>
</inkml:ink>
</file>

<file path=ppt/ink/ink1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5:10.4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434 1 12966,'0'0'8932,"18"154"-7667,20-51-177,10 3-288,-3 7-111,-4 5-209,-15 2-32,-26-2-384,-8-2 0,-67-13-96,-34-4 32,-30-3-1889,-14-7-1760,-12-15-5203</inkml:trace>
</inkml:ink>
</file>

<file path=ppt/ink/ink1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5:12.7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1 146 7283,'0'0'5237,"20"-22"-4372,70-69-153,-88 87-669,1 2 1,1-1-1,-1 0 0,0 1 1,1-1-1,0 1 0,-1 0 0,1 0 1,0 0-1,0 1 0,0-1 1,0 1-1,0 0 0,0 0 0,0 1 1,1-1-1,-1 1 0,0 0 1,8 0-1,3 1 89,-9-1-91,0 0 0,0 0 0,0 1-1,0 0 1,0 0 0,0 0 0,-1 1 0,1 0 0,0 0 0,-1 0 0,11 6-1,-11-4-28,0 1-1,0-1 0,0 1 0,-1 0 0,1 0 1,-1 1-1,0-1 0,-1 1 0,1 0 0,3 9 1,-1 0 44,0 1 0,0 1 0,-2-1 0,0 1 0,-1 0 0,2 21 0,-3 105 1933,-3-85 1259,1-61-3128,1-1 0,0 0 0,-1 1 0,1-1 1,0 1-1,0-1 0,1 1 0,-1 0 0,1-1 0,2-3 1,25-32 95,-20 28-156,12-15-35,1 2 1,1 0-1,1 1 0,1 2 1,1 1-1,1 0 0,45-23 1,-69 41-22,0 0 1,1 1-1,-1-1 1,0 1-1,1 0 1,-1 0-1,1 0 1,-1 1-1,5-1 0,-7 1-10,0 0-1,0 1 0,0-1 0,1 0 0,-1 1 0,0-1 1,0 0-1,0 1 0,0 0 0,1-1 0,-1 1 0,0 0 1,0-1-1,0 1 0,0 0 0,-1 0 0,1 0 0,0 0 0,0 0 1,0 0-1,-1 0 0,1 0 0,-1 0 0,1 0 0,-1 0 1,1 0-1,0 2 0,5 17-7,0 1 1,-1-1-1,-1 1 0,1 26 1,-2 88-638,3 21-7765,2-102 258</inkml:trace>
</inkml:ink>
</file>

<file path=ppt/ink/ink1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5:13.2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 7235,'0'0'8874,"0"8"-8207,-2 449 3572,1-451-4318,1 1 0,1-1 0,-1 1 0,1-1 0,1 1 0,-1-1 0,1 0 0,2 7 0,-2-10-138,-1-1-1,1 1 1,0-1-1,-1 1 1,1-1-1,0 0 1,1 1-1,-1-1 1,0-1-1,1 1 1,-1 0-1,1 0 1,-1-1-1,1 1 1,0-1-1,-1 0 1,1 0-1,0 0 1,4 1-1,6 0-1332,0 0 0,0-1 0,1 0 0,16-2 0,14-3-3629</inkml:trace>
</inkml:ink>
</file>

<file path=ppt/ink/ink1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5:13.6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30 178 5699,'0'0'9337,"0"5"-8710,-1 4-254,-2 43 801,3-49-1124,1 1 1,-1-1-1,0 1 0,1-1 0,0 0 0,0 1 0,0-1 0,0 0 1,0 0-1,1 1 0,-1-1 0,1 0 0,2 2 0,1 0-9,0-1 0,0 0 0,0-1 0,1 1 0,-1-1 0,1 0 0,0-1 0,0 1 0,0-1 0,0 0 0,0-1 0,0 1 0,8-1 0,14 3 127,45-2 0,-66-2-157,5 0 59,0 0 1,0-1-1,0 0 1,0-1-1,16-4 1,-24 4-16,0 1 0,0-1 0,0 0 0,0 0 0,0-1 0,-1 1-1,1-1 1,-1 1 0,1-1 0,-1 0 0,0-1 0,-1 1 0,1 0 0,0-1 0,-1 0 0,0 1 0,0-1 0,2-4 0,0-3 104,-1-1 0,-1 1 0,0 0-1,0-1 1,-1 1 0,0-1 0,-1 0 0,0 1 0,-1-1 0,-3-11-1,3 18-115,-1 1 0,1 0 0,-1 0 0,0 0 0,0 0-1,-1 0 1,1 0 0,-1 0 0,0 1 0,0-1 0,0 1 0,-1 0-1,1 0 1,-7-4 0,-5-3 45,0 0 0,-22-9 1,22 12-172,-1 2 0,0 0 0,0 0 0,0 2 0,0 0-1,-1 1 1,1 0 0,-34 2 1,46 0-119,0 0 1,-1 0 0,1 1 0,0-1 0,-1 1 0,1 0 0,0 0 0,0 1 0,0-1 0,0 1-1,0 0 1,0 0 0,0 0 0,1 0 0,-1 1 0,1-1 0,-1 1 0,1 0 0,0 0 0,0 0 0,0 1-1,1-1 1,-1 1 0,1-1 0,0 1 0,0 0 0,0 0 0,0 0 0,1 0 0,-1 0 0,0 5 0,1 1-1320,-1 1 0,2 19 0,0 21-4218</inkml:trace>
</inkml:ink>
</file>

<file path=ppt/ink/ink1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5:14.3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314 168 5475,'0'0'1672,"1"-21"1023,4-68 79,-4 87-2637,-1 0 0,0 0 0,0 0 0,0 0 0,0-1 0,0 1-1,0 0 1,0 0 0,-1 0 0,1 0 0,-1 0 0,0 0 0,1 0-1,-1 0 1,0 0 0,0 0 0,0 0 0,-1 1 0,1-1-1,0 0 1,-1 1 0,1-1 0,-1 1 0,1-1 0,-4-1 0,1 1-2,0 1 1,0 0 0,0 0 0,0 1 0,-1-1 0,1 1 0,0 0 0,0 0 0,-6 1-1,-5-1 311,2 0-284,0 1-1,0 0 1,0 1 0,0 1 0,0 0 0,1 0-1,-1 1 1,1 1 0,-14 6 0,20-7-124,-1 0 0,1 0 0,0 0 0,0 1 0,0 0 0,1 0 0,-1 0 0,1 1 0,1 0 0,-1 0 0,1 0 0,0 0 0,0 1 0,1 0 0,0-1 0,0 1 0,-3 12 0,4-13-24,1 1-1,-1 0 1,2 0-1,-1 0 1,1 0-1,0 0 1,0-1-1,1 1 1,-1 0-1,2 0 1,2 11-1,-2-13-14,0-1 1,0 0-1,1 0 0,-1 0 0,1 0 0,0 0 0,0-1 0,0 1 1,0-1-1,1 0 0,-1 0 0,1 0 0,0 0 0,0 0 1,0-1-1,0 0 0,7 3 0,7 1 22,-1-1 1,1 0-1,0-2 0,0 0 1,0-1-1,0 0 0,1-2 1,-1 0-1,20-3 0,-34 1 10,-1 1 0,1 0 0,-1-1-1,1 1 1,-1-1 0,0 0-1,0 0 1,0 0 0,0-1-1,0 1 1,0-1 0,0 0 0,-1 1-1,1-1 1,-1-1 0,0 1-1,0 0 1,0 0 0,-1-1-1,3-6 1,3-8 430,0 0 1,5-32-1,-11 46-395,7-27 472,-4 19-28,-1 0 1,-1 0 0,0-1 0,1-12 0,-3 24 38,0 11-823,3 30 580,-3-39 135,0 7-468,0 141-17,-1 169 80,0-300-38,0-1 1,-7 29-1,7-39 11,-1 1 0,0-1-1,-1 0 1,0 0 0,0-1 0,0 1 0,-1 0 0,-7 9 0,9-14-8,0-1 0,0 0 0,0 1 0,0-1 0,0 0 0,0 0 0,-1 0 1,1 0-1,0 0 0,0-1 0,-1 1 0,1-1 0,0 0 0,-1 1 0,1-1 0,-4 0 1,0 0 21,1-1 1,0 1 0,0-1 0,-1 0 0,1 0 0,-8-3 0,7 1-5,1 0 0,-1 0 0,1-1-1,0 1 1,0-1 0,1 0 0,-1 0-1,1-1 1,0 1 0,0-1 0,0 0-1,1 0 1,-4-8 0,3 5-3,0 0-1,1 0 1,0 0-1,0 0 1,1-1 0,1 1-1,-1-1 1,1 1 0,0-11-1,2 14-21,-1 0-1,1 0 0,0 0 0,1 0 1,-1 0-1,1 0 0,0 1 0,0-1 1,1 1-1,-1-1 0,1 1 0,0 0 1,0 0-1,0 0 0,1 0 1,-1 1-1,1-1 0,0 1 0,0 0 1,5-3-1,11-6-184,0 0 0,0 1 1,24-8-1,-13 7-1072,0 1 1,64-12-1,65 4-6090,-76 13 755</inkml:trace>
</inkml:ink>
</file>

<file path=ppt/ink/ink1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5:17.0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359 104 3217,'0'0'8130,"-32"-20"-6682,-10-5-1025,-52-24 0,90 47-400,-1 1 1,1-1-1,0 1 1,-1 0-1,1 0 1,-1 0-1,1 1 1,-1-1-1,1 1 1,-1 0-1,1 0 1,-1 1-1,1 0 0,-1-1 1,1 1-1,-6 3 1,4-2 34,1 2 0,-1-1 0,1 1 0,0-1 0,-1 1 0,2 1 0,-7 5-1,6-5 23,-1 2-36,0-1 0,1 1 0,0 0 0,0 0 1,1 1-1,0 0 0,0-1 0,0 1 0,1 1 0,1-1 1,-1 0-1,1 1 0,1-1 0,-1 1 0,2-1 0,-1 1 1,1 13-1,1-17-34,-1 0 0,0 0 0,1 0 1,0 0-1,0 0 0,0 0 0,1 0 1,0-1-1,0 1 0,0 0 0,0-1 0,1 0 1,-1 1-1,5 4 0,-2-4-3,1 1 0,-1-1 0,1 0 0,0 0 0,1-1 0,-1 0 0,1 0 0,11 5 0,-1-2 9,1-2-1,0 1 1,1-2 0,-1-1-1,0 0 1,1-1 0,19-1-1,-32-1-5,0 0 0,0 0 1,0-1-1,0 0 0,0 0 0,-1 0 0,1-1 0,0 0 0,-1 0 1,0 0-1,1-1 0,5-3 0,-7 3 58,0-1 0,0 1 0,-1-1 0,0 1 0,0-1 0,0 0 0,0 0 0,0-1 0,-1 1 0,0 0 0,0-1 0,0 1 0,0-1-1,-1 0 1,1-5 0,2-10 438,-2-1-1,0 0 0,-2-31 1,-1 18 959,1 34-1054,0 10-277,0 4-171,0 5 27,0-1 0,5 25 1,-4-36 13,0-1 1,1 1-1,0 0 1,1-1-1,0 1 1,0-1-1,0 0 1,0 0 0,1 0-1,5 5 1,-1-1-166,1-2 0,0 1 0,1-1 0,0 0 0,0-1 0,17 9 0,72 29-4630,-36-18-1516,-21-5-1718</inkml:trace>
</inkml:ink>
</file>

<file path=ppt/ink/ink1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5:17.7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4498,'0'0'11395,"0"2"-10931,0 183 1812,-1-184-2249,1 1 0,0 0 1,0-1-1,0 1 0,0 0 1,0-1-1,1 1 0,-1-1 1,0 1-1,1 0 0,-1-1 1,1 1-1,0-1 0,-1 0 1,1 1-1,0-1 0,0 1 1,0-1-1,0 0 0,0 0 1,0 1-1,0-1 0,1 0 1,1 1-1,-1-1 10,1 0 0,0-1 0,-1 1 0,1-1 0,0 0 0,0 0 0,-1 0 0,1 0 0,0 0 0,0 0 0,-1-1 0,1 1-1,0-1 1,2-1 0,13-3 24,-4 0-11,0 2 1,0 0-1,0 0 0,26-1 1,-28 4-70,33 3-5,-42-2 23,1-1 0,-1 2 0,0-1-1,0 0 1,0 1 0,0-1 0,0 1 0,0 0 0,-1 0 0,1 0 0,3 4 0,0-1-7,-1 1 1,0 1 0,-1-1 0,1 1 0,-1 0 0,0 0 0,-1 0 0,0 0 0,0 0-1,-1 1 1,0 0 0,0-1 0,0 1 0,-1 0 0,0 0 0,-1 0 0,-1 14-1,1-20 12,0 1-1,0-1 0,0 0 0,-1 0 1,1 1-1,-1-1 0,0 0 0,1 0 0,-1 0 1,0 0-1,0 0 0,-1 0 0,1 0 0,0 0 1,-1 0-1,1-1 0,-1 1 0,1 0 0,-1-1 1,0 1-1,0-1 0,1 0 0,-1 1 0,0-1 1,0 0-1,0 0 0,-1-1 0,1 1 0,0 0 1,0-1-1,0 1 0,-5 0 0,-7 0 36,0 0 0,0 0 0,1-1 0,-18-3 0,23 3-19,4-1-52,0 0-1,0 1 1,0-1 0,0-1 0,0 1 0,1-1 0,-1 1 0,0-1 0,1 0 0,-1 0 0,1-1-1,0 1 1,-1-1 0,1 1 0,1-1 0,-1 0 0,0 0 0,1 0 0,-1-1 0,1 1 0,0-1-1,0 1 1,0-1 0,1 0 0,-1 0 0,1 1 0,0-1 0,0 0 0,0 0 0,0-8 0,1 11-71,0 1 1,0 0 0,0-1 0,0 1-1,0-1 1,0 1 0,1 0 0,-1-1 0,0 1-1,0-1 1,0 1 0,0 0 0,0-1 0,1 1-1,-1 0 1,0-1 0,0 1 0,1 0 0,-1-1-1,0 1 1,1 0 0,-1-1 0,0 1-1,1 0 1,-1 0 0,0 0 0,1-1 0,-1 1-1,1 0 1,-1 0 0,1 0 0,15-1-2157,-9 1 689,29 0-6540</inkml:trace>
</inkml:ink>
</file>

<file path=ppt/ink/ink1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5:19.2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44 4514,'0'0'8070,"6"-7"-6928,15-22 51,-15 22-267,-6 13 66,-1 34-64,-1-1-1,-12 64 1,-3-15-167,3-1 0,-3 151 0,17-224-704,0-1 23,-1-1 0,2 1 0,0 0 0,0-1 0,1 1 0,1-1 0,8 24 0,9 5 189,47 68 1,-42-70-172,37 74 1,-58-102-81,0-1 0,-1 1 0,0 0 0,-1-1 0,0 1 1,-1 0-1,0 1 0,-1 12 0,-1-20-17,1 0 1,0 0 0,-1 0 0,0 0-1,0 0 1,0-1 0,0 1-1,-1 0 1,1-1 0,-1 1-1,0-1 1,0 0 0,0 1-1,0-1 1,-4 3 0,-4 4 44,0 0 0,-24 16 1,-15 14 84,45-36-124,1-1 0,-1 1 0,1 1 0,0-1 0,0 0 1,1 1-1,-1-1 0,1 1 0,-3 8 0,2 5-7,0 0 1,1 0-1,1 0 1,1 0-1,3 27 0,-2-27 11,0-3 1,1 1-1,1 0 1,1-1 0,9 29-1,33 58 69,-34-78-61,0 1 0,-1 0 1,-2 1-1,-1 1 0,7 36 1,-9-2 180,-5 66 1,-1-83-146,-8 82 212,1-14-70,4-26-154,5 0 0,16 121-1,-6-131-53,-5-30-535,21 82 1,-26-122 128,0 0 1,0 0-1,1-1 0,0 1 0,0 0 0,0-1 0,0 1 0,1-1 0,0 0 0,0 0 1,1-1-1,-1 1 0,1-1 0,0 0 0,0 0 0,0-1 0,1 1 0,-1-1 1,1-1-1,0 1 0,0-1 0,7 3 0,53 7-5927</inkml:trace>
</inkml:ink>
</file>

<file path=ppt/ink/ink1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5:19.8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94 477 2993,'0'0'10416,"1"-17"-8575,2-53 1243,7 148-2315,43 275 828,-49-336-1168,-2-19 849,-5-30-192,-2 10-1034,-1-1 0,-2 1 0,0 0 0,-14-25 0,0-1-37,1-5 4,-30-110-1,44 133-20,2 0 1,1-1-1,1 1 0,2-1 1,3-43-1,-1 66-21,0 0 1,1 0-1,0 0 1,0 1-1,0-1 0,1 1 1,0-1-1,1 1 1,0 0-1,0 0 0,0 0 1,1 1-1,0-1 1,1 1-1,-1 1 0,8-7 1,-5 6-120,0 0 1,0 1-1,1 0 0,-1 0 1,1 1-1,0 0 1,1 1-1,-1 0 0,0 0 1,1 1-1,0 0 0,17-1 1,-17 3-229,-1-1 0,0 1 0,1 1-1,-1 0 1,1 0 0,-1 1 0,0 0 0,13 5 0,-18-5 76,0 0 1,1 1-1,-1-1 1,0 1-1,0 0 1,-1 0-1,1 1 1,-1-1-1,1 1 1,-1 0-1,0 0 1,0 0-1,-1 0 0,1 0 1,-1 1-1,0-1 1,2 8-1,-1-4-498,-1 0 1,0 1-1,-1-1 0,1 11 0,-1 38-4090</inkml:trace>
</inkml:ink>
</file>

<file path=ppt/ink/ink1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5:20.2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49 8404,'0'0'9780,"101"9"-8947,-37-9-305,14 0-464,10 0-128,8-12-96,9-5-1569,-9 5-1648,-16 3-2066,-24 2-1536</inkml:trace>
</inkml:ink>
</file>

<file path=ppt/ink/ink1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5:20.5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168 0 8708,'0'0'8905,"-20"9"-8523,9-5-281,0 1 1,0 0-1,0 1 0,1 1 1,0-1-1,-10 10 1,16-11-31,0 0 1,0 1 0,0-1 0,0 1 0,1 0 0,0 0 0,1 0 0,-1 1 0,1-1 0,-1 8 0,-3 11 215,-2 34 0,6-35-156,-6 46 256,4 118 0,5-179-375,0 1-1,0-1 1,0 0 0,1 0 0,1 0-1,-1 0 1,2 0 0,-1 0-1,1-1 1,0 1 0,9 11 0,-6-11-117,0-1 1,1 1 0,0-1 0,1 0-1,0-1 1,0 0 0,0 0 0,21 10-1,-10-8-1340,1 0 0,0-1-1,39 9 1,-5-6-4499</inkml:trace>
</inkml:ink>
</file>

<file path=ppt/ink/ink1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5:20.9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5282,'0'0'10360,"14"22"-9192,4 8-819,61 110 698,-64-111-659,10 33 1,-21-50-210,0 1-1,-1 0 1,-1 0-1,0 0 1,0 21 0,-16-33 698,12-1-816,0-1-1,0 1 0,0 0 1,0-1-1,0 1 0,0-1 1,0 0-1,0 0 0,1 0 1,-1 0-1,0 0 0,1 0 0,-1 0 1,0 0-1,1 0 0,-1-1 1,1 1-1,-2-3 0,1 1-6,0-1-1,0 0 0,0 1 0,0-1 0,1 0 0,-1 0 0,1 0 0,-1-6 0,1-2-8,0 1 0,0 0-1,1-1 1,1 1 0,0 0-1,2-12 1,0 13-38,0 0-1,1 0 0,0 0 1,1 1-1,0-1 1,0 1-1,1 0 0,1 0 1,-1 1-1,1 0 0,0 0 1,1 1-1,0 0 1,0 0-1,1 1 0,9-6 1,-3 3-22,0 0 1,0 2 0,1-1-1,0 2 1,0 0 0,0 1-1,1 1 1,0 0 0,22-1-1,-24 4-4,-1 1 0,0 0-1,19 3 1,-28-3 10,0 2 0,1-1 0,-1 1 0,0-1 0,0 1 1,0 1-1,0-1 0,0 1 0,-1 0 0,1 0 0,5 5 0,-2 0 6,0 0-1,0 1 0,-1 0 0,0 1 1,-1 0-1,0 0 0,0 0 0,-1 0 0,0 1 1,-1 0-1,4 16 0,-4-8-291,0 0-1,-2 0 1,0 0 0,-1 0-1,-1 0 1,-3 23-1,1-31-622,0-1 0,0 1 0,-1-1 0,-1 0 0,0 0 0,0 0 0,-10 16 0,-11 16-5920</inkml:trace>
</inkml:ink>
</file>

<file path=ppt/ink/ink1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5:21.3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0 4834,'0'0'9461,"153"183"-7621,-97-87-303,-5 5-544,-16-2-65,-25-5-624,-10 0-256,-29-3-48,-35 0-256,-11-1-1121,-8-9-2865,-8-13-4930</inkml:trace>
</inkml:ink>
</file>

<file path=ppt/ink/ink1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5:27.3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74 5795,'0'0'11191,"0"-15"-9891,0-14-945,-1-1 248,3 63-185,2 84 793,5 249 817,-9-365-1241,24 4-349,6 3-429,1-2 0,56 3 0,67-6 48,-131-3-53,-22 0-108,-22 0-7860,-8 0 2007,-7 0-3144</inkml:trace>
</inkml:ink>
</file>

<file path=ppt/ink/ink1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5:27.7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 7507,'0'0'10563,"1"-5"-9675,1-8-466,-1 24-157,-2 47 154,1-32-26,0 259 1331,0-284-2032,1 0 0,-1-1 0,0 1 0,0-1 0,1 1 0,-1-1-1,0 1 1,1-1 0,-1 1 0,1-1 0,-1 1 0,1-1 0,-1 1 0,1-1 0,-1 0 0,1 1 0,-1-1 0,1 0 0,0 0 0,-1 1 0,1-1 0,-1 0 0,1 0 0,0 0 0,-1 0-1,1 0 1,0 0 0,-1 0 0,1 0 0,-1 0 0,1 0 0,0 0 0,-1 0 0,1 0 0,0 0 0,-1 0 0,1-1 0,-1 1 0,1 0 0,0-1 0,-1 1 0,1 0 0,-1-1 0,1 0-1,10-11-6456</inkml:trace>
</inkml:ink>
</file>

<file path=ppt/ink/ink1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5:28.1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1 263 6563,'0'0'4311,"29"-2"-2862,94-3-521,-116 5-887,111-8 550,-103 5-752,-1 0 1,1 0 0,-1-2-1,19-7 1,-29 11 72,-1-1 0,0 1 1,0-1-1,0 1 0,-1-1 1,1 0-1,0 0 0,-1 0 1,1 0-1,-1-1 0,0 1 0,0-1 1,0 0-1,0 1 0,0-1 1,0 0-1,-1 0 0,1 0 1,-1 0-1,0 0 0,0 0 1,0-1-1,0 1 0,-1 0 1,1 0-1,-1-1 0,0 1 0,0 0 1,0-5-1,0-35 1407,0-15 2179,0 19 3072,0 55-6309,-1 82-209,-3 0-1,-19 103 1,14-157-1113,0-1-1803,4-15-2474,5-19-993</inkml:trace>
</inkml:ink>
</file>

<file path=ppt/ink/ink1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5:28.4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201 5 10501,'0'0'7016,"-24"-2"-6133,-2 0-680,-40 1 0,65 1-195,0 0-1,-1 0 1,1 0 0,0 1-1,0-1 1,0 0 0,0 1-1,0-1 1,0 0 0,0 1 0,0-1-1,0 1 1,0 0 0,1-1-1,-1 1 1,0 0 0,0-1-1,0 1 1,1 0 0,-1 0-1,0 0 1,1-1 0,-1 1-1,1 0 1,-1 0 0,0 2 0,0 0 12,1 0 1,0-1-1,-1 1 1,1 0-1,0 0 1,1 0 0,0 4-1,0 2 43,-1 1-51,1-1 0,1 0 1,0 0-1,0 0 1,1 0-1,0 0 0,0 0 1,1-1-1,0 0 0,1 0 1,0 0-1,0 0 0,0 0 1,1-1-1,1 0 0,9 9 1,14 10 147,0-2 0,55 34 0,-48-33 188,-36-25-327,-1 0 0,1 0 0,-1 0 0,0 0 0,1 0 0,-1 0 0,1 1 0,-1-1 0,0 0 0,1 0 1,-1 0-1,0 1 0,1-1 0,-1 0 0,0 1 0,0-1 0,1 0 0,-1 1 0,0-1 0,0 0 0,1 1 0,-1-1 1,0 0-1,0 1 0,0-1 0,0 1 0,0-1 0,1 1 0,-1-1 0,0 0 0,0 1 0,0-1 0,0 1 0,0-1 1,0 0-1,0 1 0,-1-1 0,1 1 0,0-1 0,0 0 0,0 1 0,0-1 0,0 1 0,-1-1 0,1 0 0,0 1 1,0-1-1,-1 0 0,1 1 0,0-1 0,0 0 0,-1 1 0,1-1 0,0 0 0,-1 0 0,1 1 0,-1-1 0,1 0 1,-1 0-1,-26 9 576,-14-3-817,-67 2 0,6-1-7621,61-2-1041</inkml:trace>
</inkml:ink>
</file>

<file path=ppt/ink/ink1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5:29.0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8836,'0'0'8513,"0"9"-7875,0 369 3325,0-249-6379,0-2-5526,0-115 368</inkml:trace>
</inkml:ink>
</file>

<file path=ppt/ink/ink1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5:29.4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25 174 9941,'0'0'1101,"-6"-21"1439,-1-7-1605,-4-30 0,11 56-873,0 1-1,-1-1 1,1 0-1,0 0 0,0 0 1,1 0-1,-1 0 1,0 1-1,1-1 0,-1 0 1,1 0-1,-1 0 1,1 1-1,0-1 0,0 0 1,0 1-1,0-1 0,0 1 1,0-1-1,0 1 1,0-1-1,1 1 0,-1 0 1,3-2-1,-1 1-18,1 0 0,1 0 0,-1 0 0,0 1 0,0 0-1,0 0 1,7-1 0,-3 1 0,24-4 5,0 2-1,51 1 0,-70 2-45,6 1 0,-1 0 1,1 0-1,-1 2 0,1 0 0,-1 2 0,0 0 0,23 9 0,-28-8-4,-1 1 0,1 0 0,-1 0 0,0 1 0,-1 1 0,0 0 0,0 0 0,-1 1 0,0 0 0,10 16 0,-14-18 2,-1 0 0,0 0 0,-1 1 0,0 0 0,0 0 0,-1 0 0,0 0 0,-1 0 1,0 1-1,0-1 0,0 13 0,-1-15 7,-1 0 1,-1 0 0,1 0 0,-1 0 0,0 0 0,-1 0-1,0 0 1,0 0 0,0-1 0,-1 1 0,0-1-1,0 1 1,0-1 0,-1 0 0,0 0 0,-5 5-1,-5 3 74,-1 0 0,-1-1-1,0-1 1,-1 0-1,0-2 1,0 0-1,-29 12 1,21-12 224,1-1 0,-1-1 1,-1-1-1,1-1 0,-38 3 0,28-9 1531,35 3-1775,0 0 1,0-1 0,1 1-1,-1 0 1,1-1 0,0 1-1,-1-1 1,3 5 0,4 3-66,1-1 1,0-1 0,0 1 0,1-1-1,0-1 1,12 9 0,64 35 100,49 9-15,-85-40-1207,62 34-1,1 10-6424,-53-37-307</inkml:trace>
</inkml:ink>
</file>

<file path=ppt/ink/ink1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5:29.8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1 9412,'0'0'8916,"-13"62"-7763,13-11-449,0 2-432,0-3-48,0-2-224,-3-7-80,3-2-272,0-6-1296,0-6-1282,3-8-1296,7-9-4674</inkml:trace>
</inkml:ink>
</file>

<file path=ppt/ink/ink1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5:30.2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0 262 8020,'0'0'3481,"23"-6"-1920,-18 5-1476,30-7 482,0 2 0,1 1 0,46-1 0,10 7 15,122-3-516,-200 1-199,-1 0-1,0-1 0,19-4 1,-30 5 102,1 1 1,-1-1 0,1 0 0,-1 0-1,1 0 1,-1 0 0,0-1 0,0 1-1,1 0 1,-1-1 0,0 0 0,0 1-1,-1-1 1,1 0 0,0 0-1,0 0 1,-1 0 0,0 0 0,1-1-1,-1 1 1,0 0 0,0-1 0,0 1-1,1-3 1,-1-1 68,-1 0 0,1 0 1,-1 0-1,-1 0 0,1 1 0,-1-1 0,0 0 0,0 0 0,-2-6 1,-3-4 1042,-14-27 1,-4-8 2811,22 63-1764,1 14-2252,16 214 404,-3-79-637,-11-145 21,-1 1-1002,6 32 1,-5-44 529,1 0 0,-1 0 1,1 1-1,0-1 0,5 8 0,8 6-5473</inkml:trace>
</inkml:ink>
</file>

<file path=ppt/ink/ink1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5:30.5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439 0 11301,'0'0'8705,"-24"5"-8174,7-2-474,0 1 0,0 1-1,-27 12 1,41-16-50,0 1 0,1 0 0,-1 0 0,1 0-1,0 0 1,-1 0 0,1 0 0,0 0 0,0 1 0,1-1-1,-1 1 1,0 0 0,1-1 0,0 1 0,-1 0 0,1 0-1,-1 6 1,0-1 16,1 1 1,0 0-1,1 0 0,1 13 0,-1-8 5,1-3-3,0 0 1,1 0-1,0-1 1,1 1-1,0 0 0,1-1 1,0 0-1,1 0 1,-1 0-1,2 0 0,0-1 1,0 0-1,7 9 1,14 12 168,1 0 1,39 30 0,-37-33-33,-2-4-10,-19-16-37,0 1 1,-1-1 0,1 1-1,-1 1 1,11 16 0,-18-24-105,-1-1 1,1 1-1,-1-1 1,1 1 0,-1-1-1,0 1 1,1-1 0,-1 1-1,0 0 1,0-1-1,1 1 1,-1-1 0,0 1-1,0 0 1,0-1 0,0 1-1,0 0 1,0-1-1,0 1 1,0 0 0,0-1-1,0 1 1,0 0 0,0-1-1,0 1 1,-1 0-1,1-1 1,0 1 0,-1 0-1,1-1 1,-1 2 0,-1-1 2,1 0 1,-1-1 0,0 1-1,0 0 1,0 0 0,0-1-1,0 1 1,0-1 0,0 0-1,-3 1 1,-219 7 249,104-7-2259,0 7-3896,23 4-3164</inkml:trace>
</inkml:ink>
</file>

<file path=ppt/ink/ink1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5:39.4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432 43 7411,'0'0'1673,"-29"-8"-246,-93-22 308,116 29-1624,0-1 1,1 2 0,-1-1 0,0 0-1,0 1 1,0 0 0,1 1-1,-1-1 1,0 1 0,-9 3 0,10-2-46,0 0 0,1 1 1,-1 0-1,1 0 0,0 0 1,0 1-1,0-1 0,-4 5 1,4-3-21,-13 13 145,1 1-1,1 1 0,0 0 0,1 1 0,2 1 0,0 0 0,-15 40 0,20-43-101,1 0-1,0 1 1,2 0-1,0 0 1,2 1 0,0-1-1,1 1 1,1-1-1,4 40 1,-2-52-81,0-1 0,0 1-1,1-1 1,0 1 0,0-1 0,1 0 0,-1 0-1,2-1 1,9 13 0,-5-9 3,0 0-1,1-1 1,0 0 0,1-1-1,14 10 1,2-4 27,0 0 1,1-1-1,0-2 0,41 11 0,-42-16 153,1-1 0,-1-2 0,1 0 0,42-2 0,-64-1-136,0 1 0,1-2 0,-1 1 0,0-1-1,0 0 1,0 0 0,0 0 0,0-1 0,0 0-1,0 0 1,0-1 0,-1 0 0,1 0 0,-1 0-1,0 0 1,0-1 0,0 0 0,0 0-1,-1 0 1,0-1 0,1 0 0,-2 1 0,1-1-1,0-1 1,-1 1 0,0 0 0,2-7 0,0-1 85,0 0 1,-1 0 0,-1-1-1,0 0 1,-1 0 0,1-15-1,-3-86 692,-1 105-714,-1-11-53,-1 1 0,-1 0 0,0 0 0,-2 0 0,-1 1 0,0-1-1,-1 2 1,-1-1 0,-1 1 0,-1 0 0,0 1 0,-1 1 0,-1 0 0,-1 0 0,0 1 0,-1 1 0,0 0 0,-1 1 0,-25-15 0,33 24-89,0 0 1,0 0-1,0 1 0,0 1 0,0-1 1,-1 1-1,1 1 0,-1-1 1,-10 1-1,14 1-151,0 0 0,0 0 0,0 0 0,0 1 0,1 0 0,-1 0 0,0 0-1,0 1 1,1-1 0,-1 1 0,1 0 0,-1 1 0,1-1 0,0 1 0,0 0 0,0 0 0,-4 4 0,1 1-711,1-1 0,1 1 1,0 0-1,0 1 0,0-1 0,1 1 1,1 0-1,-1 0 0,1 1 0,-2 14 1,0 36-7541</inkml:trace>
</inkml:ink>
</file>

<file path=ppt/ink/ink1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5:54.2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51 225 7523,'2'-20'1105,"0"0"-566,13-142 6213,-13 139-4011,-2 44-805,-46 556 426,40-519-2341,2-26 88,-11 72 403,15-103-458,1-1 0,0 1 0,0-1 1,0 1-1,0-1 0,0 0 0,-1 1 0,1-1 0,0 0 0,0 0 0,0 1 0,0-1 0,0 0 1,0 0-1,0 0 0,0 0 0,0 0 0,0-1 0,2 1 0,1 0 57,279-12 81,-180 12-223,35 1-389,-47-3-2683,-82 2 1764,-1 0 0,1-1-1,-1 0 1,1-1 0,-1 0-1,0 0 1,11-5 0,-4-4-4816</inkml:trace>
</inkml:ink>
</file>

<file path=ppt/ink/ink1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5:54.6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29 8964,'0'0'12424,"0"-7"-11829,0-14-438,0 41 59,0 61 420,-15 135 424,5-108-1893,5 0-3513,5-106 3824,0 1 0,0-1 1,0 1-1,0-1 1,0 1-1,0 0 1,1-1-1,-1 1 0,1-1 1,0 1-1,0-1 1,0 1-1,0-1 1,0 0-1,0 1 0,0-1 1,1 0-1,0 0 1,1 2-1,13 2-7919</inkml:trace>
</inkml:ink>
</file>

<file path=ppt/ink/ink1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5:55.0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0 378 6019,'0'0'7424,"27"-8"-6386,-16 4-954,25-8 164,0 2 0,1 2-1,58-7 1,-54 12-174,-1 1 0,0-1-1,0-3 1,50-12 0,-87 17-48,1 0 1,-1-1 0,1 1-1,-1 0 1,1-1 0,-1 0-1,0 0 1,0 0 0,0 0-1,0 0 1,0-1 0,0 1-1,-1-1 1,1 0 0,-1 0-1,0 0 1,0 0 0,0 0 0,0 0-1,0-1 1,-1 1 0,1 0-1,-1-1 1,0 1 0,0-1-1,-1 0 1,1 1 0,-1-1-1,1 0 1,-1 0 0,-1-6-1,2-4 472,-2-1-1,0 1 0,0-1 0,-1 1 0,-1-1 1,0 1-1,-10-26 0,7 28-39,4 8-182,0 0-1,0 0 0,0 0 0,1-1 0,-1 1 1,1-1-1,-1-6 368,2 27-416,11 303-264,-10-201-3826,-2-117 3607,1 0 0,0 0 0,0 0 0,0 0 0,1 1 0,-1-1 0,0 0 0,0 0 0,1 0 0,-1 0 0,1 0 0,-1 0 0,1 0 0,-1 0 0,1 0 0,-1 0 0,1 0 0,0 0 0,0 0 0,-1-1 0,1 1 0,0 0 0,0 0 0,0-1 0,0 1 0,0-1 0,0 1 0,0-1 0,0 1 0,0-1 0,0 1 0,0-1 0,0 0 0,0 0 1,0 1-1,3-1 0,31 1-8367</inkml:trace>
</inkml:ink>
</file>

<file path=ppt/ink/ink1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5:55.3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308 0 9668,'0'0'9760,"-4"7"-8976,0 1-755,1 1 0,0-1 0,1 1 0,-1-1 0,2 1 0,-1 0 0,1 0 0,1 0 1,-1-1-1,3 19 0,-1-15-16,1-1 1,0 0 0,1 1-1,0-1 1,1-1 0,0 1-1,1 0 1,10 15 0,11 11 106,31 34 0,-34-44 29,-1 0-1,34 56 0,-54-78-52,1 0-1,-1 0 0,0 0 1,-1 0-1,2 9 0,-2-13-65,-1 1 0,0-1 0,0 0 0,0 0 0,0 1 0,0-1-1,0 0 1,0 0 0,0 1 0,0-1 0,0 0 0,-1 0 0,1 0 0,-1 0 0,1 1 0,-1-1 0,1 0-1,-1 0 1,0 0 0,1 0 0,-1 0 0,0 0 0,0 0 0,0 0 0,0-1 0,1 1 0,-1 0-1,-1 0 1,1-1 0,0 1 0,-1 0 0,-9 2 56,-1 1 0,1-2 1,-1 0-1,-23 1 0,-55-3 4,41-1-203,-61-4-1178,2-9-3295,40 1-1545</inkml:trace>
</inkml:ink>
</file>

<file path=ppt/ink/ink1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5:55.8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14 7043,'0'0'10853,"-51"-4"-10229,105 1-31,15 1-529,6 2 64,-5-3-128,-11 1-464,-19 2-1377,-8 0-1313,-13 0-1920</inkml:trace>
</inkml:ink>
</file>

<file path=ppt/ink/ink1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5:56.1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 7459,'0'0'7972,"201"0"-7268,-108 0-447,9 0-257,10 0-497,1 0-2384,-4-12-4274</inkml:trace>
</inkml:ink>
</file>

<file path=ppt/ink/ink1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5:56.5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 0 10709,'0'0'10004,"-56"178"-9699,51-117 127,2-6-400,3-5-16,-2-1-16,-1 1-432,-5-9-1377,-5 2-2065,-1-7-3329</inkml:trace>
</inkml:ink>
</file>

<file path=ppt/ink/ink1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5:56.9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70 153 8244,'0'0'1176,"29"-23"1111,-29 23-2287,126-94 1942,-121 90-1827,1 0 0,0 0 0,0 1 0,0-1 0,0 1 0,1 1 0,-1-1 0,1 1 0,0 0 0,-1 1 0,1 0 0,0 0 1,0 0-1,0 1 0,11 0 0,-9 1 2,-5-1-79,-1 0-1,0 0 1,0 1-1,0-1 1,0 1-1,0 0 1,0 0-1,0 0 0,0 1 1,-1-1-1,1 1 1,0-1-1,-1 1 1,1 0-1,-1 0 1,0 0-1,1 0 1,-1 0-1,0 1 1,0-1-1,0 1 1,-1-1-1,1 1 1,-1 0-1,1 0 1,-1-1-1,0 1 1,1 5-1,1 5 60,0 0 0,-1 1-1,0-1 1,-1 1 0,-1 15 0,1-20-50,-1-1 1,-1 1 0,1 0-1,-2-1 1,1 1 0,-1-1-1,0 0 1,-1 0-1,0 0 1,0 0 0,-1 0-1,0 0 1,0-1 0,0 1-1,-1-1 1,-1-1 0,1 1-1,-1-1 1,0 0 0,0 0-1,-14 9 1,2-2 73,0-2 0,-2 0 1,1-1-1,-41 13 0,23-11 258,-73 12-1,51-20 1090,89 6-433,71 21-941,156 69 1,-100-35-1114,-76-38-4599,-50-20-134</inkml:trace>
  <inkml:trace contextRef="#ctx0" brushRef="#br0" timeOffset="1">1123 61 11077,'0'0'10341,"8"89"-9957,-5-33-48,-3-3-336,0-3 64,0-2-144,0-4-1024,0-1-1426,0-5-1904,0-9-3201</inkml:trace>
</inkml:ink>
</file>

<file path=ppt/ink/ink1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5:57.2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0 338 7139,'0'0'1110,"27"-5"518,192-25 1490,-201 28-2931,143-21 491,-139 19-635,0-2 1,0 0 0,0-2 0,40-19-1,-57 24 28,0 1-1,-1-1 0,1 0 0,-1 0 0,0-1 0,0 1 0,-1-1 1,1 0-1,0 0 0,-1 0 0,0-1 0,2-4 0,-2 3 417,-1-1-1,1 1 0,-2-1 0,1 0 0,-1 1 1,0-1-1,0 0 0,-1-12 0,0-83 5445,0 101-5408,0 8-264,3 90-490,-1-48 241,-1 1-1,-7 56 0,2-87-165,-1-1 0,0 0 0,-13 28 0,-2 10-2534,16-46 900,2 0 1,0 0 0,-2 16-1,4-9-5498</inkml:trace>
</inkml:ink>
</file>

<file path=ppt/ink/ink1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5:57.6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602 1 12614,'0'0'8313,"-21"10"-7953,8-4-258,4-3-51,0 1-1,1 0 1,0 0 0,0 1 0,-10 7 0,16-9-27,-1-1 0,0 1-1,1-1 1,-1 1 0,1 0 0,0 0 0,0 0-1,0 0 1,1 1 0,-1-1 0,1 0 0,0 1 0,0-1-1,0 1 1,0-1 0,0 1 0,1-1 0,-1 1 0,1 0-1,1 4 1,0 7 88,2-1 0,-1 0 0,2-1-1,0 1 1,1 0 0,0-1 0,1 0 0,0 0-1,11 15 1,12 13 356,43 50 0,-5-8 488,-65-80-897,1 0 1,0 1 0,-1-1 0,0 1-1,1 0 1,-2-1 0,1 1 0,0 0-1,-1 0 1,0 0 0,0 0 0,0 1-1,0-1 1,0 5 0,-6-9 156,-169-7 83,33-1-1262,-38 7-2484,-47 1-2879</inkml:trace>
</inkml:ink>
</file>

<file path=ppt/ink/ink1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6:00.4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200 62 1105,'0'0'16207,"-8"-5"-15700,6 4-495,1 0-1,-1 0 1,0 0 0,0 0-1,0 1 1,0-1 0,-1 1 0,1-1-1,0 1 1,0 0 0,0-1 0,0 1-1,0 0 1,-1 0 0,1 1-1,0-1 1,0 0 0,0 1 0,0-1-1,-3 2 1,1 1-6,-1 0 0,1 0-1,-1 0 1,1 0 0,0 1 0,0 0 0,1 0-1,-1 0 1,-3 6 0,-7 8 57,1 2-1,1-1 1,1 2-1,1-1 1,-9 25 0,14-30-21,1 0 0,0 1 0,0 0 0,2 0 0,0 0 1,1 0-1,1 0 0,1 21 0,1-28-36,0 0 0,0 0 1,1-1-1,0 1 0,0-1 0,1 0 0,0 0 1,0 0-1,1 0 0,0-1 0,1 0 0,-1 0 1,2 0-1,-1-1 0,0 1 0,1-2 1,15 11-1,-1-3 4,2 0-1,-1-1 1,2-2 0,0 0 0,28 7 0,-16-7 3,1-2-1,0-2 1,40 3 0,113-5 106,-183-3-107,1-2 0,-1 1 0,0-1 0,0 0 0,0 0 0,0-1-1,0 0 1,-1 0 0,1-1 0,6-3 0,-10 4 27,0 0 1,0 0-1,0-1 1,0 1-1,-1-1 1,1 1 0,-1-1-1,1 0 1,-1 0-1,0 0 1,0-1-1,0 1 1,-1 0-1,1-1 1,-1 1-1,0-1 1,0 0-1,0 1 1,0-1-1,0-6 1,0-11 177,-1 0 0,0 1 0,-2-1 0,0 0-1,-1 1 1,-1 0 0,-1 0 0,-15-39 0,4 24-136,-1 0 0,-2 1 0,-44-59 0,53 80-68,-1-1 0,-1 2 0,0-1 0,-1 2 0,0 0 0,0 0 0,-2 1 0,-23-13 0,27 18-35,0 0 1,0 1-1,-1 0 1,1 0-1,-1 1 1,0 1-1,0 0 1,0 1-1,0 0 1,0 1-1,0 0 1,0 1-1,-14 2 1,22-2-80,-1 0 0,1 0 0,0 0 0,0 1 1,0-1-1,0 1 0,0 0 0,0 0 0,1 1 1,-1-1-1,1 1 0,-1 0 0,1 0 0,0 0 1,0 0-1,0 0 0,1 1 0,-1-1 0,1 1 1,0 0-1,0 0 0,-3 7 0,2-1-747,0 0-1,1 1 0,1-1 0,-1 1 1,2-1-1,-1 1 0,2-1 1,1 14-1,7 26-5863</inkml:trace>
</inkml:ink>
</file>

<file path=ppt/ink/ink1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6:00.7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626 1 11797,'0'0'3282,"-200"21"-2242,104 40 417,-3 18-721,8 22 49,16 7 303,29 15-624,28 2-95,18 0-273,18-4 64,39-6-176,9-2 16,17 5-993,13-10-1488,11-2-2545,14-14-5907</inkml:trace>
</inkml:ink>
</file>

<file path=ppt/ink/ink1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6:01.3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1 373 7972,'0'0'6384,"0"23"-5896,1-6-338,9 145 1170,11 44 64,-18-154 1976,-10-287-2410,1-36-951,6 249 5,1-1 0,2 0 0,0 1 0,1-1 0,12-36 0,-12 49-17,0 0 0,0 0-1,1 1 1,1 0 0,-1 0-1,1 0 1,1 1 0,0-1-1,0 2 1,0-1 0,1 1-1,0 0 1,1 0 0,10-6-1,-11 9-182,1 1-1,-1-1 1,0 2 0,1-1-1,0 1 1,-1 0-1,1 1 1,0 0-1,0 0 1,13 1-1,-17 0-79,0 1 0,0-1 0,0 0 0,-1 1 0,1 0 0,0 1 0,0-1 0,-1 1 0,1-1 0,-1 1 0,0 1 0,1-1 0,-1 1 0,0-1 0,5 5 0,-4-1-313,0-1 1,-1 1 0,1-1-1,-1 1 1,0 1-1,-1-1 1,1 0-1,-1 1 1,3 11 0,8 44-5100</inkml:trace>
</inkml:ink>
</file>

<file path=ppt/ink/ink1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6:01.6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 8660,'0'0'7091,"171"10"-5842,-91-10-1121,1 0-128,-1 0-352,0-10-1729,-5-2-3026,-8 2-2832</inkml:trace>
</inkml:ink>
</file>

<file path=ppt/ink/ink1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6:02.0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110 1 8308,'0'0'8003,"-83"166"-6610,70-77-64,2-7-801,9-3-176,2-9-256,0-10 48,10-12-288,12-9-480,10-8-1361,-5-7-2177,-1-7-3025</inkml:trace>
</inkml:ink>
</file>

<file path=ppt/ink/ink1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6:02.4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1 376 8052,'0'0'7739,"13"26"-6677,40 86-61,-50-106-897,-1-1 1,0 1-1,0 0 1,-1 0-1,0 0 1,0 0 0,0 0-1,-1 1 1,0-1-1,0 0 1,0 0-1,-3 9 1,2-11-18,0 0 0,-1 0 0,1 0 1,-1-1-1,0 1 0,0 0 0,-1-1 0,1 1 0,-1-1 1,0 0-1,0 0 0,0 0 0,-4 4 0,6-7-58,1 0 0,0 0 0,0 1-1,0-1 1,0 0 0,-1 1 0,1-1 0,0 0-1,0 0 1,-1 0 0,1 1 0,0-1-1,0 0 1,-1 0 0,1 0 0,0 1-1,-1-1 1,1 0 0,0 0 0,0 0 0,-1 0-1,1 0 1,0 0 0,-1 0 0,1 0-1,0 0 1,-1 0 0,1 0 0,0 0 0,-1 0-1,1 0 1,0 0 0,-1 0 0,1 0-1,0 0 1,-1 0 0,1-1 0,0 1-1,0 0 1,-1 0 0,1 0 0,0 0 0,-1-1-1,1 1 1,0 0 0,0 0 0,-1-1-1,0-17 1243,1 11-1364,1-3 124,1 0-1,-1 0 1,2-1 0,-1 1-1,1 1 1,1-1 0,0 0-1,0 1 1,1 0 0,0 0-1,1 0 1,0 1 0,7-9-1,-2 3-9,2 1-1,-1 0 0,2 1 0,0 0 0,0 1 1,29-17-1,-32 23-30,0 0 1,0 0 0,0 1-1,1 1 1,0 0 0,-1 1-1,1 0 1,0 0 0,0 1-1,0 1 1,19 2 0,-26-1 2,0 0 1,0 0-1,0 1 1,0 0-1,-1 0 1,1 0-1,-1 0 0,1 1 1,-1 0-1,0 0 1,0 0-1,0 0 1,0 1-1,-1-1 1,0 1-1,1 0 1,-1 0-1,0 0 1,4 9-1,2 6-54,0 0-1,-1 1 1,7 26 0,-6-15-336,-2 0 0,5 49 0,-10-60-1101,-2 33-1,-1-41-318,-1 0 0,0 0 0,-5 18 0,-8 0-6520</inkml:trace>
  <inkml:trace contextRef="#ctx0" brushRef="#br0" timeOffset="1">947 0 9668,'0'0'4482,"150"27"-2865,-118 38-160,-8 24-785,-13 9 497,-11 6-561,0-6-224,-14-6 16,-23-5-400,-14-13 0,-13-9-1104,0-7-3682,5-20-7332</inkml:trace>
</inkml:ink>
</file>

<file path=ppt/ink/ink1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6:02.9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1 10069,'0'0'7563,"-3"33"-6893,-25 238 1397,23-7-770,5-252-1253,1 1 0,1-1 0,0 0-1,1 0 1,5 16 0,-7-24-41,1-1-1,-1 1 1,0-1 0,1 0-1,0 0 1,0 0-1,0 0 1,0 0 0,0 0-1,1-1 1,-1 1-1,1-1 1,0 1-1,-1-1 1,1 0 0,0 0-1,0 0 1,1 0-1,-1-1 1,0 0 0,1 1-1,4 0 1,-1-1 1,0 0 0,-1-1-1,1 0 1,0 0 0,-1-1 0,1 0 0,-1 0 0,1 0 0,-1-1 0,1 0-1,-1 0 1,0-1 0,0 0 0,8-5 0,5-4-9,-2-2 1,0 1-1,16-18 1,-21 20 4,9-12 33,-15 17-26,-1 0 0,1 0 0,11-8 0,-16 14-14,0-1 0,1 1 0,-1 0 0,0 0-1,0 0 1,0 0 0,1 0 0,-1 0 0,0 1 0,0-1 0,0 0 0,1 1-1,-1-1 1,0 1 0,0-1 0,0 1 0,0-1 0,0 1 0,0 0 0,0-1-1,0 1 1,0 0 0,0 0 0,1 1 0,1 1-18,12 8 19,-1-2-1,2 1 1,-1-2-1,1 0 1,0-1-1,1-1 0,-1 0 1,1-1-1,0-1 1,1 0-1,-1-2 1,22 1-1,-26-2 58,-1 0-36,0 0 1,0-1-1,0-1 0,23-3 0,-31 3 24,-1 0-1,0 0 1,0 0 0,1-1-1,-1 1 1,0-1-1,0 0 1,0 0 0,-1 0-1,1 0 1,0 0-1,-1-1 1,1 1 0,-1-1-1,0 0 1,0 0-1,0 1 1,0-1 0,-1 0-1,1-1 1,1-4-1,0-4 123,0 1 0,-1-1-1,-1 0 1,1 0 0,-2 0-1,-1-18 1,1 5-58,0 18-97,0 1 0,-1-1-1,1 0 1,-1 0 0,0 1 0,-1-1 0,0 0 0,0 1 0,0 0 0,-1-1 0,0 1 0,0 0 0,0 0 0,-1 1 0,0-1 0,0 1 0,0-1 0,-1 1 0,0 1 0,0-1 0,0 1-1,-1 0 1,1 0 0,-1 0 0,0 1 0,0 0 0,0 0 0,-1 0 0,1 1 0,0 0 0,-1 0 0,0 1 0,1 0 0,-14-1 0,-23-1-482,1 2 0,-72 6 0,105-3 147,0-1 0,0 1-1,0 1 1,1 0-1,-1 0 1,1 1-1,0-1 1,-12 9-1,15-9-319,1 1 0,-1 0-1,0 0 1,1 0 0,0 0-1,0 1 1,0 0-1,-4 7 1,-6 25-5452</inkml:trace>
</inkml:ink>
</file>

<file path=ppt/ink/ink1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6:03.3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273 104 9716,'0'0'4485,"-27"-17"-2076,-88-50-792,110 64-1501,0 0-1,0 1 1,0 0-1,-1 0 1,1 0-1,-1 1 1,1-1 0,-1 1-1,0 1 1,1-1-1,-1 1 1,0 0-1,0 0 1,1 1 0,-1 0-1,-7 1 1,13-2-112,-1 1 15,-1-1 0,0 1 0,1 0 0,-1 0 0,0 0 0,1 0 0,0 0 0,-1 0 0,1 1 0,0-1 0,-1 0 0,1 1 1,0-1-1,0 0 0,0 1 0,0 0 0,0-1 0,1 1 0,-1 0 0,0-1 0,1 1 0,-1 0 0,1 0 0,0-1 0,-1 4 0,0-1-13,1 0 0,0 1 1,0-1-1,0 0 0,0 0 0,0 1 0,1-1 0,0 0 1,0 0-1,2 6 0,-1-7-5,-1 0 0,1 0 0,0 0 0,0-1 0,1 1 0,-1 0 0,1-1 0,-1 1 1,1-1-1,0 0 0,-1 0 0,1 0 0,0 0 0,4 1 0,7 3 21,-1-1 0,20 4 0,-25-7-12,0 0-1,0 0 1,0 0-1,0 1 0,0 1 1,-1-1-1,0 1 0,1 1 1,10 7-1,-15-8 2,0 1 0,1-1 0,-1 0-1,-1 1 1,1-1 0,-1 1 0,0 0 0,0 0 0,0 0 0,-1 0 0,2 7 0,0 8 0,1 34 1,-3-25 5,3 20 84,2 19-21,-3 1 0,-7 69 0,4-134-59,0-1-1,-1 1 1,0-1 0,1 1-1,-1-1 1,-1 0 0,1 0-1,0 1 1,-1-1-1,0 0 1,0 0 0,1 0-1,-2-1 1,1 1 0,0 0-1,-1-1 1,1 0-1,-5 4 1,3-3 54,0-1 0,0 0 0,-1-1 0,1 1 0,0-1 0,-1 1-1,1-1 1,-1-1 0,1 1 0,-1 0 0,1-1 0,-1 0 0,-7-1 0,10 1-36,-1-1 0,1 1-1,0-1 1,0 1 0,0-1 0,0 0 0,-1 0 0,1 0 0,0 0-1,1 0 1,-1 0 0,0 0 0,0-1 0,0 1 0,1-1 0,-3-2 0,1 0-9,1 1 0,0-1 1,-1 0-1,2 1 0,-1-1 1,0 0-1,1-1 0,-2-4 1,0-7-28,1-1 1,1 0-1,0-24 1,1 33-5,0-9-50,-1 9-182,1 0-1,0 0 1,0 0-1,1 0 1,0 0 0,0 0-1,1 0 1,0 0-1,0 1 1,1-1-1,4-7 1,1 2-2226,2 1 0,-1 0 0,19-17-1,9-3-8398</inkml:trace>
</inkml:ink>
</file>

<file path=ppt/ink/ink1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6:03.7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10837,'0'0'7254,"5"21"-5765,-2-7-1246,3 11 148,0 1-1,-2 0 1,1 47 0,-4-20 367,1-20-243,-6 50-1,0-62-327,4-21-75,1 0-45,0 0 1,1-1-1,-1 1 1,0-1-1,0 1 0,1-1 1,-1 1-1,0-1 1,0 0-1,0 0 1,0 1-1,1-2 0,4-3 146,47-35 269,-14 10-352,58-35 1,-84 57-136,0 2 0,1-1-1,0 2 1,0 0 0,1 0 0,-1 1-1,1 1 1,29-2 0,-41 4-8,-1 1 0,1 0-1,-1 0 1,1 1 0,-1-1 0,1 0-1,-1 1 1,1 0 0,-1-1 0,0 1 0,1 0-1,-1 0 1,0 0 0,0 1 0,0-1 0,0 1-1,0-1 1,0 1 0,0-1 0,0 1 0,0 0-1,-1 0 1,1 0 0,-1 0 0,0 0 0,1 0-1,-1 0 1,0 1 0,0-1 0,0 0 0,0 5-1,2 6-255,-1-1 0,0 1 0,-2 0 0,0 26-1,0-18-424,0-14 308,-1 0 1,0 1-1,0-1 0,0 0 0,-1 1 0,0-1 0,0 0 0,-6 12 0,1-7-1342,0-1 0,0 0 0,-19 21-1,-8 5-5637</inkml:trace>
</inkml:ink>
</file>

<file path=ppt/ink/ink1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6:04.1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0 10277,'0'0'2289,"180"0"672,-81 53-448,-1 17-784,-12 31-865,-25 12 273,-18 14-289,-32 3-383,-11-12-385,-43-9 16,-42-11-192,-25 1-321,-24-3-2480,-10-7-2818,-3-12-4753</inkml:trace>
</inkml:ink>
</file>

<file path=ppt/ink/ink1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6:39.0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49 1056,'0'0'10712,"0"-8"-9106,0-24-320,0 24 1339,18 219-1592,-2-48-505,-15-144-383,1 117 1471,12-136-1437,119 7-783,-45 10-4483,-56-9 535,0-4-2117</inkml:trace>
</inkml:ink>
</file>

<file path=ppt/ink/ink1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6:39.3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1 8212,'0'0'6736,"-3"3"-6440,0 0-191,1 1-1,-1-1 1,1 1 0,0-1-1,1 1 1,-1 0-1,0-1 1,1 1 0,0 0-1,-1 6 1,-6 49 955,5-28-573,-15 138 455,10-57-4718,7-93-536</inkml:trace>
</inkml:ink>
</file>

<file path=ppt/ink/ink1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6:39.7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1 284 1777,'0'0'6843,"25"-6"-5482,4-3-957,-9 3-79,0 1 0,1 1 0,0 0-1,0 2 1,33-1 0,-7 4 214,-2 0-126,70-8 1,-112 7-395,-1 0 0,1-1 1,0 1-1,-1-1 0,1 0 1,-1 1-1,1-1 0,-1 0 1,1 0-1,-1-1 1,0 1-1,1 0 0,-1-1 1,0 0-1,0 1 0,0-1 1,0 0-1,0 0 0,-1 0 1,1 0-1,0 0 1,-1 0-1,0-1 0,1 1 1,-1-1-1,0 1 0,0 0 1,-1-1-1,1 0 0,0 1 1,-1-1-1,1 1 1,-1-1-1,0-5 0,0-4 270,2-13 627,-1-1 0,-1 0 0,-2 1 0,-6-35 0,8 60-895,0 0 1,0 0-1,0 1 0,0-1 0,0 0 1,0 0-1,0 0 0,0 0 0,0 0 1,0 0-1,-1 0 0,1 0 0,0 0 0,0 0 1,0 0-1,0 0 0,0 0 0,0 0 1,0 0-1,0 0 0,0 0 0,0 0 1,-1 0-1,1 0 0,0 0 0,0 0 1,0 0-1,0 0 0,0 0 0,0 0 1,0 0-1,0 0 0,0 0 0,0 0 1,0 0-1,-1 0 0,1 0 0,0 0 0,0 0 1,0 0-1,0 0 0,0 0 0,0 0 1,0-1-1,0 1 0,0 0 0,0 0 1,0 0-1,0 0 0,0 0 0,0 0 1,0 0-1,0 0 0,0 0 0,0 0 1,0 0-1,0-1 0,0 1 0,0 0 1,0 0-1,0 0 0,-5 13 178,-1 17-341,-16 279 126,20-177-4084,4-107 695,7-7-1770</inkml:trace>
</inkml:ink>
</file>

<file path=ppt/ink/ink1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6:40.0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205 1 10677,'0'0'6918,"-13"2"-6718,8-1-195,1-1 8,1 0 1,0 1-1,-1-1 0,1 1 1,0 0-1,0 0 1,0 0-1,0 0 1,0 1-1,-4 2 0,6-4-5,1 1-1,-1 0 1,0-1-1,1 1 1,-1 0-1,1 0 0,0-1 1,-1 1-1,1 0 1,0 0-1,-1-1 1,1 1-1,0 0 1,0 0-1,0 0 0,0 0 1,-1 0-1,1-1 1,1 3-1,-1 0 16,1 0-1,-1-1 1,1 1-1,0 0 1,0 0-1,1 0 1,-1-1-1,3 5 1,118 159 231,-55-80-100,-66-85-149,23 37 104,-22-36-81,-1 1 1,0-1-1,-1 0 1,1 1-1,0-1 1,-1 1-1,1 0 1,-1-1 0,0 1-1,0-1 1,0 1-1,0-1 1,0 1-1,-1 4 1,1-7-11,-1 1 0,1-1 0,0 1 0,0-1 0,-1 1 0,1-1 0,0 1 0,-1-1 0,1 0 1,-1 1-1,1-1 0,0 1 0,-1-1 0,1 0 0,-1 1 0,1-1 0,-1 0 0,1 0 0,-1 1 0,1-1 0,-2 0 0,-9 4 145,-1 0 0,0-1 1,1-1-1,-1 0 0,-20 1 0,-69-3-3,50-1-109,-34 1-1071,49 0-6540</inkml:trace>
</inkml:ink>
</file>

<file path=ppt/ink/ink1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6:40.4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471 1 10725,'0'0'7595,"-29"1"-6824,14-1-685,2-1-20,-1 1 1,0 0-1,1 1 1,-1 1-1,1 0 1,0 1-1,-1 1 1,1 0-1,0 0 1,1 1-1,-1 1 1,1 0-1,-16 11 1,-88 79 505,36-29-149,73-61-349,5-5-20,0 1-1,0 0 1,0 0 0,0-1 0,0 1-1,-1-1 1,1 0 0,-6 3 704,16-3-451,6 7-300,0 0 0,-1 1 0,0 0 1,0 1-1,16 17 0,-1-2-8,215 187-2984,-217-189-433,33 21 1,-16-16-2306</inkml:trace>
</inkml:ink>
</file>

<file path=ppt/ink/ink1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6:40.8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42 354 9973,'0'0'6504,"-4"15"-6192,-2 8-230,1-1 0,1 1 0,-1 40 0,5 51-44,-8-251 1390,0 4-469,8 106-797,-1-4 74,5-48 0,-3 69-179,1 1 1,0-1 0,0 0-1,1 1 1,1 0 0,0 0-1,0 0 1,10-17 0,-8 18-50,0 0 1,1 0-1,0 0 1,0 1-1,0 0 1,1 0-1,0 1 0,1 0 1,-1 0-1,1 1 1,0 0-1,0 1 1,1 0-1,-1 0 1,1 1-1,0 1 0,0-1 1,0 1-1,0 1 1,0 0-1,1 0 1,-1 1-1,11 2 1,-16-2-16,0 0 1,-1 1-1,1 0 0,0 0 1,-1 1-1,1-1 1,-1 1-1,1 0 1,-1 0-1,0 0 1,0 1-1,0-1 1,0 1-1,0 0 1,0 0-1,-1 1 1,0-1-1,0 1 0,0-1 1,0 1-1,0 0 1,-1 0-1,1 0 1,-1 1-1,2 6 1,0 1-9,-1 0 0,0 0 0,-1 0 0,0 0 0,-1 0 0,0 0 0,-1 1 0,0-1-1,-3 12 1,2-18 18,0 0 0,-1 0 0,1 0 0,-1 0 0,0-1 0,-1 1 0,0-1 0,1 1 0,-2-1 0,1 0 0,-7 8 0,3-6-19,0 0 0,-1 0 0,0-1 0,0 0 0,0 0 0,-15 7 0,8-5 128,-1-2 1,0 0-1,0 0 1,0-2 0,0 0-1,-1-1 1,0-1-1,-24 1 1,43 7 252,5 2-363,0 0-1,0-1 1,1 0-1,1-1 1,13 14-1,-3-3 1,114 123-129,-38-56-4802,-71-69 888,-4-5-1677</inkml:trace>
</inkml:ink>
</file>

<file path=ppt/ink/ink1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6:41.1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9668,'0'0'9109,"0"118"-8229,0-60-704,0 2-48,0-2-128,5 0-480,-2-8-1281,-1-4-2129,-2-17-1744</inkml:trace>
</inkml:ink>
</file>

<file path=ppt/ink/ink1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6:41.5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1 239 7507,'0'0'7022,"31"-11"-6563,106-34-221,-106 36-171,39-5 0,-59 13-57,0-1 0,-1 0 1,1 0-1,-1-1 0,1-1 0,-1 0 1,0 0-1,9-6 0,-17 8 32,0 0-1,0 0 1,1 1-1,-1-1 1,-1-1-1,1 1 1,0 0-1,0 0 1,-1-1-1,1 1 1,-1-1-1,0 1 1,0-1-1,0 0 1,0 1-1,0-1 1,0-4-1,0-4 667,0 0 0,0 0 0,-2-13 1,0 0 2181,1 28-2754,2 240 673,0-118-2333,-1-2-6744,-1-100 2540</inkml:trace>
</inkml:ink>
</file>

<file path=ppt/ink/ink1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6:41.9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460 131 8964,'0'0'5429,"-8"-22"-2598,-28-64-689,24 65-664,12 21-1464,0 0 0,0 0-1,-1 0 1,1 0-1,0 0 1,0-1 0,0 1-1,0 0 1,0 0 0,0 0-1,0 0 1,-1 0 0,1 0-1,0 0 1,0 0-1,0 0 1,0 0 0,0 0-1,-1 0 1,1 0 0,0 0-1,0 0 1,0 0 0,0 0-1,0 0 1,-1 0-1,1 0 1,0 0 0,0 0-1,0 0 1,0 0 0,0 0-1,0 0 1,-1 0 0,1 0-1,0 0 1,0 0 0,0 0-1,0 1 1,0-1-1,0 0 1,0 0 0,-1 0-1,1 0 1,0 0 0,0 0-1,0 0 1,0 1 0,0-1-1,0 0 1,0 0-1,0 0 1,0 0 0,-2 25 233,2-23-257,0 43 46,-1 2 30,2-1-1,2 0 1,9 52 0,5-38 33,1 0 1,4-1-1,39 77 0,-58-129-60,-1-5-12,-1 0-1,0 0 0,0 0 1,0 0-1,0 0 0,0 1 1,0-1-1,-1 0 1,1 1-1,-1-1 0,1 1 1,-1-1-1,0 4 0,-9-3 95,-90 1-300,-156 15-4261,76 13-1674</inkml:trace>
</inkml:ink>
</file>

<file path=ppt/ink/ink1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6:42.2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194 133 8740,'0'0'5154,"-24"3"-3758,9-2-1154,5 0-115,-1 0 0,0 0-1,1 1 1,-18 5 0,24-5-98,0-1 1,0 1 0,1 0 0,-1 0 0,0 0 0,1 1 0,-1-1-1,1 1 1,0 0 0,0 0 0,0 0 0,0 0 0,1 0 0,-1 1 0,1-1-1,0 1 1,0 0 0,-2 5 0,-2 6 85,2 0 1,0 0-1,0 0 0,2 1 1,0 0-1,0-1 0,2 1 1,0 0-1,4 29 0,-2-35-80,0 0 0,0 1 0,1-1 0,0 0-1,1 0 1,0-1 0,1 1 0,0-1 0,1 0-1,-1 0 1,2-1 0,-1 1 0,1-1 0,1-1-1,11 11 1,-11-13-22,0 0 0,0 0 0,0 0 0,1-1 0,-1 0 0,1-1 0,0 0 1,1 0-1,12 1 0,-3-1 53,0-2 0,0 0 0,33-4 0,-46 3-12,1-1 1,0 0-1,0-1 1,0 0-1,-1 0 1,1 0-1,-1-1 1,1 1-1,-1-2 1,0 1-1,0-1 0,-1 0 1,7-5-1,-6 3 44,0-1-1,0 0 0,0 0 0,-1 0 0,0 0 0,-1-1 0,0 0 0,0 0 1,3-10-1,1-7 90,-2-1-1,-1 0 1,-1-1 0,-1 1 0,-1-49 0,-2 60-142,-1 0-1,0 0 1,-1-1 0,0 1 0,-2 1 0,1-1 0,-8-17 0,7 24-40,0 0 1,0 0-1,-1 0 0,0 1 1,0 0-1,-1 0 1,0 0-1,0 0 0,0 1 1,-1 0-1,0 1 1,-1-1-1,-10-6 0,10 8-37,0 1-1,-1-1 0,1 1 1,0 0-1,-1 1 0,0 0 0,0 1 1,1-1-1,-1 2 0,0-1 1,0 1-1,0 0 0,0 1 1,0 0-1,-11 4 0,8-2-329,1 0-1,0 1 1,0 1 0,1 0 0,0 0-1,-1 1 1,2 1 0,-1-1-1,1 2 1,-16 14 0,14-10-981,1 0 0,-13 19 0,-7 27-5012</inkml:trace>
</inkml:ink>
</file>

<file path=ppt/ink/ink1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6:42.6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174 0 6835,'0'0'10517,"-147"144"-9717,128-62 17,11 0-129,8-3-640,0-2 112,3-7-160,24-5-160,10-9-384,6-13-1521,5-14-913,0-15-335,0-14-4307</inkml:trace>
</inkml:ink>
</file>

<file path=ppt/ink/ink1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6:42.9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51 284 9732,'0'0'9914,"-7"1"-9663,6-1-245,-1 0 0,0 1-1,1 0 1,-1-1 0,0 1 0,1 0 0,-1-1-1,1 1 1,-1 0 0,1 0 0,0 0 0,-1 0-1,1 1 1,0-1 0,0 0 0,-1 1 0,0 1-1,0 1 12,0 0-1,0 0 0,0 0 1,1 0-1,0 0 0,0 0 1,-1 6-1,0 12 91,1 1 1,2 30-1,0-15 48,2 111 48,-3-147-184,2-27 312,-1 0 0,-2-28 1,-1-1-110,2 10-145,-1 1 31,6-52 0,-3 81-85,0 0 1,1 0 0,1 1 0,0-1 0,0 1 0,2 0-1,12-23 1,-10 24-112,0 0 0,1 1 0,0 0 0,1 0 0,0 1-1,1 0 1,0 1 0,0 0 0,1 1 0,0 0 0,0 1 0,1 1-1,0 0 1,1 0 0,-1 1 0,1 1 0,0 0 0,0 1 0,0 1-1,0 0 1,0 1 0,1 0 0,-1 1 0,0 1 0,18 3 0,-28-3-118,-1-1 1,0 2-1,1-1 1,-1 0-1,0 0 1,0 1-1,0 0 1,0 0-1,0 0 1,-1 0-1,1 0 1,0 0-1,-1 1 1,0-1-1,1 1 1,-1-1-1,0 1 1,0 0-1,-1 0 0,1 0 1,-1 0-1,1 1 1,-1-1-1,0 0 1,1 7-1,0-2-429,-1 0 0,0 0 0,-1 0 0,1 0 0,-2 0 0,1 0 0,-1 0 0,0 0 0,-1 0 0,-3 10 0,1-8-602,-1 0 0,0-1 0,-12 17-1</inkml:trace>
  <inkml:trace contextRef="#ctx0" brushRef="#br0" timeOffset="1">73 411 6195,'0'0'10373,"85"24"-10053,-39-24-320,5 0-1201,-3 0-1760,-8 0-2674</inkml:trace>
</inkml:ink>
</file>

<file path=ppt/ink/ink1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6:43.3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169 1 8980,'0'0'10722,"-15"9"-10444,4-2-205,1 0 0,-1 1 1,1 0-1,1 1 0,0 0 0,0 1 1,0-1-1,1 2 0,1-1 0,-9 16 1,8-9-9,1 1 1,1 0 0,1 0-1,0 0 1,-2 22 0,3 2 21,1 50 0,3-84-312,1-1 1,-1 1 0,1 0-1,0-1 1,1 1-1,-1 0 1,2-1 0,-1 0-1,1 1 1,0-1-1,1 0 1,-1 0 0,1-1-1,1 1 1,-1-1-1,1 0 1,0 0 0,1-1-1,-1 1 1,1-1-1,0 0 1,0-1 0,1 0-1,0 0 1,-1 0-1,11 4 1,14-1-5397,-1-5-2132</inkml:trace>
</inkml:ink>
</file>

<file path=ppt/ink/ink1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6:43.6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0 3298,'0'0'14937,"-2"8"-14283,-14 53 805,-8 64 0,26-132-1220,0 1 0,1 0 0,0 0 1,0 0-1,1 0 0,0 0 0,0 1 0,0-1 0,8-6 0,4-6-221,33-25 1,-46 40 7,1 0 1,0 0-1,0 0 0,0 0 0,0 1 0,0 0 1,0 0-1,1 0 0,-1 0 0,1 1 0,-1 0 1,1 0-1,0 0 0,-1 0 0,1 1 0,8 0 1,-11 0-34,0 1 0,-1-1 0,1 1 0,0 0 0,0 0 0,0-1 0,0 1 0,-1 1 0,1-1 0,0 0 0,-1 0 0,1 1 0,-1-1 0,0 0 0,1 1 1,-1 0-1,2 2 0,18 34-64,-18-32 48,3 8-106,-1 0 0,0 0 1,-1 0-1,0 1 0,-1 0 1,0 15-1,-1-5-1790,-2 31 1,0-53 1436,0 0-1,0-1 1,-1 1 0,1 0 0,-1 0 0,0 0 0,0-1 0,0 1 0,0 0 0,0-1 0,0 1-1,-1-1 1,0 1 0,1-1 0,-1 0 0,-3 4 0,-12 10-6436</inkml:trace>
</inkml:ink>
</file>

<file path=ppt/ink/ink1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6:44.0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1 297 8324,'0'0'9652,"149"74"-8851,-130-9 191,-8-2-720,-9-1 64,-2-4-336,0-5-144,-5-5 112,-19-5-1248,0-2-945,-8-5-2193,2-12-1361</inkml:trace>
  <inkml:trace contextRef="#ctx0" brushRef="#br0" timeOffset="1">669 1 12726,'0'0'2705,"142"156"-80,-105-65-1216,-5 10-225,-2 3 113,-12-3-833,-10-10 289,-8-9-753,-21-7 48,-46-8-96,-29 1-193,-19 4-1583,-22 12-1442,-23 0-4241</inkml:trace>
</inkml:ink>
</file>

<file path=ppt/ink/ink1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5:39.8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546 49 8964,'0'0'5251,"-139"-48"-3955,66 103-127,-4 24-689,2 23 448,6 6-159,12 2-273,20 1 64,18-7-304,19-6-192,19-6 32,42-8-48,25 0-96,16-4-1488,10-3-1426,0-5-3585</inkml:trace>
</inkml:ink>
</file>

<file path=ppt/ink/ink1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5:40.4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420 27 6307,'0'0'1251,"-23"-6"787,7 2-1591,2-1-125,-1 2 0,0 0 0,-16-2 1,24 5-172,0 0-1,0 0 1,0 0 0,0 1 0,0 0 0,0 0 0,0 1 0,0 0-1,1 0 1,-1 1 0,-9 5 0,0 2 74,0 1-1,1 0 1,0 2 0,1 0 0,0 0-1,1 1 1,1 1 0,0 0-1,1 1 1,-15 27 0,18-28-79,1 0 0,0 0 0,2 0 0,-1 1 0,2 0 0,0 0 0,1 0 0,1 0 0,0 1 0,1-1 0,1 1 0,3 30 0,-2-40-107,1 0-1,0 0 1,0-1 0,0 1-1,1 0 1,0-1 0,0 0-1,1 0 1,0 0-1,0 0 1,0 0 0,11 9-1,-7-8-9,0 0 0,1 0 0,0-1 0,1-1 0,-1 0 0,1 0 0,17 6 0,1-3 17,0-1 1,0-2-1,0 0 0,1-2 0,42-1 0,-59-2-38,1 0 0,0-1 0,-1-1 1,1 0-1,-1 0 0,18-7 0,-26 8 59,-1 0 1,0-1-1,0 1 1,1-1-1,-1 0 1,-1 0 0,1 0-1,0 0 1,0-1-1,-1 1 1,1-1-1,-1 1 1,0-1-1,0 0 1,0 0-1,0 0 1,0 0-1,-1 0 1,1-1-1,-1 1 1,0 0 0,0-1-1,0 1 1,-1-1-1,1 1 1,-1-1-1,0-5 1,0-14 2178,0 36-2238,-2 0 1,-5 22-1,-1 14 20,2 8-480,6 116 0,0-170 176,1 1-1,-1-1 1,1 0-1,0 0 1,0 1-1,0-1 1,0 0-1,0 0 1,1 0-1,-1 0 1,1 0-1,0 0 1,0 0-1,0-1 1,0 1-1,1-1 1,-1 1-1,6 3 1,25 18-5228</inkml:trace>
</inkml:ink>
</file>

<file path=ppt/ink/ink1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5:40.7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8212,'0'0'7038,"28"4"-6806,1 0-156,57 16 0,-81-18-57,0 0-1,-1 0 1,1 0 0,-1 1 0,0 0-1,0 0 1,0 0 0,0 1 0,0-1-1,-1 1 1,1 0 0,-1 0 0,0 0-1,0 0 1,-1 1 0,1-1 0,-1 1-1,0 0 1,0-1 0,1 8 0,2 0 6,-1 3 45,0-1 1,0 0-1,-1 1 1,-1 0-1,0 0 1,-1 28-1,-1-41-57,0 1-1,0-1 0,0 1 1,-1-1-1,1 0 0,-1 1 1,1-1-1,-1 0 1,0 1-1,0-1 0,0 0 1,0 0-1,0 0 0,0 0 1,0 0-1,-1 0 0,1 0 1,-1 0-1,-3 3 1,2-3 76,0 0 0,-1-1 1,1 1-1,-1-1 1,1 1-1,-1-1 1,0 0-1,1 0 1,-1-1-1,0 1 0,-7-1 1,7 1 128,-1-1 0,0 0 1,1 0-1,-1 0 0,1-1 0,-1 0 1,1 0-1,-8-2 0,10 2-144,1 0 1,-1 0-1,0-1 0,1 1 1,-1 0-1,0-1 0,1 1 0,0-1 1,-1 0-1,1 1 0,0-1 1,0 0-1,0 0 0,0 0 0,0 0 1,0 0-1,1 0 0,-1 0 1,0 0-1,1-4 0,-3-6 45,1 0 1,1 1-1,0-1 0,1 0 1,0 0-1,1 0 0,0 0 1,1 0-1,0 1 0,1-1 1,5-12-1,-5 17-118,0 0 0,0 1 0,1-1 0,0 0-1,1 1 1,-1 0 0,1 0 0,1 1 0,-1-1 0,1 1 0,0 0 0,0 0 0,0 1-1,0 0 1,1 0 0,0 1 0,0-1 0,9-2 0,-2 2-589,1 1 1,-1 1 0,1 0-1,0 1 1,0 0 0,18 2-1,-2 0-1551,30-1-3645</inkml:trace>
</inkml:ink>
</file>

<file path=ppt/ink/ink1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5:41.1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160 289 7940,'0'0'7939,"26"-18"-7787,84-59-82,-105 74-51,-1-1 1,1 1 0,-1-1-1,0 0 1,0 0 0,-1-1 0,1 1-1,-1-1 1,5-9 0,-7 11 36,0-1 0,0 0 1,0 1-1,0-1 1,-1 1-1,0-1 0,0 0 1,0 0-1,0-3 1,-1-7 254,1 10-255,0 1 0,-1 0 0,1-1 0,-1 1 0,1 0 0,-1 0 0,-1-1 0,1 1 0,0 0 0,-1 0-1,1 0 1,-1 0 0,0 1 0,0-1 0,0 0 0,0 1 0,0-1 0,-1 1 0,1 0 0,-1 0 0,0 0 0,1 0 0,-1 0 0,0 1-1,0-1 1,0 1 0,0 0 0,-1-1 0,-3 1 0,-9-3 49,0 0-1,0 2 1,0 0 0,-26 0-1,31 1-8,0 1-1,0 1 0,1-1 1,-1 2-1,0-1 0,-18 7 1,25-6-78,-1 0-1,1 0 1,-1 1 0,1-1 0,0 1 0,0 0 0,1 1 0,-1-1-1,0 1 1,1-1 0,0 1 0,0 0 0,0 0 0,1 0 0,-1 1-1,-3 7 1,2 1-6,0 0-1,1-1 0,0 1 0,1 0 0,1 0 1,0 1-1,0-1 0,1 0 0,4 23 0,-4-31-24,1 1 0,0-1-1,1 0 1,-1 1-1,1-1 1,0 0 0,0 0-1,1 0 1,-1 0-1,1-1 1,0 1 0,1-1-1,5 7 1,-2-5-113,-1 0 0,1-1 0,0 1 0,1-2 0,0 1 1,-1-1-1,16 6 0,0-2-716,1-2 1,0-1 0,0 0-1,0-2 1,32 1 0,44-3-4610,2-1-1696</inkml:trace>
</inkml:ink>
</file>

<file path=ppt/ink/ink1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5:41.6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313 366 7251,'0'0'8711,"-27"-8"-7454,-3-1-783,-58-9 1,81 17-406,1 1 0,0 1 0,0-1 0,0 1 0,0 0 0,0 0 0,0 1 0,0 0 0,0 0 0,0 0 0,1 1 0,-1-1 0,1 1 0,0 1 0,-1-1 0,2 1 0,-1 0 0,0 0 0,1 0 0,-6 7 0,6-6-25,-1 1 1,1-1-1,-1 1 1,2 0-1,-1 0 0,1 1 1,0-1-1,0 1 1,0-1-1,1 1 1,0 0-1,1 0 0,-1 0 1,1 0-1,1 0 1,-1 12-1,1-17-41,0 1-1,0-1 1,1 0-1,-1 1 1,0-1-1,1 0 1,0 0-1,-1 1 1,1-1-1,0 0 1,0 0-1,0 0 1,0 0-1,0 0 1,1 0-1,-1 0 1,1 0-1,-1 0 1,1-1-1,0 1 1,-1-1-1,1 1 1,0-1-1,0 0 1,0 1-1,0-1 1,0 0-1,1 0 1,3 1-1,6 0 21,-1 0-1,1 0 0,-1-1 1,24-1-1,-25 0 15,2 0-25,0-1 0,0 0 0,0-1 1,-1-1-1,1 0 0,-1 0 0,22-10 0,-26 10 29,0-1-1,0 0 1,-1 0 0,0 0 0,0-1-1,0 0 1,0 0 0,-1 0-1,0-1 1,0 0 0,0 0 0,-1 0-1,7-12 1,-4-10 1148,-7 26-824,0 3-113,0 16-366,1-9 83,0-1 1,0 0 0,0 0-1,1 0 1,0 0 0,0 0-1,0 0 1,1 0 0,0-1-1,1 1 1,0-1 0,0 0 0,0 0-1,0 0 1,1-1 0,0 0-1,0 0 1,1 0 0,-1 0-1,10 5 1,-3-3-216,0-1-1,0 0 0,1 0 1,0-1-1,1-1 0,-1 0 1,1-1-1,-1-1 0,27 2 1,-31-3 101,-1 0-3,-1-1-1,1 0 1,-1 0 0,12-2-1,-17 1 135,0 1 0,1-1 0,-1 0 1,0 0-1,1 0 0,-1 0 0,0-1 0,0 1 0,0 0 0,0-1 0,0 0 1,0 1-1,-1-1 0,1 0 0,0 0 0,-1 0 0,3-4 0,1-4 19,0-1 0,-1 0 0,0 0-1,0 0 1,-1-1 0,-1 1 0,2-20 0,0-87 506,-4 95-335,0-16 218,1-35 1015,-3 1 0,-15-92 0,15 163-646,1 7-785,-17 227 250,19 7-263,0-96-1521,-1-132 497,0 18-1858,6-11-3987</inkml:trace>
</inkml:ink>
</file>

<file path=ppt/ink/ink1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5:42.0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1 115 7139,'0'0'5267,"30"-4"-3984,100-11-437,-83 10-532,17-3 54,-59 7-341,0-1 0,-1 1 0,1-1 0,0 0 0,-1 0 0,1-1 0,-1 1 0,7-6 0,-9 6 175,-1 1-1,0-1 1,1 0-1,-1 1 1,0-1-1,0 0 1,0 0-1,0 0 0,0 0 1,0 0-1,-1 0 1,1 0-1,0 0 1,-1 0-1,0 0 1,0 0-1,1 0 0,-1 0 1,0 0-1,-1 0 1,1-3-1,0-1 661,0 5-816,-1 1 1,1-1-1,0 1 1,-1-1-1,1 1 1,-1-1-1,1 1 1,0-1-1,-1 1 1,1 0 0,-1-1-1,1 1 1,-1 0-1,1-1 1,-1 1-1,1 0 1,-1 0-1,0-1 1,1 1-1,-1 0 1,1 0 0,-1 0-1,0 0 1,1 0-1,-1 0 1,1 0-1,-1 0 1,0 0-1,-1-1-27,1 1 0,-1 0 1,1 0-1,-1 0 0,1 1 0,-1-1 0,1 0 0,-1 0 0,1 1 0,0-1 0,-1 1 0,1-1 0,-2 2 0,1 0-17,1-1-1,-1 1 1,1 0 0,0 0-1,-1 0 1,1 0-1,0 0 1,0 0-1,1 0 1,-1 0-1,0 0 1,1 1 0,-1-1-1,0 5 1,0 37-31,1-32 18,0-6 15,0 10-93,0-1 0,1 0 1,4 19-1,-4-28-155,1-1 1,0 0 0,0 0-1,0 0 1,0 0-1,1 0 1,0-1-1,0 1 1,0-1-1,0 1 1,1-1-1,8 7 1,26 15-3569,5-5-1690</inkml:trace>
</inkml:ink>
</file>

<file path=ppt/ink/ink1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5:42.3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97 6819,'0'0'11432,"25"0"-10914,2 0-277,51 8 0,-74-7-204,0 1-1,0-1 0,1 1 1,-1 0-1,0 0 0,0 0 0,-1 0 1,1 1-1,0 0 0,-1-1 0,0 1 1,1 1-1,-1-1 0,-1 0 0,1 1 1,0 0-1,-1-1 0,0 1 1,1 0-1,-2 0 0,3 6 0,-1-4 20,2 6 36,0 1 1,-1-1-1,-1 1 0,0-1 0,-1 1 0,-1 0 0,1 0 1,-2 0-1,0 0 0,-3 21 0,3-32-81,0 1-1,-1-1 1,1 1 0,-1-1 0,0 0-1,1 0 1,-1 1 0,0-1 0,0 0-1,-1 0 1,1 0 0,0 0 0,-1 0-1,1 0 1,-1-1 0,0 1 0,1 0-1,-1-1 1,0 1 0,0-1 0,-4 2-1,1-1 158,0 0-1,0 0 0,0-1 1,0 0-1,0 0 0,-1 0 1,1-1-1,-8 0 0,12 0-126,1 0 0,-1 0 0,0 0 0,0-1 0,0 1 0,0 0 1,0 0-1,1-1 0,-1 1 0,0 0 0,0-1 0,0 1 0,1-1 0,-1 1 0,0-1 0,1 0 0,-1 1 0,0-1 0,1 1 0,-1-1 0,1 0 0,-1 0 0,1 1 0,-1-3 1,-1 0 19,1 0 1,0-1 0,0 1-1,0-1 1,1 1 0,-1-7-1,0-7 5,4-33 0,-2 46-44,1-8-42,0 1 1,2 0-1,-1-1 1,1 1-1,1 1 1,0-1 0,0 1-1,1 0 1,1 0-1,0 0 1,0 1-1,0 0 1,1 1 0,14-12-1,-7 7-476,1 0 0,0 2 0,0 0 0,1 0-1,1 2 1,-1 0 0,2 1 0,18-5 0,11 2-3610,-2 3-2540</inkml:trace>
</inkml:ink>
</file>

<file path=ppt/ink/ink1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5:42.9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25 8932,'0'0'4576,"12"24"-2800,6 10-1186,48 101 1195,-55-112-1433,-3-4-117,0 0 1,2 0 0,1 0-1,0-2 1,15 19 0,-24-34-190,0 0 0,0 1 1,0-1-1,0-1 0,0 1 1,1 0-1,-1 0 0,1-1 0,-1 1 1,1-1-1,-1 0 0,1 0 0,0 0 1,0 0-1,-1 0 0,1-1 0,0 1 1,0-1-1,0 0 0,0 0 1,0 0-1,0 0 0,0 0 0,0-1 1,-1 1-1,1-1 0,0 0 0,0 0 1,-1 0-1,1 0 0,0 0 1,-1-1-1,1 1 0,-1-1 0,1 1 1,-1-1-1,4-4 0,4-3 191,-1 0-1,-1-1 1,0 0 0,0-1-1,-1 0 1,12-22 0,0-10 160,-2-1 0,-2 0 0,-2-1 0,9-54 0,-22 99-434,1-1 0,-1 1 1,0-1-1,0 1 1,1 0-1,-1-1 0,0 1 1,0 0-1,1-1 1,-1 1-1,0 0 0,1 0 1,-1-1-1,1 1 1,-1 0-1,0 0 0,1 0 1,-1-1-1,1 1 1,-1 0-1,0 0 0,1 0 1,-1 0-1,1 0 1,-1 0-1,1 0 0,-1 0 1,1 0-1,-1 0 1,0 0-1,1 0 0,-1 0 1,1 0-1,-1 0 1,1 1-1,-1-1 0,0 0 1,1 0-1,-1 1 1,0-1-1,1 0 0,-1 0 1,0 1-1,1-1 1,-1 0-1,0 1 0,1-1 1,21 17-2214,63 63-5759,-28-34 1059</inkml:trace>
</inkml:ink>
</file>

<file path=ppt/ink/ink1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5:43.8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431 359 7972,'0'0'2347,"-34"-11"1058,-110-30-970,132 37-2125,0 1 0,0 1 0,0 0-1,-1 1 1,1 0 0,-1 1 0,1 0-1,0 1 1,-22 4 0,29-4-236,0 0 0,0 1 0,0 0 0,0 0 0,0 0 0,1 0 0,-1 1 0,0-1 0,1 1 0,0 1 0,0-1 0,0 0 0,0 1 0,1 0 0,-1 0 0,1 0 0,0 0 0,0 1 0,-2 4 0,1 0-35,0 0-1,0 1 1,1-1 0,1 1 0,0 0-1,0 0 1,1 0 0,0 0 0,0 10-1,2-18-37,-1 1 0,0 0 0,1 0 0,-1 0 0,1-1-1,0 1 1,0 0 0,0-1 0,0 1 0,0-1 0,1 1-1,-1-1 1,1 0 0,-1 0 0,1 1 0,0-1 0,0 0 0,0 0-1,0-1 1,1 1 0,-1 0 0,0-1 0,1 1 0,-1-1-1,1 0 1,-1 0 0,1 0 0,-1 0 0,5 0 0,7 3 30,1-1 1,-1-1 0,1 0 0,19-1-1,-17-1-19,2 1 1,-1-1 1,33-4 0,-46 3 1,0 0 0,1-1 0,-1 1 0,0-1-1,0 0 1,0 0 0,-1-1 0,1 1 0,0-1 0,-1 0 0,0-1 0,1 1 0,6-8 0,-9 8 20,-1 1 0,1-1 0,0 0 0,-1 0-1,0 0 1,0 0 0,0 0 0,0 0 0,0 0 0,-1 0 0,1 0 0,-1 0 0,0-1 0,0 1 0,-1-5-1,1 0 488,0 12-538,0 0 0,1 0 0,-1 0 0,1-1 0,0 1 0,0 0 0,0 0 0,0-1 0,1 1-1,-1-1 1,1 1 0,0-1 0,0 1 0,0-1 0,1 0 0,2 3 0,0-2-49,0 1-1,0-1 1,0-1 0,1 1 0,0-1-1,-1 0 1,1 0 0,12 4 0,2-2-215,0-1 1,0 0-1,0-1 1,1-1 0,21-1-1,-29-1 147,-7 0 31,1 0 0,0 0 0,0-1 0,10-2 0,-15 3 82,1-1 1,-1 0 0,0 0-1,0 0 1,0 0-1,1-1 1,-2 1-1,1-1 1,0 1-1,0-1 1,0 1 0,-1-1-1,1 0 1,0 0-1,-1 0 1,2-3-1,3-7 29,-1 0 0,0 0 0,-1 0-1,0-1 1,-1 0 0,-1 1-1,2-22 1,-1-96 319,-3 89-67,1-27 135,-3-77 1463,2 144-1745,0-1 0,0 0 1,0 0-1,-1 0 0,1 1 0,-1-1 1,0 0-1,1 1 0,-1-1 0,-2-2 1,-4 1 634,-3 14-618,4 3-126,0 0 1,1 1 0,1-1 0,0 1-1,1 0 1,-2 27 0,1 101 170,4-101-45,0-28-112,0 19 54,8 63 0,-7-86-67,1 0-1,0-1 0,1 1 0,0-1 0,1 0 0,0 0 0,0 0 0,1-1 0,0 1 0,0-1 0,10 10 0,-12-15-21,0 0 0,1-1 0,0 1-1,0-1 1,-1 0 0,1 0-1,1 0 1,-1 0 0,0-1 0,0 0-1,1 0 1,-1 0 0,0 0-1,1-1 1,-1 1 0,1-1 0,-1 0-1,1-1 1,4 0 0,-1 0-33,1 0 1,-1-1-1,0 0 0,1-1 1,-1 0-1,0 0 1,0 0-1,14-10 0,-4 0-16,-1-1-1,-1-1 1,0-1-1,0 0 0,14-20 1,-21 23 64,0 1 1,-1-1-1,-1-1 1,0 1 0,-1-1-1,0 0 1,-1-1-1,5-21 1,-8-5 103,-3 26 130,-5 20-265,3 2 13,0 0 0,1 0 0,0 1 0,0-1 1,0 1-1,1-1 0,0 12 0,0-2 15,1-1 0,4 29 0,-2-38 6,0-1-1,0 1 0,1-1 1,-1 0-1,1 0 1,1 0-1,-1-1 0,1 1 1,0-1-1,0 0 1,1 0-1,-1 0 0,1-1 1,0 1-1,1-1 0,-1 0 1,1-1-1,10 6 1,6 2-36,1-1 1,-1-1 0,43 11-1,-36-14-74,0-1 0,0-1 0,0-2-1,32-1 1,-58-1 106,0 0 0,0 0 1,0 0-1,0 0 0,0 0 1,0-1-1,0 1 0,0-1 1,0 1-1,0-1 0,-1 0 0,1-1 1,0 1-1,-1 0 0,1-1 1,-1 1-1,1-1 0,-1 0 1,1 0-1,-1 0 0,0 0 0,0 0 1,0-1-1,-1 1 0,1 0 1,0-1-1,-1 1 0,1-1 0,-1 0 1,0 0-1,0 1 0,0-1 1,0 0-1,-1 0 0,1-4 1,3-26 47,-1 0 0,-2 0 0,-3-36 0,1 4 90,1 25 59,0 27-63,0 24-128,-2 39-95,1 40-456,2-78-611,0-1 0,6 22 0,-6-30 624,-1 0-1,1 0 1,0-1-1,0 1 1,1 0 0,-1-1-1,0 1 1,1-1-1,0 1 1,0-1-1,-1 0 1,1 0-1,0 0 1,1 0-1,-1 0 1,0 0-1,1-1 1,-1 1-1,1-1 1,4 3-1,23 6-6855</inkml:trace>
</inkml:ink>
</file>

<file path=ppt/ink/ink1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5:44.2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4 325 3089,'0'0'12798,"5"-4"-11939,3-2-763,1 1 0,-1 0 0,1 0 1,0 1-1,0 1 0,0-1 0,18-3 0,-19 5-79,7-1 46,-1 0 0,0-1 0,0-1 0,22-10 0,-33 13 4,1 0 1,-1 0 0,0 0 0,0 0 0,0-1 0,0 0 0,-1 1 0,1-1 0,0 0 0,-1 0 0,0-1 0,0 1 0,0 0 0,0-1-1,-1 1 1,1-1 0,-1 0 0,0 1 0,0-1 0,0 0 0,0 0 0,-1-6 0,1-1 149,-1 1 0,0-1 0,-1 1 0,-3-17 0,3 23-165,0-1 1,-1 1 0,0 0-1,1 0 1,-2 0 0,1 0-1,0 0 1,-1 0 0,1 1-1,-1-1 1,0 1 0,0 0-1,-5-3 1,3 0 42,-1 2-1,0-1 1,-1 1 0,1 0-1,-1 0 1,0 1-1,0-1 1,0 2 0,0-1-1,0 1 1,-1 0 0,1 0-1,-1 1 1,-9 0-1,14 1-86,0 0-1,0 1 1,0 0-1,0 0 0,0 0 1,0 0-1,0 0 1,0 1-1,0-1 0,1 1 1,-1 0-1,1-1 1,-1 1-1,1 1 0,-1-1 1,1 0-1,0 0 1,0 1-1,0-1 0,0 1 1,1 0-1,-3 4 1,-1 3-10,1 0 0,-1 0 1,2 1-1,0-1 0,-3 17 0,3-13-3,1 0-1,1 0 1,0 0-1,1 0 0,0 0 1,1 0-1,5 23 0,-4-29-49,0-1-1,1 0 1,0 0-1,0 0 1,0 0-1,1 0 1,0-1-1,1 1 1,0-1-1,-1 0 0,2-1 1,-1 1-1,1-1 1,0 0-1,11 7 1,-5-5-298,0 0 0,0-1 0,1-1 0,0 0 0,1 0 0,-1-1 0,19 2 0,1-1-2545,64-1 0,-29-4-2147</inkml:trace>
</inkml:ink>
</file>

<file path=ppt/ink/ink1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5:44.5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292 220 7619,'0'-27'2692,"2"-89"14,-1 110-2426,-1 1 1,1-1 0,0 1-1,0-1 1,0 1 0,1 0 0,4-9-1,-5 12-136,0 0 1,0 0-1,0 1 0,0-1 0,0 1 0,1-1 0,-1 1 1,1 0-1,-1-1 0,1 1 0,-1 0 0,1 0 0,0 0 1,-1 0-1,5-1 0,-3 1-45,0 1 0,0 0 0,0 0 1,0 0-1,0 0 0,0 1 0,1-1 0,-1 1 0,0-1 0,0 1 0,0 0 1,-1 1-1,1-1 0,0 0 0,0 1 0,-1 0 0,1-1 0,-1 1 1,1 0-1,-1 0 0,0 1 0,3 2 0,7 8 136,0 1-1,-1 1 1,0 0-1,-1 1 1,14 30-1,-6-5 236,17 56 1,-22-45-165,-1 0 1,-3 0-1,-2 0 0,-3 1 1,-3 90-1,-2-119-284,-1 0-1,0 0 1,-2 0-1,-1-1 1,-1 1 0,-1-1-1,-1-1 1,-1 1-1,-17 30 1,-2-7-419,-2-1 0,-3-1 0,-1-2 0,-57 55 0,45-54-3043,-85 61 0,16-30-5879</inkml:trace>
</inkml:ink>
</file>

<file path=ppt/ink/ink1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5:49.7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 6467,'0'0'9556,"5"10"-9294,0 5 7,-1-1 1,0 0-1,-1 1 1,0-1-1,-2 1 1,1 18-1,-2-20-101,1 40 479,-3 0-1,-13 83 1,14-129-582,-4 16 431,1 0 0,-2 44-1,7-67-466,0 1 0,0-1 0,-1 0-1,1 1 1,0-1 0,0 0-1,0 1 1,0-1 0,0 0 0,0 0-1,0 0 1,-1 0 0,1 0 0,0 0-1,0 0 1,0 0 0,0 0 0,1-1-1,3 1 69,143 1 1053,177-2-1497,-299 0-1362,31-5 1,-49 5 489,0-1 1,1 0 0,-1-1 0,9-4 0,-5-2-3995,-6-3-1198</inkml:trace>
</inkml:ink>
</file>

<file path=ppt/ink/ink1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5:50.1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49 7155,'0'0'12382,"1"-11"-11819,-1 3-470,3-20 178,-2 27-41,-1 19 134,-1 96 1130,0 32-1114,4-49-3239,-1-69-420,0-5-2022</inkml:trace>
</inkml:ink>
</file>

<file path=ppt/ink/ink1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5:50.4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1 286 3522,'0'0'9297,"31"-12"-8427,105-37-577,-29 20-138,-91 26-131,0 0 1,-1-2-1,0 0 1,0 0-1,0-2 0,20-11 1,-32 16 36,0 0 0,-1 0-1,1 0 1,-1 0 0,1-1 0,-1 0 0,0 1-1,0-1 1,0 0 0,0 0 0,0 0 0,-1 0-1,0 0 1,1 0 0,-1 0 0,0-1 0,-1 1-1,1 0 1,0-1 0,-1 1 0,0 0 0,0-5 0,0-2 709,-1 0 1,-1 0-1,0 0 1,0 0-1,-1 0 1,-4-10-1,9 33-144,-2 1 0,1-1 0,-3 17 0,0 8-523,2 84 251,0 17-3619,0-139 3265,0 4-563,0 0 0,1 0 0,-1 0 0,0 0 1,1-1-1,1 5 0,16 20-5552</inkml:trace>
</inkml:ink>
</file>

<file path=ppt/ink/ink1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5:50.8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290 72 3698,'0'0'13163,"-23"-13"-11138,-75-36-560,96 47-1427,1 1 1,-1 0 0,0 0 0,0 0-1,1 1 1,-1-1 0,0 0 0,0 1-1,0-1 1,0 1 0,0 0 0,0 0-1,0-1 1,0 1 0,0 1 0,0-1-1,0 0 1,-3 1 0,5-1-32,-1 1 0,1 0 0,-1 0-1,1-1 1,-1 1 0,1 0 0,0 0 0,-1 0 0,1 0 0,0-1 0,-1 1 0,1 0 0,0 0-1,0 0 1,0 0 0,0 0 0,0 0 0,0 0 0,0 0 0,1 1 0,-2 5 35,0 1-17,1 1 0,-1-1 0,1 1 0,0-1 0,1 1 0,0-1 0,1 0 0,-1 1 0,2-1 0,-1 0 0,1 0 0,0 0 0,1-1 0,-1 1 0,10 12 0,10 8 48,1 0 1,46 39 0,-38-37 10,34 39 0,-63-65-87,0 0-1,-1 0 1,1 0-1,-1 0 1,0 0-1,3 8 1,-5-11 13,1 0 1,-1 0-1,0 0 0,1 0 1,-1 0-1,0 1 0,0-1 1,0 0-1,0 0 0,0 0 1,0 0-1,0 1 1,0-1-1,0 0 0,-1 0 1,1 0-1,0 0 0,-1 0 1,1 1-1,-1-1 1,0 0-1,1 0 0,-1 0 1,0 0-1,1 0 0,-1-1 1,0 1-1,0 0 0,0 0 1,0 0-1,0-1 1,-1 2-1,-9 2 122,1 1 0,-1-2 0,1 0-1,-1 0 1,0-1 0,-16 1 0,-72 2 228,81-5-363,-125 0-261,141 0 158,1 0 0,-1 0-1,0 0 1,1 0 0,0-1-1,-1 1 1,1 0-1,-1-1 1,1 1 0,-1-1-1,1 0 1,0 1 0,-1-1-1,1 0 1,0 0 0,-2-1-1,3 1-65,-1 0 1,1 0-1,-1 0 1,1 0-1,-1 0 0,1 0 1,0 1-1,0-1 0,-1 0 1,1 0-1,0 0 0,0 0 1,0 0-1,0 0 0,0 0 1,0 0-1,0 0 0,0 0 1,1 0-1,-1 0 0,0 0 1,1 0-1,-1 0 0,0 0 1,1 0-1,0-1 0,17-19-5353</inkml:trace>
</inkml:ink>
</file>

<file path=ppt/ink/ink1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5:51.2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113 15 8548,'0'0'10965,"-77"-14"-10293,122 14 209,19 0-305,8 0-304,6 0-272,-8 0-16,-12 0-176,-12 0-1569,-19 0-1440,-25 17-1554,-2 4-1936</inkml:trace>
  <inkml:trace contextRef="#ctx0" brushRef="#br0" timeOffset="0.02">1 208 6275,'0'0'11749,"131"31"-10868,-59-31-577,-2 0-304,-1 0-865,-2-17-2144,-11-4-3426</inkml:trace>
</inkml:ink>
</file>

<file path=ppt/ink/ink1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5:51.5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1083 1 8788,'0'0'9949,"-25"2"-8530,6-1-1270,0 0 1,1 2-1,-1 0 1,-18 7-1,28-6-66,0 1-1,0 0 1,0 0 0,1 1-1,0 0 1,0 0 0,0 1 0,-11 13-1,-134 139 1639,-170 169-147,191-208-1447,-75 74-342,203-191-41,0 1 0,0 0 0,1 0 0,-1 0 0,1 0 0,0 1 0,0-1 1,1 1-1,-1 0 0,1 0 0,0 0 0,0 0 0,1 0 0,-2 9 0,3-13 49,-1 0 1,1 0-1,0 0 1,0 0-1,0 0 1,0 0-1,0 1 0,0-1 1,0 0-1,1 0 1,-1 0-1,0 0 1,1 0-1,-1 0 0,0 0 1,1 0-1,-1 0 1,1 0-1,0 0 1,0 1-1,2 0-687,0 0 0,1-1 0,-1 1 0,0-1 0,1 0 0,-1 0-1,5 1 1</inkml:trace>
  <inkml:trace contextRef="#ctx0" brushRef="#br0" timeOffset="1">1433 138 1809,'0'0'19673,"-8"48"-18969,3 27-160,2-1-15,0-6-369,1-6-96,2-6-128,0-3-673,0-5-1536,0-7-1216,0-5-3955</inkml:trace>
</inkml:ink>
</file>

<file path=ppt/ink/ink1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5:51.9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0 162 11317,'0'0'2156,"15"-23"240,52-70-681,-64 89-1636,0 0 1,1 1-1,-1-1 0,1 1 1,0 0-1,0 0 1,0 0-1,0 0 0,0 1 1,1 0-1,-1 0 0,1 0 1,0 1-1,-1-1 0,1 1 1,0 0-1,0 0 0,0 1 1,0-1-1,8 2 1,-3-2-45,-2 1-5,0-1 1,1 1-1,-1 1 0,0 0 1,0 0-1,0 0 0,0 1 1,0 0-1,0 1 0,14 6 1,-18-6-27,1 0 1,-1 1-1,0-1 1,0 1 0,0 0-1,0 0 1,-1 0-1,0 0 1,1 1 0,-2-1-1,1 1 1,0 0-1,-1 0 1,0 0 0,0 0-1,-1 0 1,3 8-1,-2-2-2,0-1-1,0 0 1,-1 1 0,0-1-1,0 0 1,-2 1-1,1-1 1,-1 1-1,-1-1 1,0 0-1,0 1 1,-1-1 0,0 0-1,-1-1 1,0 1-1,0 0 1,-1-1-1,0 0 1,-1 0-1,0-1 1,-1 0 0,1 0-1,-16 14 1,5-7 164,-1-1 1,0-1 0,-1-1-1,-1-1 1,1 0-1,-2-1 1,1-2 0,-1 0-1,-1-1 1,-42 8 0,77-10 3123,18 12-3606,-19-11 543,21 13-346,-1 1 0,-1 2-1,-1 1 1,48 47 0,-54-46-2782,25 35 0,-27-30-2779,4-2-4567</inkml:trace>
</inkml:ink>
</file>

<file path=ppt/ink/ink1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5:52.2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22 9861,'0'0'11749,"-72"-21"-11701,72 81 80,0 5 80,0-3-112,0-2-128,0-7 32,2-5-1537,4-2-1280,-4-5-2914,-2-12-4945</inkml:trace>
</inkml:ink>
</file>

<file path=ppt/ink/ink1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5:52.6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1 316 8292,'0'0'5826,"29"-8"-4518,0 0-1056,166-36 504,-154 37-659,52-10-5,-81 14-120,0-1 0,-1 0 0,0-1 0,1 0 0,14-9 1,-22 11 27,-1 1 0,0-1 1,0 1-1,0-1 0,-1 0 1,1 0-1,0-1 0,-1 1 1,0 0-1,0-1 0,0 1 1,0-1-1,-1 0 0,1 0 1,-1 0-1,0 0 0,1-4 1,-1-6 676,0-1 1,0 1 0,-3-22 0,2 24 81,-11-30 4915,13 250-5213,-1-99-1501,-1 0-4610,1-74 122,3-7-3071</inkml:trace>
</inkml:ink>
</file>

<file path=ppt/ink/ink1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5:53.0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500 0 10005,'0'0'11365,"-4"3"-11010,1-1-339,1 0 1,-1 1-1,1-1 1,0 1-1,0-1 1,0 1-1,0 0 1,0 0 0,0 0-1,1 0 1,-1 0-1,1 0 1,0 0-1,0 0 1,0 1-1,0 5 1,-2 9 138,2-1-1,0 19 1,1-20-33,-1 0-71,3 64 268,-1-71-252,0 0 1,1 0 0,0-1 0,1 1 0,-1 0 0,8 13 0,6 6 359,39 50-1,-37-56-82,-2 2-1,26 47 1,-42-71-338,0 0 0,0 0 0,1 1-1,-1-1 1,0 0 0,0 0 0,0 1 0,0-1 0,0 0 0,0 0 0,0 1 0,0-1-1,0 0 1,0 0 0,0 1 0,0-1 0,0 0 0,0 0 0,0 1 0,0-1 0,0 0-1,0 1 1,-1-1 0,1 0 0,0 0 0,0 0 0,0 1 0,0-1 0,0 0 0,-1 0-1,1 0 1,0 1 0,0-1 0,0 0 0,-1 0 0,1 0 0,0 0 0,0 1 0,-1-1-1,1 0 1,-17 2 101,-24-6 14,-38-12-365,-44-7-1630,-40 7-2757,-41 5-5030</inkml:trace>
</inkml:ink>
</file>

<file path=ppt/ink/ink1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6:47.0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69 342 6515,'0'0'5160,"24"-1"-4365,79-5-358,-97 5-389,1 0-1,-1 0 0,1-1 1,-1 1-1,1-1 1,-1-1-1,0 1 1,0-1-1,0 0 0,-1-1 1,1 1-1,-1-1 1,1 0-1,-1-1 0,-1 1 1,8-9-1,-9 9 50,-1 0 1,1 0-1,-1 0 0,0 0 1,0-1-1,-1 1 0,1-1 1,-1 1-1,0-1 0,0 1 1,-1-1-1,1 0 0,-1 0 0,0 1 1,0-1-1,-1 0 0,1 1 1,-1-1-1,0 0 0,-2-5 1,1 7-40,1 0 1,-1 0 0,1 0 0,-1 0 0,0 0 0,0 1 0,-1-1 0,1 1 0,0-1 0,-1 1 0,0 0-1,1 0 1,-1 0 0,0 0 0,0 0 0,0 1 0,0 0 0,0-1 0,-1 1 0,1 0 0,-5-1 0,-6 0 139,0-1 0,0 1 0,-26 1 1,33 1-177,1 0 0,-1 1 1,0 0-1,1 0 1,0 0-1,-1 1 1,1 0-1,0 0 1,0 1-1,0 0 1,0 0-1,0 0 0,1 0 1,-1 1-1,1 0 1,0 0-1,0 1 1,0 0-1,1-1 1,0 1-1,0 1 1,0-1-1,-3 7 0,1-2-11,1 0 0,0 0 0,0 0 0,2 1 0,-1 0 0,1 0 0,1 0-1,0 0 1,0 1 0,1-1 0,1 17 0,0-20-10,0 0 0,1 0-1,0 0 1,1 0 0,0 0 0,0-1 0,1 1-1,0-1 1,0 0 0,0 1 0,1-1 0,0-1-1,1 1 1,0-1 0,0 0 0,11 11-1,-5-8 18,2-1-1,-1 0 1,1-1-1,0 0 1,0-1-1,1-1 0,0 0 1,0-1-1,0 0 1,0-1-1,29 2 0,-22-4-18,0 0-1,-1-2 0,1 0 0,0-1 1,0-2-1,-1 0 0,36-11 0,-38 7-20,0 0-1,-1-1 0,0-1 1,-1-1-1,0 0 1,0-1-1,-1-1 0,-1 0 1,0-1-1,-1 0 1,0-1-1,-2-1 1,14-21-1,-13 17 41,-1-1 0,-1-1 0,-1 0 0,0 0 0,-2-1 0,-1 0 1,0 0-1,-2-1 0,-1 1 0,1-35 0,-4 54-35,0-1 57,0 1-1,0 0 0,0-1 1,-1 1-1,1 0 1,-3-6-1,3 9-15,-1 0-1,1 0 1,-1 0-1,1 0 1,-1 0 0,0 1-1,0-1 1,1 0-1,-1 0 1,0 0 0,0 1-1,0-1 1,0 0-1,0 1 1,0-1 0,0 1-1,0-1 1,0 1-1,0 0 1,0-1 0,0 1-1,-1 0 1,1 0-1,0 0 1,0 0 0,-2 0-1,1 0-4,-1 0-1,1 0 0,-1 1 0,1-1 0,-1 1 1,1 0-1,0 0 0,-1 0 0,1 0 1,0 0-1,0 0 0,0 0 0,0 1 1,0-1-1,0 1 0,0 0 0,0-1 1,0 1-1,1 0 0,-1 0 0,-1 2 1,-3 7 14,-1-1-1,1 1 1,-4 12 0,8-19-8,-8 22 41,1 1 0,2 1 0,0-1 0,2 1 0,1 0 0,1 0 0,2 54 0,1-69-59,2 0-1,-1 0 1,1 0-1,1 0 1,1 0-1,-1 0 1,2-1-1,0 0 1,0 0-1,1 0 1,1 0-1,0-1 1,0 0-1,1-1 1,13 13-1,-13-14-371,0 1-1,1-2 1,1 1-1,0-2 1,0 1-1,0-1 1,1 0-1,20 9 1,-16-11-928,1 0 1,-1-1 0,1 0-1,-1-1 1,1-1-1,23 0 1,37-1-7064</inkml:trace>
</inkml:ink>
</file>

<file path=ppt/ink/ink1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6:47.3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188 49 10741,'0'0'1326,"-28"-8"1302,-87-24-521,102 28-1789,-13 0 699,26 4-992,-1 0 0,1 0 0,-1 0 0,1 1 1,0-1-1,-1 0 0,1 1 0,0-1 0,0 0 1,-1 1-1,1-1 0,0 0 0,0 1 1,-1-1-1,1 0 0,0 1 0,0-1 0,0 1 1,0-1-1,-1 0 0,1 1 0,0-1 0,0 1 1,0-1-1,0 1 0,0-1 0,0 0 1,0 1-1,0-1 0,0 1 0,1-1 0,-1 1 1,1 8-9,0 0 1,0 0 0,1 0 0,1 0-1,-1-1 1,1 1 0,1-1 0,-1 0-1,2 0 1,-1 0 0,1 0 0,0-1 0,12 14-1,10 7 56,58 49 0,-61-56-22,18 13-27,-25-22-7,-1 1-1,0 1 1,-1 1-1,-1 0 0,17 22 1,-30-36-16,-1-1 0,1 1 0,-1 0 0,1 0 0,-1 0 0,1 0 1,-1 0-1,1 0 0,-1-1 0,0 1 0,0 0 0,1 0 0,-1 0 0,0 0 0,0 0 0,0 0 0,0 0 0,0 0 0,0 0 1,-1 2-1,0-2 2,1 0 0,-1 0 0,0 0 0,0-1 0,0 1 0,0 0 0,0 0 0,0-1 0,-1 1 0,1-1 0,0 1 0,0-1 0,0 1 0,-1-1 0,1 0 0,0 0 0,0 1 0,-2-1 0,-34 4 103,-1-2-1,-47-2 1,30-1-260,37-1-905,23-1-969,32-5-1937,36-1-2104</inkml:trace>
</inkml:ink>
</file>

<file path=ppt/ink/ink1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6:47.7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3 369 7812,'0'0'8067,"29"-16"-7538,94-50-183,-54 32-191,-48 25-79,32-20 0,-47 25-36,0 0 1,0-1 0,-1 0-1,0 0 1,0 0 0,0-1-1,-1 0 1,7-9 0,-9 9 79,1 1 0,-1-1 0,1 1 0,-2-1 0,1 0 0,-1 0 0,1 0 0,-2 1 0,1-1 0,0-7 0,-1 10-58,0 0-1,-1 0 1,1 0 0,0 0-1,-1 0 1,0 0-1,1 0 1,-1 0 0,0 0-1,-1 0 1,1 0-1,0 1 1,-1-1 0,0 0-1,1 1 1,-1 0-1,0-1 1,0 1 0,-1 0-1,1 0 1,-3-2 0,-2 0 17,0 0 0,-1 1 1,0 0-1,1 0 1,-1 1-1,0 0 1,-11-1-1,-6 1 122,-29 0 0,47 2-186,0 0-1,0 0 1,1 1-1,-1-1 1,0 2-1,0-1 1,1 1-1,-1 0 1,1 1-1,-1-1 1,1 1-1,0 0 1,0 1-1,0 0 1,1 0-1,-1 0 1,1 0-1,0 1 1,0 0-1,0 0 1,1 0-1,-6 10 1,3-5-10,1 1 1,1 1-1,0-1 1,0 1 0,1 0-1,1 0 1,0 0-1,0 0 1,1 1-1,1-1 1,0 1-1,1 16 1,0-22-8,1 0 0,-1 1 0,1-1 0,0 0 1,1 0-1,0-1 0,0 1 0,0 0 0,1 0 0,0-1 0,5 9 0,0-5-107,0 0-1,0 0 1,1-1-1,0 0 0,17 13 1,4 0-1799,61 35 0,-4-13-4385,-5-8-3792</inkml:trace>
</inkml:ink>
</file>

<file path=ppt/ink/ink1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6:48.2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193 75 4002,'0'0'6750,"-25"16"-5531,-5 3-723,-43 34 0,67-47-430,1-1 0,-1 1-1,1 0 1,0 1-1,1-1 1,0 1 0,0 0-1,0 0 1,1 0-1,0 0 1,0 1 0,-2 10-1,2 0 99,1 0 1,0 0-1,1 28 0,2-31-68,-2-10-71,1 1 0,1 0 0,-1-1 0,1 1 0,0-1 0,1 1 0,-1-1 0,1 1 0,0-1 0,0 0 0,1 0 0,-1 0 0,1 0 0,6 7 0,-3-6-3,0 0 1,1 0-1,0-1 0,0 1 1,0-1-1,1-1 1,-1 0-1,16 6 1,-7-4 62,0 0 0,1-1 0,-1-1 0,34 4 0,69-4 661,-106-4-559,1-1 1,-1 0 0,1-1-1,-1 0 1,0-1 0,0-1-1,0 0 1,-1-1-1,24-11 1,-30 12-78,1 0 0,-1-1 0,0 1 0,0-1 0,-1 0 0,1-1 0,-1 1 0,0-1 0,-1 0 0,1 0 0,-1-1 0,-1 0 0,1 1 0,-1-1 0,0 0 0,0 0 0,-1-1 0,0 1 0,1-9 0,0-6 54,-1 0-1,-1-1 0,-1 1 1,-1 0-1,0-1 1,-11-42-1,10 54-148,-1 1 0,0 0 0,-1 0 0,0 0 0,-1 0 0,0 1 0,-1-1 0,0 1 0,0 1 0,0-1 0,-1 1-1,-1 0 1,0 1 0,0 0 0,0 0 0,-15-9 0,16 12-15,-1 1-1,0 0 1,0 0 0,0 1-1,0 0 1,0 0-1,-11 0 1,14 1-100,0 1 1,0-1-1,-1 1 1,1 1-1,0-1 1,0 1 0,0 0-1,0 0 1,0 0-1,0 1 1,0 0-1,-9 4 1,11-3-166,-1 0 0,1 0 0,0 0 0,-1 0 0,1 1 0,1-1 0,-1 1 0,1 0 1,-1 0-1,1 0 0,0 0 0,-2 8 0,1-3-1003,1 0-1,0 0 1,0 0 0,1 0 0,0 15 0,1 22-6461</inkml:trace>
</inkml:ink>
</file>

<file path=ppt/ink/ink1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6:48.5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166 0 8564,'0'0'7203,"-16"25"-6416,3-7-593,-3 6 73,1 0 0,0 1 0,2 0 0,1 1 0,-11 34 0,11-14-57,2 0 0,1 1 1,3-1-1,2 2 0,3 78 1,2-112-204,0 0 0,1 0 1,0 0-1,1 0 0,1 0 0,1 0 1,-1-1-1,13 22 0,-8-19-183,2 0 0,-1-1-1,2 0 1,0-1 0,1 0-1,17 14 1,-15-15-717,0-1 1,1-1-1,26 15 0,-32-21-398,1 0 0,-1-1 0,1 0 0,12 2 0,19-1-7046</inkml:trace>
</inkml:ink>
</file>

<file path=ppt/ink/ink1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6:48.9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0 6979,'0'0'9535,"0"20"-8748,-5 135 1174,5-38 915,1-125-2783,0 0 1,0 0-1,1 0 1,0 0-1,0 0 0,1 0 1,0 1-1,5-11 0,-1 7-73,-1-1 0,2 1 0,-1 0-1,16-16 1,-22 26-19,0-1-1,0 1 1,0 0-1,1 0 1,-1-1-1,0 1 1,1 0-1,-1 0 1,0 0 0,1 0-1,-1 1 1,1-1-1,0 0 1,-1 1-1,1-1 1,0 1-1,-1-1 1,1 1-1,0 0 1,-1 0-1,1 0 1,0 0-1,0 0 1,-1 0 0,1 0-1,0 0 1,-1 1-1,1-1 1,0 1-1,-1-1 1,1 1-1,-1 0 1,1-1-1,-1 1 1,1 0-1,-1 0 1,1 0-1,1 2 1,3 4-24,0 0 0,0 1 0,0-1 0,-1 1-1,7 15 1,-6-13 24,22 42-319,34 58-2256,-47-87-1717,18 22-1,-13-23-3271</inkml:trace>
</inkml:ink>
</file>

<file path=ppt/ink/ink1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6:49.4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 1 7988,'0'0'9545,"-8"18"-8592,2-6-774,-2 3 36,0 1 1,2 0-1,0 1 0,1 0 0,0-1 1,-3 27-1,6-17-94,0 0 0,2 0 0,0 1 0,6 30 1,-5-52-141,1 0 1,0-1-1,0 1 1,0-1 0,0 1-1,1-1 1,0 0 0,0 0-1,0 0 1,0 0 0,1-1-1,0 1 1,-1-1 0,1 0-1,0 0 1,1 0 0,-1 0-1,0-1 1,1 0-1,-1 0 1,1 0 0,0 0-1,0-1 1,0 0 0,0 0-1,-1 0 1,1-1 0,0 1-1,1-1 1,-1-1 0,0 1-1,5-1 1,-7 0 7,1 0 0,-1 0 0,0 0-1,0 0 1,0-1 0,0 1 0,0-1 0,0 0 0,0 0 0,0 0 0,-1 0-1,1 0 1,-1 0 0,1-1 0,-1 0 0,0 1 0,0-1 0,0 0 0,0 0-1,-1 0 1,1 0 0,1-4 0,0-2 28,0 0 0,0-1-1,-1 1 1,0 0 0,-1-1-1,1-18 1,15 29-110,4 4 56,29 10 0,-35-9 48,-1-2-1,1 1 1,1-2-1,24 3 0,-35-6-26,2 1 43,0-1 0,0 0-1,1 0 1,-1-1 0,11-2-1,-16 2 2,1 0 0,-1 0-1,0 0 1,0 0 0,0 0-1,0-1 1,0 1-1,0-1 1,0 1 0,-1-1-1,1 0 1,0 0-1,-1 1 1,0-1 0,1 0-1,-1 0 1,0-1 0,0 1-1,1-4 1,1-2 59,0 0-1,0-1 1,-2 1 0,1-1 0,-1 0 0,0 0 0,0 1-1,-1-1 1,-1 0 0,-1-14 0,1 20-87,1 0-1,-1-1 1,0 1 0,0 0-1,0-1 1,-1 1 0,1 0 0,-1 0-1,1 0 1,-1 0 0,0 0 0,0 1-1,-1-1 1,1 0 0,0 1-1,-1 0 1,0-1 0,1 1 0,-1 0-1,0 0 1,0 1 0,0-1 0,0 1-1,0-1 1,-1 1 0,1 0-1,0 0 1,-7 0 0,4 0-262,-1 0 0,1 1 0,-1 0 0,1 0 0,-1 1 0,1-1 0,-1 2 0,1-1 0,0 1 0,-1 0 0,-10 5 0,14-5-236,-1 0 0,0 1 0,1-1 0,-1 1 0,1 0 0,0 0 0,0 1 0,0-1 0,0 1 0,1-1 0,-1 1 0,1 0 0,0 0 0,0 0 0,1 0 0,-1 0 0,1 0 0,-2 6 0,1 26-7241</inkml:trace>
</inkml:ink>
</file>

<file path=ppt/ink/ink1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6:50.3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76 133 6131,'0'0'10178,"5"-18"-9327,15-55-307,-17 51-152,-3 21-389,0 1 0,0 0 0,0 0 0,-1 0 0,1 0 1,0 0-1,0-1 0,0 1 0,0 0 0,0 0 0,0 0 0,0 0 0,-1 0 0,1 0 0,0 0 0,0 0 1,0 0-1,0 0 0,0-1 0,-1 1 0,1 0 0,0 0 0,0 0 0,0 0 0,0 0 0,-1 0 0,1 0 1,0 0-1,0 0 0,0 0 0,0 0 0,0 0 0,-1 1 0,1-1 0,0 0 0,0 0 0,0 0 1,0 0-1,0 0 0,-1 0 0,1 0 3,0 0 0,0 0 0,0 1 0,0-1 0,-1 0 0,1 0 0,0 0 0,0 0 1,0 0-1,0 0 0,-1 0 0,1 0 0,0 0 0,0 0 0,0 0 0,-1 0 0,1 0 0,0 0 0,0 0 0,0 0 1,0 0-1,-1 0 0,1 0 0,0 0 0,0 0 0,0-1 0,0 1 0,0 0 0,-1 0 0,1 0 0,0 0 1,0 0-1,0 0 0,0 0 0,0-1 0,0 1 0,-1 0 0,1 0 0,0 0 0,0 0 0,0 0 0,0-1 0,0 1 1,0 0-1,0 0 0,0 0 0,0 0 0,0-1 0,0 1 0,0 0 0,0 0 0,0 0 0,0 0 0,0-1 0,0 1 1,0 0-1,0 0 0,0-1 0,0 1-36,-1-9 1140,-3 8-1130,1 0 0,-1 1 0,0-1-1,0 1 1,1 0 0,-1 0 0,0 0-1,-6 2 1,7-2 12,1 0 0,0 1 0,1-1 0,-1 1 0,0 0-1,0 0 1,0 0 0,0 0 0,0 0 0,1 0 0,-1 0 0,0 0 0,1 1 0,-1-1-1,1 1 1,0-1 0,-2 3 0,-1 5 3,1-1-1,1 0 0,-1 1 1,1-1-1,1 1 1,0 0-1,0 0 1,1-1-1,0 15 0,0-18-2,0-3 9,0-1-1,1 0 0,-1 1 1,0-1-1,0 1 0,1-1 1,-1 0-1,1 1 0,0-1 1,-1 0-1,1 0 0,0 1 1,-1-1-1,1 0 0,0 0 1,0 0-1,0 0 1,0 0-1,0 0 0,0 0 1,1 0-1,-1 0 0,0-1 1,0 1-1,1 0 0,-1-1 1,0 1-1,1-1 0,-1 0 1,0 1-1,1-1 0,1 0 1,7 2 0,-1-1 0,1-1 0,18 0 1,-11-1-14,-14 1 7,1 0 0,0 0-1,0 0 1,0-1-1,0 1 1,-1-1 0,1 0-1,0 0 1,0-1-1,5-2 1,-8 3 9,1 0 0,-1-1 0,1 1 0,-1 0-1,1-1 1,-1 0 0,0 1 0,0-1 0,0 0 0,0 1 0,0-1-1,0 0 1,0 0 0,-1 0 0,1 0 0,-1 0 0,1 0 0,-1 0-1,0 0 1,1 0 0,-1 0 0,-1-3 0,2-14 362,1 26-48,0 33-244,0 32-87,-4 0 1,-18 126-1,19-195 13,-41 192 355,34-181-79,8-14-252,0 0 0,-1 0 0,1 1 1,0-1-1,0 0 0,-1 0 1,1 0-1,0 0 0,-1 0 0,1 0 1,0 0-1,0 0 0,-1 0 1,1 0-1,0 0 0,-1 0 0,1 0 1,0 0-1,0 0 0,-1 0 0,1 0 1,0-1-1,0 1 0,-1 0 1,1 0-1,0 0 0,0 0 0,-1-1 1,1 1-1,-2-2 54,1 0 1,-1 1-1,1-1 1,0 0 0,0 0-1,0 0 1,0 0-1,0-1 1,0 1-1,0-3 1,-3-15-59,2-1 1,0 0 0,1-34 0,1 40-51,0 10-63,0-1 1,1 1-1,-1 0 1,1-1-1,0 1 1,1 0-1,-1 0 0,1 0 1,0 0-1,0 0 1,1 0-1,-1 1 1,1-1-1,0 1 1,0-1-1,1 1 0,4-4 1,-3 3-355,0 1 1,0 1-1,0-1 1,1 1-1,0-1 0,-1 2 1,1-1-1,12-3 1,24-2-4293,-1 5-2448</inkml:trace>
</inkml:ink>
</file>

<file path=ppt/ink/ink1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6:50.9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82 7684,'0'0'11082,"1"-16"-10274,1-50-648,3 153-1446,-5-87 1257,16 1-5074,-15-1 4639,0-1-1,0 1 1,-1 0-1,1 0 1,0 0 0,0 0-1,0 0 1,0 0 0,0 0-1,0 0 1,0 0-1,0 0 1,0 1 0,0-1-1,0 0 1,0 1-1,-1-1 1,2 1 0,2 4-2860</inkml:trace>
</inkml:ink>
</file>

<file path=ppt/ink/ink1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6:56.6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147 126 720,'0'0'7340,"3"-6"-6377,0-7 93,0 0 1,-1 0-1,-1-1 1,1-26-1,-2 40-837,-4-1-131,0 0 0,1 0 0,-1 0 0,0 0-1,1-1 1,-6-2 0,-8-5-84,14 8-16,0 0 0,0 0 1,0 0-1,0 0 0,0 1 0,-1-1 1,1 1-1,0 0 0,0 0 0,0 0 1,0 0-1,0 0 0,-1 1 0,1 0 1,0-1-1,0 1 0,0 0 0,0 0 1,0 1-1,1-1 0,-1 1 0,0-1 1,-3 4-1,2-1 2,1 0-1,0 0 1,0 0 0,0 1 0,0-1 0,1 1 0,0 0 0,0 0-1,0 0 1,0 0 0,1 0 0,0 0 0,-1 8 0,0 7-25,0 35 0,2-40 33,0-14 1,0 1 0,0-1 0,0 1 0,0-1 0,1 1 1,-1-1-1,0 1 0,1-1 0,-1 1 0,1-1 0,-1 0 0,1 1 0,0-1 1,-1 0-1,1 1 0,0-1 0,0 0 0,0 0 0,0 0 0,0 0 1,0 0-1,0 0 0,1 0 0,-1 0 0,0 0 0,0-1 0,1 1 0,-1 0 1,1-1-1,1 1 0,4 1-1,-1-1 1,1-1-1,0 1 1,0-1-1,9-1 1,-14 1 2,1 0 6,0-1 1,0 1-1,0-1 1,0 0-1,0 0 1,-1 0-1,1-1 1,0 1-1,-1-1 1,1 1-1,0-1 0,-1 0 1,0 0-1,0 0 1,1 0-1,-1-1 1,0 1-1,-1 0 1,4-5-1,3-7 56,0 0-1,9-26 1,-2 5 6,-9 24-50,1-4 16,-7 15-20,0 0-1,0 0 0,0 0 0,0 0 0,0 1 0,0-1 1,0 0-1,0 0 0,0 0 0,0 0 0,0 0 0,0 0 0,0 0 1,0 0-1,0 1 0,1-1 0,-1 0 0,0 0 0,0 0 1,0 0-1,0 0 0,0 0 0,0 0 0,0 0 0,0 0 1,0 0-1,0 0 0,1 0 0,-1 0 0,0 0 0,0 0 0,0 0 1,0 0-1,0 0 0,0 0 0,0 0 0,0 0 0,1 0 1,-1 0-1,0 0 0,0 0 0,0 0 0,0 0 0,0 0 1,0 0-1,0 0 0,0 12-19,0 1-1,1-1 1,1 0 0,-1 0-1,2 0 1,0 0 0,0 0-1,1-1 1,0 1 0,1-1-1,1 0 1,-1 0 0,13 15-1,0-5-1069,1 0-1,1-2 1,27 20-1,-47-38 1006,29 24-4226</inkml:trace>
</inkml:ink>
</file>

<file path=ppt/ink/ink1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6:57.2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1 3778,'0'0'6661,"0"10"-6188,0 34 315,-1 14 211,2 0 0,3 0-1,13 71 1,-13-124-385,2-12-217,7-28-59,0 1-292,-10 30-50,-1 1-1,0-1 1,1 0-1,0 1 1,0 0-1,0 0 1,0 0-1,0 0 0,1 0 1,-1 0-1,1 1 1,0 0-1,-1-1 1,1 1-1,0 1 0,1-1 1,-1 1-1,5-2 1,5 1-30,1 0 0,0 0 0,29 2-1,-23 0 2,-19 0 29,1 0 0,-1 1 0,1-1 0,0 0 0,-1 1-1,1 0 1,-1-1 0,0 1 0,1 0 0,-1 0 0,0 1-1,1-1 1,-1 0 0,0 1 0,0-1 0,0 1 0,0 0-1,-1 0 1,1-1 0,0 1 0,-1 1 0,1-1 0,-1 0-1,0 0 1,1 0 0,-1 1 0,0-1 0,1 5 0,1 4-19,-1-1 0,0 1 0,-1 0 0,0 0 0,0 14 0,-2-23 27,1 0 0,-1 0 0,1-1 0,-1 1 0,1 0 0,-1 0 1,0-1-1,0 1 0,0 0 0,0-1 0,0 1 0,0-1 0,0 1 0,-1-1 1,1 0-1,0 0 0,-1 1 0,1-1 0,-1 0 0,1 0 0,-1 0 1,0 0-1,1-1 0,-1 1 0,0 0 0,0-1 0,0 1 0,1-1 0,-5 1 1,-7 1 52,-1 0 1,-26 0 0,34-2-35,-30 2 119,17-1-108,1 0 0,-1-1 0,0-1 0,-24-5 0,39 5-65,1 0-1,-1 0 1,1-1 0,0 1 0,-1-1-1,1 0 1,0 0 0,0 0 0,1-1-1,-1 1 1,0-1 0,1 1 0,-5-6-1,6 6-128,0 0 0,-1 0 0,1 0 1,0 0-1,1 0 0,-1 0 0,0 0 0,0 0 0,1 0 0,-1 0 0,1 0 0,0-1 0,0 1 0,0 0 0,0 0 0,0 0 0,0-1 0,0 1 0,1 0 0,-1 0 0,1 0 0,0 0 0,-1 0 0,1 0 0,1-2 0,1 0-461,0 1 0,0-1 0,0 1 0,0 0 0,1 0 0,-1 0 0,6-3 0,41-25-6526</inkml:trace>
</inkml:ink>
</file>

<file path=ppt/ink/ink1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6:57.6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8084,'0'0'824,"28"11"561,-12-5-1106,5 1 35,0 0-1,-1 2 1,0 1-1,0 0 0,-1 2 1,-1 0-1,0 1 0,24 22 1,-18-8 15,-1 1 0,-1 2 0,-2 0 0,-1 1 0,-1 1 0,26 65 0,-21-32 417,-2 0 0,21 123 0,-31-115-374,-4 1 1,-2-1 0,-10 137 0,1-182-351,-1-1-1,-1-1 1,-1 1-1,-2-1 1,0-1 0,-2 1-1,-1-2 1,-1 0 0,-1 0-1,-19 24 1,0-6-920,-2 0 0,-2-2 0,-2-2-1,-47 35 1,0-11-4445,11-19-2773</inkml:trace>
</inkml:ink>
</file>

<file path=ppt/ink/ink1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7:16.4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146 51 6467,'0'0'2660,"-23"-7"-977,-5-2-1143,7 2 112,-1 0 1,-30-4-1,96 11 1664,956 9 197,-85 8-1917,-292-3-202,-522-13-463,-116-8-1692,-9-3-1905,-35-11 1,2 8-2394</inkml:trace>
</inkml:ink>
</file>

<file path=ppt/ink/ink1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7:16.8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589 39 3826,'-29'5'1328,"-338"72"4142,207-33-2000,128-31-2256,32-13-1200,0 0-1,0 0 0,0 0 0,1 0 0,-1 0 1,0 0-1,0 0 0,0 0 0,1 0 1,-1 0-1,0 0 0,0 0 0,1 0 0,-1 0 1,0 0-1,0 0 0,0 0 0,1 1 1,-1-1-1,0 0 0,0 0 0,0 0 1,0 0-1,1 0 0,-1 1 0,0-1 0,0 0 1,0 0-1,0 0 0,0 0 0,0 1 1,0-1-1,1 0 0,-1 0 0,0 1 0,0-1 1,0 0-1,0 0 0,0 0 0,0 1 1,0-1-1,0 0 0,0 0 0,0 0 0,0 1 1,0-1-1,0 0 0,0 0 0,0 1 1,-1-1-1,1 0 0,0 0 0,0 0 1,0 0-1,0 1 0,0-1 0,0 0 0,0 0 1,-1 0-1,1 0 0,0 1 0,0-1 1,0 0-1,0 0 0,-1 0 0,1 0 0,0 0 1,0 0-1,-1 1 0,55 7 633,647 11 2108,-578-20-2710,1121-29 855,-963 15-706,-220 12-86,407-35 647,-455 37-681,3-1 117,-1-1 0,1 0 0,26-9 0,-41 12-163,-1-1 1,1 1 0,0-1-1,0 1 1,0 0 0,-1-1-1,1 0 1,0 1 0,-1-1-1,1 1 1,0-1 0,-1 0-1,1 0 1,-1 1 0,1-1-1,-1 0 1,1 0 0,-1 0-1,0 1 1,1-1 0,-1 0-1,0 0 1,0 0 0,0 0-1,0 0 1,0 0 0,0 0-1,0 1 1,0-1 0,0 0-1,0 0 1,0 0 0,0 0-1,0 0 1,-1 0 0,0-1-1,0-1-14,0-1-1,-1 1 0,1 0 0,-1 0 0,0 0 0,0 0 0,-5-5 0,2 3-156,0 1 0,0-1 0,-1 1 0,1 0 0,-1 1 0,0-1-1,0 1 1,0 0 0,0 1 0,-1-1 0,-12-2 0,11 4-644,-1 0 0,1 1 0,-1-1 0,1 2 0,-1-1 0,1 1 0,0 1 0,-1-1 0,1 1 0,-10 4 0,-48 20-4857,-21 3-1785</inkml:trace>
</inkml:ink>
</file>

<file path=ppt/ink/ink1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7:17.1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125 121 5122,'0'0'1700,"-23"7"-959,-67 24 908,90-31-1617,-1 0-1,0 0 0,1 1 1,-1-1-1,1 0 1,-1 0-1,1 0 0,-1 0 1,1 1-1,-1-1 1,1 0-1,-1 1 0,1-1 1,-1 0-1,1 1 1,0-1-1,-1 0 0,1 1 1,0-1-1,-1 1 1,1-1-1,0 1 0,-1-1 1,1 1-1,0-1 1,0 1-1,-1-1 1,1 1-1,0 0 0,17 6 897,50 2 935,111 2-1,859-31 1929,-788 1-3046,415-32 1335,-654 50-2046,154-17 946,-154 16-837,-8 2-91,0 0 0,0 0 0,0-1 0,-1 1 0,1-1 0,0 1 1,0-1-1,0 1 0,-1-1 0,1 0 0,0 0 0,-1 0 0,3-2 0,-3 1 18,-1 0-1,1 0 0,-1 0 1,0-1-1,0 1 1,0 0-1,0 0 0,0 0 1,0-1-1,-2-3 0,2 4-139,-1 0-1,0 0 1,1 0-1,-1-1 0,0 1 1,0 0-1,-1 0 1,1 0-1,0 1 0,-1-1 1,1 0-1,-1 0 1,1 1-1,-1-1 0,0 1 1,1 0-1,-1-1 1,0 1-1,0 0 0,0 0 1,0 0-1,0 0 1,-1 0-1,-2 0 0,-4-1-1732,0 0 0,0 1 0,0 0 0,-17 0-1,-15 1-7101</inkml:trace>
</inkml:ink>
</file>

<file path=ppt/ink/ink1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7:23.9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158 18 8228,'0'0'7739,"6"-4"-7571,-3 2-143,0 1-1,0-1 1,0 0-1,1 1 1,-1 0-1,1 0 0,-1 0 1,1 0-1,-1 1 1,1-1-1,0 1 1,-1 0-1,5 0 1,-1 1 3,0 0 1,0 0 0,1 1 0,-1 0 0,0 0 0,9 5 0,-5-1 12,1 0 0,-1 1 0,0 0 0,0 1 0,-1 0 0,0 1 0,16 17 0,-25-23 324,1-1 1,0 1-1,-1 0 1,1 0-1,-1 0 0,0 0 1,1 4-1,7 44-873,-8-40 777,1 7-240,0 0-1,-3 36 1,1-47-24,-1 1-1,0 0 0,-1-1 1,0 0-1,0 1 1,-1-1-1,0 0 1,0 0-1,-7 11 0,-3-1 100,0-1 0,-1 0 0,-1-1 0,0-1 0,-1 0 0,0-1 0,-1-1 0,-28 15 0,0-4 507,-2-1-1,-64 20 0,103-38-164,9-1-108,6-1-252,18 1-104,39-3-1,-32 0 16,-10 0 4,112 0 123,174-21-1,-250 14-130,-29 4-225,-1-1-1,41-11 1,-69 14 98,1 1 1,-1 0 0,0-1 0,1 1 0,-1 0 0,0-1 0,1 1 0,-1 0 0,0-1 0,1 1 0,-1-1 0,0 1 0,0-1 0,1 1 0,-1-1 0,0 1 0,0-1 0,0 1 0,0-1 0,0 1-1,0-1 1,0 1 0,1-1 0,-2 1 0,1-1 0,0 1 0,0-1 0,0 1 0,0-1 0,0 1 0,0-1 0,-6-18-3773,5 18 3287,-7-22-4938,-2-11-1465</inkml:trace>
</inkml:ink>
</file>

<file path=ppt/ink/ink1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7:24.4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896 56 4482,'0'0'2393,"-36"-4"-299,-125-14 340,144 16-2125,0 2 0,0 0 0,0 1 0,0 0 0,0 2 0,0 0 0,1 1 0,-1 0 0,1 1 0,0 1 0,-25 13 0,10-3-122,0 0 0,1 3 0,0 0 0,2 2 0,0 1 0,2 1 0,0 1 0,2 2 0,1 0 0,0 1 0,2 2 0,2 0 0,0 1 0,2 1 0,2 0 0,0 1 0,3 1 0,0 1 0,-11 57 0,14-30-14,2 0-1,3 100 1,4-119-123,2-1 0,15 78 1,-11-92-38,2 0 0,1 0 0,0-1 0,2 0 0,19 31 0,-17-36-10,0 0-1,2-1 1,1 0-1,0-1 1,2-1-1,0 0 1,1-2-1,0 0 1,2-1-1,0-1 1,0-1-1,1-1 1,35 14-1,-10-8 26,0-3-1,1-2 1,1-2 0,52 4 0,-29-8-5,2-3 0,82-7 0,-123 0 16,-1-2 1,0-1-1,0-2 1,-1-1-1,1-1 1,-2-2-1,0-1 0,0-1 1,-2-2-1,0-1 1,0-1-1,-2-1 0,0-1 1,-1-2-1,24-27 1,-25 23 191,0-1 0,-2-2 0,-2 0 1,0-1-1,-2-1 0,-2-1 1,0 0-1,-3-1 0,0-1 0,-2 0 1,-2-1-1,-1 0 0,5-57 1,-11 57 108,-1 0 0,-2 0 0,-10-68 0,6 79-233,-1 1 0,-1-1-1,-2 1 1,0 0 0,-1 1-1,-19-32 1,2 13-37,-2 2 1,-1 1-1,-2 1 0,-1 2 1,-2 1-1,-2 2 0,-1 1 1,-68-42-1,65 49-113,0 3 1,-1 1-1,-1 2 0,0 1 0,-2 3 1,1 2-1,-2 1 0,0 3 0,-55-4 1,64 10-547,-1 2 0,0 1 0,-38 6 0,59-4 128,0 1-1,1 0 1,0 1 0,0 1 0,0 0-1,1 1 1,-1 1 0,2 1-1,-16 11 1,2 2-1411,2 1 0,-25 27 0,-49 66-7836</inkml:trace>
</inkml:ink>
</file>

<file path=ppt/ink/ink1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7:25.2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74 8772,'0'0'5056,"33"-13"-4483,119-39-53,-141 49-458,2 1-1,-1 0 0,0 1 0,0 0 0,0 1 0,1 1 0,-1 0 1,0 0-1,0 1 0,0 1 0,0 0 0,0 0 0,-1 1 0,1 1 0,-1 0 1,0 1-1,0 0 0,-1 0 0,0 1 0,0 1 0,-1-1 0,14 15 0,-17-15-38,0-1 0,-1 1-1,1 0 1,-2 0 0,1 1-1,-1 0 1,0-1 0,-1 1-1,0 1 1,0-1 0,-1 0-1,0 1 1,1 9-1,-2-11 25,0-1-1,-1 1 1,0 0-1,-1-1 1,0 1-1,0-1 0,0 1 1,0-1-1,-1 1 1,0-1-1,-1 0 0,1 0 1,-1 0-1,-1 0 1,1 0-1,-1-1 1,-7 9-1,-3-1 158,-1 0 0,0-1 1,-1-1-1,0 0 0,0-1 0,-1-1 0,-1-1 1,0 0-1,0-1 0,0-1 0,-1-1 0,-22 3 1,38-7 96,8-1-168,38 1-106,0 1-1,-1 3 1,0 2-1,44 12 1,-59-12-35,-1 2 1,0 1-1,0 0 1,-1 2-1,0 1 1,-2 1-1,33 25 0,-53-36 1,0 0-1,0 0 0,0 0 1,0 0-1,0 0 0,-1 1 1,0-1-1,1 1 0,-1 0 1,-1 0-1,1-1 0,0 1 1,1 7-1,-3-9 10,0 0-1,0 0 1,1 0-1,-1 0 1,-1 1-1,1-1 1,0 0-1,0 0 1,-1 0 0,1 0-1,-1 0 1,0 0-1,1 0 1,-1 0-1,0 0 1,0 0-1,-1 0 1,1 0-1,0 0 1,-1-1 0,1 1-1,0-1 1,-1 1-1,0-1 1,1 1-1,-1-1 1,-4 2-1,-6 3 10,0 0-1,0-1 0,-1 0 1,0-1-1,0 0 0,0-1 1,-17 1-1,-12 0-501,-43-2 0,70-1-15,0-2 0,0 0 0,0-1-1,-14-4 1,22 4-61,0 0 0,0-1 0,1 1 1,-1-2-1,1 1 0,-1-1 0,1 0 0,0 0 0,1 0 1,-7-7-1,-25-33-5335</inkml:trace>
</inkml:ink>
</file>

<file path=ppt/ink/ink1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7:25.6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648 141 9492,'0'0'947,"-32"-5"926,-16-1-971,-50-2 0,89 8-786,0 1 0,0 0 0,0 0-1,0 1 1,0 0 0,0 0 0,0 1 0,0 0 0,1 1 0,-10 5 0,4 0 94,0 1 0,1 0 0,-19 19-1,25-21-122,-21 19 105,1 1 0,2 2-1,1 1 1,1 1 0,2 0 0,1 2 0,2 0 0,1 2 0,1-1 0,3 2 0,1 0-1,-10 50 1,15-44-39,2 1-1,1 85 0,5-104-116,1 0-1,1 0 0,2 0 1,0 0-1,2-1 0,15 38 1,-10-36-28,2-1 1,0 0 0,2-1-1,1 0 1,38 41-1,-27-37 7,1-2-1,2-1 0,64 41 0,-45-38-4,1-2-1,1-3 0,1-2 0,1-2 1,1-2-1,66 10 0,-65-17 20,0-2-1,1-3 1,0-2-1,0-3 1,0-3 0,68-11-1,-98 8 59,-1-1-1,1-1 1,-1-1-1,0-2 1,-1 0-1,-1-2 1,0-1-1,0 0 1,-1-2-1,-1-1 1,-1-1-1,0 0 1,-2-2 0,0 0-1,-1-1 1,-1-1-1,-1-1 1,-1 0-1,-1-1 1,-1-1-1,-1 0 1,9-28-1,-8 6 253,-2 0 0,-1-1 0,-3 0 0,2-71-1,-8 89-154,-1 0 0,-2 0 0,-1 0-1,-1 0 1,-13-49 0,9 55-91,-1 0 0,-1 1 0,-1 0 0,-1 1 0,-1 0 0,-1 1 0,-20-24 0,1 7-4,-2 2 0,-2 1 0,-1 2 0,-1 1 0,-70-41 1,50 39-85,-1 2 0,-2 3 0,-105-34 0,105 46-107,0 3-1,-1 2 1,-106-5 0,144 16-199,-1 0-1,0 2 0,0 1 0,1 1 0,-1 2 0,-29 8 0,37-7-197,1 1 0,0 0 0,1 1 0,0 1 0,0 1-1,1 0 1,0 1 0,1 0 0,-17 18 0,-52 68-5719,82-96 6140</inkml:trace>
</inkml:ink>
</file>

<file path=ppt/ink/ink1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7:22.3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 4770,'0'0'11597,"0"-3"-10743,0 11-752,0 390 1995,2-353-1915,2-1 0,16 72 0,-20-115-216,0 0 0,1 0-1,-1 0 1,0 1-1,0-1 1,1 0-1,-1 0 1,1 0-1,-1 0 1,1 0-1,-1 0 1,1 0-1,-1 0 1,1 0-1,0 0 1,0-1-1,0 1 1,-1 0-1,3 1 1,-3-2-32,1 0 0,-1 0 0,1-1 0,0 1 0,-1 0 0,1 0 0,-1 0 0,1 0 0,-1-1 0,1 1 0,-1 0 0,1-1 0,-1 1 0,1 0 0,-1-1 0,1 1 0,-1 0 0,1-1 0,-1 1 0,0-1 0,1 1 0,-1-1 0,0 1 0,1-2 0,3-5-851,0 0 0,-1-1-1,5-13 1,-2 1-1259,-1 0 0,4-39 0,-8 6-1428</inkml:trace>
</inkml:ink>
</file>

<file path=ppt/ink/ink1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7:22.8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643 50 7491,'0'0'1617,"-29"-8"-182,-93-24 236,109 29-1463,1 1 1,0 0 0,-1 0 0,1 1 0,-1 1-1,1 0 1,-17 3 0,17-2-60,1 1-31,1 0-1,-1 1 0,1 0 1,0 1-1,0 0 1,0 1-1,0 0 1,1 0-1,0 1 1,0 0-1,0 1 1,-14 14-1,3 0 114,1 0 0,1 1 1,-28 44-1,29-36-79,2 0 0,0 1 1,2 1-1,1 0 0,2 1 0,-11 61 0,13-40-15,3 0-1,2 1 1,6 84-1,-1-110-103,2 0 0,1 0-1,1 0 1,2 0 0,0-1-1,2-1 1,1 1 0,1-2-1,2 1 1,0-2-1,2 0 1,0-1 0,2 0-1,1-2 1,1 0 0,0-1-1,2-1 1,0-1 0,1-1-1,1-1 1,1-1 0,0-1-1,1-1 1,44 16 0,-32-17-9,0-1 1,1-3 0,0-1 0,0-2-1,1-1 1,-1-2 0,1-2 0,44-5-1,-50 1 31,0-2 0,0-2-1,0 0 1,-1-3-1,0 0 1,-1-3-1,0 0 1,-1-2-1,46-30 1,-55 29 62,-2 0-1,0-2 1,-1 0 0,-1-1 0,-1-1-1,0-1 1,-2 0 0,0-1-1,-1-1 1,-2 0 0,0-1 0,-2 0-1,0-1 1,6-28 0,-2-5 83,-3 1 1,-2-2-1,-2 1 0,-4-1 1,-4-73-1,0 114-136,0 0-1,-1 0 0,-1 0 1,-1 0-1,-1 0 1,0 1-1,-1 0 0,-1 0 1,-1 0-1,0 1 0,-1 0 1,-1 1-1,0 0 0,-1 0 1,-21-21-1,8 13-9,0 2-1,-1 1 1,-2 0 0,1 2-1,-2 1 1,-1 2-1,0 0 1,0 2-1,-2 1 1,1 2 0,-46-10-1,-5 5-208,-1 3-1,0 4 1,-108 2-1,165 6-427,0 1-1,0 1 0,-32 6 0,47-5 134,2-1 1,-1 1 0,0 0 0,1 1 0,-1 0 0,1 0 0,0 1 0,0 0 0,1 1-1,-1-1 1,1 1 0,-6 8 0,1 0-2960,-20 32-1</inkml:trace>
</inkml:ink>
</file>

<file path=ppt/ink/ink1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0T14:27:49.6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0 560,'0'0'0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c90085a805_0_2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c90085a805_0_2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c90085a805_0_3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c90085a805_0_3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c90085a805_0_3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c90085a805_0_3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lt2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1" name="Google Shape;41;p9"/>
          <p:cNvSpPr txBox="1">
            <a:spLocks noGrp="1"/>
          </p:cNvSpPr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>
            <a:spLocks noGrp="1"/>
          </p:cNvSpPr>
          <p:nvPr>
            <p:ph type="body" idx="1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11"/>
          <p:cNvSpPr txBox="1">
            <a:spLocks noGrp="1"/>
          </p:cNvSpPr>
          <p:nvPr>
            <p:ph type="title" hasCustomPrompt="1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>
            <a:spLocks noGrp="1"/>
          </p:cNvSpPr>
          <p:nvPr>
            <p:ph type="body" idx="1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pearmin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customXml" Target="../ink/ink6.xml"/><Relationship Id="rId18" Type="http://schemas.openxmlformats.org/officeDocument/2006/relationships/image" Target="../media/image8.png"/><Relationship Id="rId26" Type="http://schemas.openxmlformats.org/officeDocument/2006/relationships/image" Target="../media/image12.png"/><Relationship Id="rId39" Type="http://schemas.openxmlformats.org/officeDocument/2006/relationships/customXml" Target="../ink/ink19.xml"/><Relationship Id="rId21" Type="http://schemas.openxmlformats.org/officeDocument/2006/relationships/customXml" Target="../ink/ink10.xml"/><Relationship Id="rId34" Type="http://schemas.openxmlformats.org/officeDocument/2006/relationships/image" Target="../media/image16.png"/><Relationship Id="rId42" Type="http://schemas.openxmlformats.org/officeDocument/2006/relationships/image" Target="../media/image20.png"/><Relationship Id="rId47" Type="http://schemas.openxmlformats.org/officeDocument/2006/relationships/customXml" Target="../ink/ink23.xml"/><Relationship Id="rId50" Type="http://schemas.openxmlformats.org/officeDocument/2006/relationships/image" Target="../media/image24.png"/><Relationship Id="rId55" Type="http://schemas.openxmlformats.org/officeDocument/2006/relationships/customXml" Target="../ink/ink27.xml"/><Relationship Id="rId7" Type="http://schemas.openxmlformats.org/officeDocument/2006/relationships/customXml" Target="../ink/ink3.xml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7.png"/><Relationship Id="rId29" Type="http://schemas.openxmlformats.org/officeDocument/2006/relationships/customXml" Target="../ink/ink14.xml"/><Relationship Id="rId11" Type="http://schemas.openxmlformats.org/officeDocument/2006/relationships/customXml" Target="../ink/ink5.xml"/><Relationship Id="rId24" Type="http://schemas.openxmlformats.org/officeDocument/2006/relationships/image" Target="../media/image11.png"/><Relationship Id="rId32" Type="http://schemas.openxmlformats.org/officeDocument/2006/relationships/image" Target="../media/image15.png"/><Relationship Id="rId37" Type="http://schemas.openxmlformats.org/officeDocument/2006/relationships/customXml" Target="../ink/ink18.xml"/><Relationship Id="rId40" Type="http://schemas.openxmlformats.org/officeDocument/2006/relationships/image" Target="../media/image19.png"/><Relationship Id="rId45" Type="http://schemas.openxmlformats.org/officeDocument/2006/relationships/customXml" Target="../ink/ink22.xml"/><Relationship Id="rId53" Type="http://schemas.openxmlformats.org/officeDocument/2006/relationships/customXml" Target="../ink/ink26.xml"/><Relationship Id="rId58" Type="http://schemas.openxmlformats.org/officeDocument/2006/relationships/image" Target="../media/image28.png"/><Relationship Id="rId5" Type="http://schemas.openxmlformats.org/officeDocument/2006/relationships/customXml" Target="../ink/ink2.xml"/><Relationship Id="rId19" Type="http://schemas.openxmlformats.org/officeDocument/2006/relationships/customXml" Target="../ink/ink9.xml"/><Relationship Id="rId4" Type="http://schemas.openxmlformats.org/officeDocument/2006/relationships/image" Target="../media/image1.png"/><Relationship Id="rId9" Type="http://schemas.openxmlformats.org/officeDocument/2006/relationships/customXml" Target="../ink/ink4.xml"/><Relationship Id="rId14" Type="http://schemas.openxmlformats.org/officeDocument/2006/relationships/image" Target="../media/image6.png"/><Relationship Id="rId22" Type="http://schemas.openxmlformats.org/officeDocument/2006/relationships/image" Target="../media/image10.png"/><Relationship Id="rId27" Type="http://schemas.openxmlformats.org/officeDocument/2006/relationships/customXml" Target="../ink/ink13.xml"/><Relationship Id="rId30" Type="http://schemas.openxmlformats.org/officeDocument/2006/relationships/image" Target="../media/image14.png"/><Relationship Id="rId35" Type="http://schemas.openxmlformats.org/officeDocument/2006/relationships/customXml" Target="../ink/ink17.xml"/><Relationship Id="rId43" Type="http://schemas.openxmlformats.org/officeDocument/2006/relationships/customXml" Target="../ink/ink21.xml"/><Relationship Id="rId48" Type="http://schemas.openxmlformats.org/officeDocument/2006/relationships/image" Target="../media/image23.png"/><Relationship Id="rId56" Type="http://schemas.openxmlformats.org/officeDocument/2006/relationships/image" Target="../media/image27.png"/><Relationship Id="rId8" Type="http://schemas.openxmlformats.org/officeDocument/2006/relationships/image" Target="../media/image3.png"/><Relationship Id="rId51" Type="http://schemas.openxmlformats.org/officeDocument/2006/relationships/customXml" Target="../ink/ink25.xml"/><Relationship Id="rId3" Type="http://schemas.openxmlformats.org/officeDocument/2006/relationships/customXml" Target="../ink/ink1.xml"/><Relationship Id="rId12" Type="http://schemas.openxmlformats.org/officeDocument/2006/relationships/image" Target="../media/image5.png"/><Relationship Id="rId17" Type="http://schemas.openxmlformats.org/officeDocument/2006/relationships/customXml" Target="../ink/ink8.xml"/><Relationship Id="rId25" Type="http://schemas.openxmlformats.org/officeDocument/2006/relationships/customXml" Target="../ink/ink12.xml"/><Relationship Id="rId33" Type="http://schemas.openxmlformats.org/officeDocument/2006/relationships/customXml" Target="../ink/ink16.xml"/><Relationship Id="rId38" Type="http://schemas.openxmlformats.org/officeDocument/2006/relationships/image" Target="../media/image18.png"/><Relationship Id="rId46" Type="http://schemas.openxmlformats.org/officeDocument/2006/relationships/image" Target="../media/image22.png"/><Relationship Id="rId20" Type="http://schemas.openxmlformats.org/officeDocument/2006/relationships/image" Target="../media/image9.png"/><Relationship Id="rId41" Type="http://schemas.openxmlformats.org/officeDocument/2006/relationships/customXml" Target="../ink/ink20.xml"/><Relationship Id="rId54" Type="http://schemas.openxmlformats.org/officeDocument/2006/relationships/image" Target="../media/image2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.png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28" Type="http://schemas.openxmlformats.org/officeDocument/2006/relationships/image" Target="../media/image13.png"/><Relationship Id="rId36" Type="http://schemas.openxmlformats.org/officeDocument/2006/relationships/image" Target="../media/image17.png"/><Relationship Id="rId49" Type="http://schemas.openxmlformats.org/officeDocument/2006/relationships/customXml" Target="../ink/ink24.xml"/><Relationship Id="rId57" Type="http://schemas.openxmlformats.org/officeDocument/2006/relationships/customXml" Target="../ink/ink28.xml"/><Relationship Id="rId10" Type="http://schemas.openxmlformats.org/officeDocument/2006/relationships/image" Target="../media/image4.png"/><Relationship Id="rId31" Type="http://schemas.openxmlformats.org/officeDocument/2006/relationships/customXml" Target="../ink/ink15.xml"/><Relationship Id="rId44" Type="http://schemas.openxmlformats.org/officeDocument/2006/relationships/image" Target="../media/image21.png"/><Relationship Id="rId52" Type="http://schemas.openxmlformats.org/officeDocument/2006/relationships/image" Target="../media/image2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customXml" Target="../ink/ink35.xml"/><Relationship Id="rId18" Type="http://schemas.openxmlformats.org/officeDocument/2006/relationships/image" Target="../media/image36.png"/><Relationship Id="rId26" Type="http://schemas.openxmlformats.org/officeDocument/2006/relationships/image" Target="../media/image40.png"/><Relationship Id="rId3" Type="http://schemas.openxmlformats.org/officeDocument/2006/relationships/image" Target="../media/image29.png"/><Relationship Id="rId21" Type="http://schemas.openxmlformats.org/officeDocument/2006/relationships/customXml" Target="../ink/ink39.xml"/><Relationship Id="rId7" Type="http://schemas.openxmlformats.org/officeDocument/2006/relationships/customXml" Target="../ink/ink32.xml"/><Relationship Id="rId12" Type="http://schemas.openxmlformats.org/officeDocument/2006/relationships/image" Target="../media/image33.png"/><Relationship Id="rId17" Type="http://schemas.openxmlformats.org/officeDocument/2006/relationships/customXml" Target="../ink/ink37.xml"/><Relationship Id="rId25" Type="http://schemas.openxmlformats.org/officeDocument/2006/relationships/customXml" Target="../ink/ink41.xml"/><Relationship Id="rId2" Type="http://schemas.openxmlformats.org/officeDocument/2006/relationships/customXml" Target="../ink/ink29.xml"/><Relationship Id="rId16" Type="http://schemas.openxmlformats.org/officeDocument/2006/relationships/image" Target="../media/image35.png"/><Relationship Id="rId20" Type="http://schemas.openxmlformats.org/officeDocument/2006/relationships/image" Target="../media/image3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0.png"/><Relationship Id="rId11" Type="http://schemas.openxmlformats.org/officeDocument/2006/relationships/customXml" Target="../ink/ink34.xml"/><Relationship Id="rId24" Type="http://schemas.openxmlformats.org/officeDocument/2006/relationships/image" Target="../media/image39.png"/><Relationship Id="rId5" Type="http://schemas.openxmlformats.org/officeDocument/2006/relationships/customXml" Target="../ink/ink31.xml"/><Relationship Id="rId15" Type="http://schemas.openxmlformats.org/officeDocument/2006/relationships/customXml" Target="../ink/ink36.xml"/><Relationship Id="rId23" Type="http://schemas.openxmlformats.org/officeDocument/2006/relationships/customXml" Target="../ink/ink40.xml"/><Relationship Id="rId28" Type="http://schemas.openxmlformats.org/officeDocument/2006/relationships/image" Target="../media/image41.png"/><Relationship Id="rId10" Type="http://schemas.openxmlformats.org/officeDocument/2006/relationships/image" Target="../media/image32.png"/><Relationship Id="rId19" Type="http://schemas.openxmlformats.org/officeDocument/2006/relationships/customXml" Target="../ink/ink38.xml"/><Relationship Id="rId4" Type="http://schemas.openxmlformats.org/officeDocument/2006/relationships/customXml" Target="../ink/ink30.xml"/><Relationship Id="rId9" Type="http://schemas.openxmlformats.org/officeDocument/2006/relationships/customXml" Target="../ink/ink33.xml"/><Relationship Id="rId14" Type="http://schemas.openxmlformats.org/officeDocument/2006/relationships/image" Target="../media/image34.png"/><Relationship Id="rId22" Type="http://schemas.openxmlformats.org/officeDocument/2006/relationships/image" Target="../media/image38.png"/><Relationship Id="rId27" Type="http://schemas.openxmlformats.org/officeDocument/2006/relationships/customXml" Target="../ink/ink42.xml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00.xml"/><Relationship Id="rId21" Type="http://schemas.openxmlformats.org/officeDocument/2006/relationships/customXml" Target="../ink/ink52.xml"/><Relationship Id="rId63" Type="http://schemas.openxmlformats.org/officeDocument/2006/relationships/customXml" Target="../ink/ink73.xml"/><Relationship Id="rId159" Type="http://schemas.openxmlformats.org/officeDocument/2006/relationships/customXml" Target="../ink/ink121.xml"/><Relationship Id="rId170" Type="http://schemas.openxmlformats.org/officeDocument/2006/relationships/image" Target="../media/image125.png"/><Relationship Id="rId191" Type="http://schemas.openxmlformats.org/officeDocument/2006/relationships/customXml" Target="../ink/ink137.xml"/><Relationship Id="rId205" Type="http://schemas.openxmlformats.org/officeDocument/2006/relationships/customXml" Target="../ink/ink144.xml"/><Relationship Id="rId226" Type="http://schemas.openxmlformats.org/officeDocument/2006/relationships/image" Target="../media/image153.png"/><Relationship Id="rId247" Type="http://schemas.openxmlformats.org/officeDocument/2006/relationships/customXml" Target="../ink/ink165.xml"/><Relationship Id="rId107" Type="http://schemas.openxmlformats.org/officeDocument/2006/relationships/customXml" Target="../ink/ink95.xml"/><Relationship Id="rId11" Type="http://schemas.openxmlformats.org/officeDocument/2006/relationships/customXml" Target="../ink/ink47.xml"/><Relationship Id="rId32" Type="http://schemas.openxmlformats.org/officeDocument/2006/relationships/image" Target="../media/image56.png"/><Relationship Id="rId53" Type="http://schemas.openxmlformats.org/officeDocument/2006/relationships/customXml" Target="../ink/ink68.xml"/><Relationship Id="rId74" Type="http://schemas.openxmlformats.org/officeDocument/2006/relationships/image" Target="../media/image77.png"/><Relationship Id="rId128" Type="http://schemas.openxmlformats.org/officeDocument/2006/relationships/image" Target="../media/image104.png"/><Relationship Id="rId149" Type="http://schemas.openxmlformats.org/officeDocument/2006/relationships/customXml" Target="../ink/ink116.xml"/><Relationship Id="rId5" Type="http://schemas.openxmlformats.org/officeDocument/2006/relationships/customXml" Target="../ink/ink44.xml"/><Relationship Id="rId95" Type="http://schemas.openxmlformats.org/officeDocument/2006/relationships/customXml" Target="../ink/ink89.xml"/><Relationship Id="rId160" Type="http://schemas.openxmlformats.org/officeDocument/2006/relationships/image" Target="../media/image120.png"/><Relationship Id="rId181" Type="http://schemas.openxmlformats.org/officeDocument/2006/relationships/customXml" Target="../ink/ink132.xml"/><Relationship Id="rId216" Type="http://schemas.openxmlformats.org/officeDocument/2006/relationships/image" Target="../media/image148.png"/><Relationship Id="rId237" Type="http://schemas.openxmlformats.org/officeDocument/2006/relationships/customXml" Target="../ink/ink160.xml"/><Relationship Id="rId258" Type="http://schemas.openxmlformats.org/officeDocument/2006/relationships/image" Target="../media/image169.png"/><Relationship Id="rId22" Type="http://schemas.openxmlformats.org/officeDocument/2006/relationships/image" Target="../media/image51.png"/><Relationship Id="rId43" Type="http://schemas.openxmlformats.org/officeDocument/2006/relationships/customXml" Target="../ink/ink63.xml"/><Relationship Id="rId64" Type="http://schemas.openxmlformats.org/officeDocument/2006/relationships/image" Target="../media/image72.png"/><Relationship Id="rId118" Type="http://schemas.openxmlformats.org/officeDocument/2006/relationships/image" Target="../media/image99.png"/><Relationship Id="rId139" Type="http://schemas.openxmlformats.org/officeDocument/2006/relationships/customXml" Target="../ink/ink111.xml"/><Relationship Id="rId85" Type="http://schemas.openxmlformats.org/officeDocument/2006/relationships/customXml" Target="../ink/ink84.xml"/><Relationship Id="rId150" Type="http://schemas.openxmlformats.org/officeDocument/2006/relationships/image" Target="../media/image115.png"/><Relationship Id="rId171" Type="http://schemas.openxmlformats.org/officeDocument/2006/relationships/customXml" Target="../ink/ink127.xml"/><Relationship Id="rId192" Type="http://schemas.openxmlformats.org/officeDocument/2006/relationships/image" Target="../media/image136.png"/><Relationship Id="rId206" Type="http://schemas.openxmlformats.org/officeDocument/2006/relationships/image" Target="../media/image143.png"/><Relationship Id="rId227" Type="http://schemas.openxmlformats.org/officeDocument/2006/relationships/customXml" Target="../ink/ink155.xml"/><Relationship Id="rId248" Type="http://schemas.openxmlformats.org/officeDocument/2006/relationships/image" Target="../media/image164.png"/><Relationship Id="rId12" Type="http://schemas.openxmlformats.org/officeDocument/2006/relationships/image" Target="../media/image46.png"/><Relationship Id="rId33" Type="http://schemas.openxmlformats.org/officeDocument/2006/relationships/customXml" Target="../ink/ink58.xml"/><Relationship Id="rId108" Type="http://schemas.openxmlformats.org/officeDocument/2006/relationships/image" Target="../media/image94.png"/><Relationship Id="rId129" Type="http://schemas.openxmlformats.org/officeDocument/2006/relationships/customXml" Target="../ink/ink106.xml"/><Relationship Id="rId54" Type="http://schemas.openxmlformats.org/officeDocument/2006/relationships/image" Target="../media/image67.png"/><Relationship Id="rId75" Type="http://schemas.openxmlformats.org/officeDocument/2006/relationships/customXml" Target="../ink/ink79.xml"/><Relationship Id="rId96" Type="http://schemas.openxmlformats.org/officeDocument/2006/relationships/image" Target="../media/image88.png"/><Relationship Id="rId140" Type="http://schemas.openxmlformats.org/officeDocument/2006/relationships/image" Target="../media/image110.png"/><Relationship Id="rId161" Type="http://schemas.openxmlformats.org/officeDocument/2006/relationships/customXml" Target="../ink/ink122.xml"/><Relationship Id="rId182" Type="http://schemas.openxmlformats.org/officeDocument/2006/relationships/image" Target="../media/image131.png"/><Relationship Id="rId217" Type="http://schemas.openxmlformats.org/officeDocument/2006/relationships/customXml" Target="../ink/ink150.xml"/><Relationship Id="rId6" Type="http://schemas.openxmlformats.org/officeDocument/2006/relationships/image" Target="../media/image43.png"/><Relationship Id="rId238" Type="http://schemas.openxmlformats.org/officeDocument/2006/relationships/image" Target="../media/image159.png"/><Relationship Id="rId259" Type="http://schemas.openxmlformats.org/officeDocument/2006/relationships/customXml" Target="../ink/ink171.xml"/><Relationship Id="rId23" Type="http://schemas.openxmlformats.org/officeDocument/2006/relationships/customXml" Target="../ink/ink53.xml"/><Relationship Id="rId119" Type="http://schemas.openxmlformats.org/officeDocument/2006/relationships/customXml" Target="../ink/ink101.xml"/><Relationship Id="rId44" Type="http://schemas.openxmlformats.org/officeDocument/2006/relationships/image" Target="../media/image62.png"/><Relationship Id="rId65" Type="http://schemas.openxmlformats.org/officeDocument/2006/relationships/customXml" Target="../ink/ink74.xml"/><Relationship Id="rId86" Type="http://schemas.openxmlformats.org/officeDocument/2006/relationships/image" Target="../media/image83.png"/><Relationship Id="rId130" Type="http://schemas.openxmlformats.org/officeDocument/2006/relationships/image" Target="../media/image105.png"/><Relationship Id="rId151" Type="http://schemas.openxmlformats.org/officeDocument/2006/relationships/customXml" Target="../ink/ink117.xml"/><Relationship Id="rId172" Type="http://schemas.openxmlformats.org/officeDocument/2006/relationships/image" Target="../media/image126.png"/><Relationship Id="rId193" Type="http://schemas.openxmlformats.org/officeDocument/2006/relationships/customXml" Target="../ink/ink138.xml"/><Relationship Id="rId207" Type="http://schemas.openxmlformats.org/officeDocument/2006/relationships/customXml" Target="../ink/ink145.xml"/><Relationship Id="rId228" Type="http://schemas.openxmlformats.org/officeDocument/2006/relationships/image" Target="../media/image154.png"/><Relationship Id="rId249" Type="http://schemas.openxmlformats.org/officeDocument/2006/relationships/customXml" Target="../ink/ink166.xml"/><Relationship Id="rId13" Type="http://schemas.openxmlformats.org/officeDocument/2006/relationships/customXml" Target="../ink/ink48.xml"/><Relationship Id="rId109" Type="http://schemas.openxmlformats.org/officeDocument/2006/relationships/customXml" Target="../ink/ink96.xml"/><Relationship Id="rId260" Type="http://schemas.openxmlformats.org/officeDocument/2006/relationships/image" Target="../media/image170.png"/><Relationship Id="rId34" Type="http://schemas.openxmlformats.org/officeDocument/2006/relationships/image" Target="../media/image57.png"/><Relationship Id="rId55" Type="http://schemas.openxmlformats.org/officeDocument/2006/relationships/customXml" Target="../ink/ink69.xml"/><Relationship Id="rId76" Type="http://schemas.openxmlformats.org/officeDocument/2006/relationships/image" Target="../media/image78.png"/><Relationship Id="rId97" Type="http://schemas.openxmlformats.org/officeDocument/2006/relationships/customXml" Target="../ink/ink90.xml"/><Relationship Id="rId120" Type="http://schemas.openxmlformats.org/officeDocument/2006/relationships/image" Target="../media/image100.png"/><Relationship Id="rId141" Type="http://schemas.openxmlformats.org/officeDocument/2006/relationships/customXml" Target="../ink/ink112.xml"/><Relationship Id="rId7" Type="http://schemas.openxmlformats.org/officeDocument/2006/relationships/customXml" Target="../ink/ink45.xml"/><Relationship Id="rId162" Type="http://schemas.openxmlformats.org/officeDocument/2006/relationships/image" Target="../media/image121.png"/><Relationship Id="rId183" Type="http://schemas.openxmlformats.org/officeDocument/2006/relationships/customXml" Target="../ink/ink133.xml"/><Relationship Id="rId218" Type="http://schemas.openxmlformats.org/officeDocument/2006/relationships/image" Target="../media/image149.png"/><Relationship Id="rId239" Type="http://schemas.openxmlformats.org/officeDocument/2006/relationships/customXml" Target="../ink/ink161.xml"/><Relationship Id="rId250" Type="http://schemas.openxmlformats.org/officeDocument/2006/relationships/image" Target="../media/image165.png"/><Relationship Id="rId24" Type="http://schemas.openxmlformats.org/officeDocument/2006/relationships/image" Target="../media/image52.png"/><Relationship Id="rId45" Type="http://schemas.openxmlformats.org/officeDocument/2006/relationships/customXml" Target="../ink/ink64.xml"/><Relationship Id="rId66" Type="http://schemas.openxmlformats.org/officeDocument/2006/relationships/image" Target="../media/image73.png"/><Relationship Id="rId87" Type="http://schemas.openxmlformats.org/officeDocument/2006/relationships/customXml" Target="../ink/ink85.xml"/><Relationship Id="rId110" Type="http://schemas.openxmlformats.org/officeDocument/2006/relationships/image" Target="../media/image95.png"/><Relationship Id="rId131" Type="http://schemas.openxmlformats.org/officeDocument/2006/relationships/customXml" Target="../ink/ink107.xml"/><Relationship Id="rId152" Type="http://schemas.openxmlformats.org/officeDocument/2006/relationships/image" Target="../media/image116.png"/><Relationship Id="rId173" Type="http://schemas.openxmlformats.org/officeDocument/2006/relationships/customXml" Target="../ink/ink128.xml"/><Relationship Id="rId194" Type="http://schemas.openxmlformats.org/officeDocument/2006/relationships/image" Target="../media/image137.png"/><Relationship Id="rId208" Type="http://schemas.openxmlformats.org/officeDocument/2006/relationships/image" Target="../media/image144.png"/><Relationship Id="rId229" Type="http://schemas.openxmlformats.org/officeDocument/2006/relationships/customXml" Target="../ink/ink156.xml"/><Relationship Id="rId240" Type="http://schemas.openxmlformats.org/officeDocument/2006/relationships/image" Target="../media/image160.png"/><Relationship Id="rId261" Type="http://schemas.openxmlformats.org/officeDocument/2006/relationships/customXml" Target="../ink/ink172.xml"/><Relationship Id="rId14" Type="http://schemas.openxmlformats.org/officeDocument/2006/relationships/image" Target="../media/image47.png"/><Relationship Id="rId35" Type="http://schemas.openxmlformats.org/officeDocument/2006/relationships/customXml" Target="../ink/ink59.xml"/><Relationship Id="rId56" Type="http://schemas.openxmlformats.org/officeDocument/2006/relationships/image" Target="../media/image68.png"/><Relationship Id="rId77" Type="http://schemas.openxmlformats.org/officeDocument/2006/relationships/customXml" Target="../ink/ink80.xml"/><Relationship Id="rId100" Type="http://schemas.openxmlformats.org/officeDocument/2006/relationships/image" Target="../media/image90.png"/><Relationship Id="rId8" Type="http://schemas.openxmlformats.org/officeDocument/2006/relationships/image" Target="../media/image44.png"/><Relationship Id="rId98" Type="http://schemas.openxmlformats.org/officeDocument/2006/relationships/image" Target="../media/image89.png"/><Relationship Id="rId121" Type="http://schemas.openxmlformats.org/officeDocument/2006/relationships/customXml" Target="../ink/ink102.xml"/><Relationship Id="rId142" Type="http://schemas.openxmlformats.org/officeDocument/2006/relationships/image" Target="../media/image111.png"/><Relationship Id="rId163" Type="http://schemas.openxmlformats.org/officeDocument/2006/relationships/customXml" Target="../ink/ink123.xml"/><Relationship Id="rId184" Type="http://schemas.openxmlformats.org/officeDocument/2006/relationships/image" Target="../media/image132.png"/><Relationship Id="rId219" Type="http://schemas.openxmlformats.org/officeDocument/2006/relationships/customXml" Target="../ink/ink151.xml"/><Relationship Id="rId230" Type="http://schemas.openxmlformats.org/officeDocument/2006/relationships/image" Target="../media/image155.png"/><Relationship Id="rId251" Type="http://schemas.openxmlformats.org/officeDocument/2006/relationships/customXml" Target="../ink/ink167.xml"/><Relationship Id="rId25" Type="http://schemas.openxmlformats.org/officeDocument/2006/relationships/customXml" Target="../ink/ink54.xml"/><Relationship Id="rId46" Type="http://schemas.openxmlformats.org/officeDocument/2006/relationships/image" Target="../media/image63.png"/><Relationship Id="rId67" Type="http://schemas.openxmlformats.org/officeDocument/2006/relationships/customXml" Target="../ink/ink75.xml"/><Relationship Id="rId88" Type="http://schemas.openxmlformats.org/officeDocument/2006/relationships/image" Target="../media/image84.png"/><Relationship Id="rId111" Type="http://schemas.openxmlformats.org/officeDocument/2006/relationships/customXml" Target="../ink/ink97.xml"/><Relationship Id="rId132" Type="http://schemas.openxmlformats.org/officeDocument/2006/relationships/image" Target="../media/image106.png"/><Relationship Id="rId153" Type="http://schemas.openxmlformats.org/officeDocument/2006/relationships/customXml" Target="../ink/ink118.xml"/><Relationship Id="rId174" Type="http://schemas.openxmlformats.org/officeDocument/2006/relationships/image" Target="../media/image127.png"/><Relationship Id="rId195" Type="http://schemas.openxmlformats.org/officeDocument/2006/relationships/customXml" Target="../ink/ink139.xml"/><Relationship Id="rId209" Type="http://schemas.openxmlformats.org/officeDocument/2006/relationships/customXml" Target="../ink/ink146.xml"/><Relationship Id="rId220" Type="http://schemas.openxmlformats.org/officeDocument/2006/relationships/image" Target="../media/image150.png"/><Relationship Id="rId241" Type="http://schemas.openxmlformats.org/officeDocument/2006/relationships/customXml" Target="../ink/ink162.xml"/><Relationship Id="rId15" Type="http://schemas.openxmlformats.org/officeDocument/2006/relationships/customXml" Target="../ink/ink49.xml"/><Relationship Id="rId36" Type="http://schemas.openxmlformats.org/officeDocument/2006/relationships/image" Target="../media/image58.png"/><Relationship Id="rId57" Type="http://schemas.openxmlformats.org/officeDocument/2006/relationships/customXml" Target="../ink/ink70.xml"/><Relationship Id="rId262" Type="http://schemas.openxmlformats.org/officeDocument/2006/relationships/image" Target="../media/image171.png"/><Relationship Id="rId78" Type="http://schemas.openxmlformats.org/officeDocument/2006/relationships/image" Target="../media/image79.png"/><Relationship Id="rId99" Type="http://schemas.openxmlformats.org/officeDocument/2006/relationships/customXml" Target="../ink/ink91.xml"/><Relationship Id="rId101" Type="http://schemas.openxmlformats.org/officeDocument/2006/relationships/customXml" Target="../ink/ink92.xml"/><Relationship Id="rId122" Type="http://schemas.openxmlformats.org/officeDocument/2006/relationships/image" Target="../media/image101.png"/><Relationship Id="rId143" Type="http://schemas.openxmlformats.org/officeDocument/2006/relationships/customXml" Target="../ink/ink113.xml"/><Relationship Id="rId164" Type="http://schemas.openxmlformats.org/officeDocument/2006/relationships/image" Target="../media/image122.png"/><Relationship Id="rId185" Type="http://schemas.openxmlformats.org/officeDocument/2006/relationships/customXml" Target="../ink/ink134.xml"/><Relationship Id="rId9" Type="http://schemas.openxmlformats.org/officeDocument/2006/relationships/customXml" Target="../ink/ink46.xml"/><Relationship Id="rId210" Type="http://schemas.openxmlformats.org/officeDocument/2006/relationships/image" Target="../media/image145.png"/><Relationship Id="rId26" Type="http://schemas.openxmlformats.org/officeDocument/2006/relationships/image" Target="../media/image53.png"/><Relationship Id="rId231" Type="http://schemas.openxmlformats.org/officeDocument/2006/relationships/customXml" Target="../ink/ink157.xml"/><Relationship Id="rId252" Type="http://schemas.openxmlformats.org/officeDocument/2006/relationships/image" Target="../media/image166.png"/><Relationship Id="rId47" Type="http://schemas.openxmlformats.org/officeDocument/2006/relationships/customXml" Target="../ink/ink65.xml"/><Relationship Id="rId68" Type="http://schemas.openxmlformats.org/officeDocument/2006/relationships/image" Target="../media/image74.png"/><Relationship Id="rId89" Type="http://schemas.openxmlformats.org/officeDocument/2006/relationships/customXml" Target="../ink/ink86.xml"/><Relationship Id="rId112" Type="http://schemas.openxmlformats.org/officeDocument/2006/relationships/image" Target="../media/image96.png"/><Relationship Id="rId133" Type="http://schemas.openxmlformats.org/officeDocument/2006/relationships/customXml" Target="../ink/ink108.xml"/><Relationship Id="rId154" Type="http://schemas.openxmlformats.org/officeDocument/2006/relationships/image" Target="../media/image117.png"/><Relationship Id="rId175" Type="http://schemas.openxmlformats.org/officeDocument/2006/relationships/customXml" Target="../ink/ink129.xml"/><Relationship Id="rId196" Type="http://schemas.openxmlformats.org/officeDocument/2006/relationships/image" Target="../media/image138.png"/><Relationship Id="rId200" Type="http://schemas.openxmlformats.org/officeDocument/2006/relationships/image" Target="../media/image140.png"/><Relationship Id="rId16" Type="http://schemas.openxmlformats.org/officeDocument/2006/relationships/image" Target="../media/image48.png"/><Relationship Id="rId221" Type="http://schemas.openxmlformats.org/officeDocument/2006/relationships/customXml" Target="../ink/ink152.xml"/><Relationship Id="rId242" Type="http://schemas.openxmlformats.org/officeDocument/2006/relationships/image" Target="../media/image161.png"/><Relationship Id="rId263" Type="http://schemas.openxmlformats.org/officeDocument/2006/relationships/customXml" Target="../ink/ink173.xml"/><Relationship Id="rId37" Type="http://schemas.openxmlformats.org/officeDocument/2006/relationships/customXml" Target="../ink/ink60.xml"/><Relationship Id="rId58" Type="http://schemas.openxmlformats.org/officeDocument/2006/relationships/image" Target="../media/image69.png"/><Relationship Id="rId79" Type="http://schemas.openxmlformats.org/officeDocument/2006/relationships/customXml" Target="../ink/ink81.xml"/><Relationship Id="rId102" Type="http://schemas.openxmlformats.org/officeDocument/2006/relationships/image" Target="../media/image91.png"/><Relationship Id="rId123" Type="http://schemas.openxmlformats.org/officeDocument/2006/relationships/customXml" Target="../ink/ink103.xml"/><Relationship Id="rId144" Type="http://schemas.openxmlformats.org/officeDocument/2006/relationships/image" Target="../media/image112.png"/><Relationship Id="rId90" Type="http://schemas.openxmlformats.org/officeDocument/2006/relationships/image" Target="../media/image85.png"/><Relationship Id="rId165" Type="http://schemas.openxmlformats.org/officeDocument/2006/relationships/customXml" Target="../ink/ink124.xml"/><Relationship Id="rId186" Type="http://schemas.openxmlformats.org/officeDocument/2006/relationships/image" Target="../media/image133.png"/><Relationship Id="rId211" Type="http://schemas.openxmlformats.org/officeDocument/2006/relationships/customXml" Target="../ink/ink147.xml"/><Relationship Id="rId232" Type="http://schemas.openxmlformats.org/officeDocument/2006/relationships/image" Target="../media/image156.png"/><Relationship Id="rId253" Type="http://schemas.openxmlformats.org/officeDocument/2006/relationships/customXml" Target="../ink/ink168.xml"/><Relationship Id="rId27" Type="http://schemas.openxmlformats.org/officeDocument/2006/relationships/customXml" Target="../ink/ink55.xml"/><Relationship Id="rId48" Type="http://schemas.openxmlformats.org/officeDocument/2006/relationships/image" Target="../media/image64.png"/><Relationship Id="rId69" Type="http://schemas.openxmlformats.org/officeDocument/2006/relationships/customXml" Target="../ink/ink76.xml"/><Relationship Id="rId113" Type="http://schemas.openxmlformats.org/officeDocument/2006/relationships/customXml" Target="../ink/ink98.xml"/><Relationship Id="rId134" Type="http://schemas.openxmlformats.org/officeDocument/2006/relationships/image" Target="../media/image107.png"/><Relationship Id="rId80" Type="http://schemas.openxmlformats.org/officeDocument/2006/relationships/image" Target="../media/image80.png"/><Relationship Id="rId155" Type="http://schemas.openxmlformats.org/officeDocument/2006/relationships/customXml" Target="../ink/ink119.xml"/><Relationship Id="rId176" Type="http://schemas.openxmlformats.org/officeDocument/2006/relationships/image" Target="../media/image128.png"/><Relationship Id="rId197" Type="http://schemas.openxmlformats.org/officeDocument/2006/relationships/customXml" Target="../ink/ink140.xml"/><Relationship Id="rId201" Type="http://schemas.openxmlformats.org/officeDocument/2006/relationships/customXml" Target="../ink/ink142.xml"/><Relationship Id="rId222" Type="http://schemas.openxmlformats.org/officeDocument/2006/relationships/image" Target="../media/image151.png"/><Relationship Id="rId243" Type="http://schemas.openxmlformats.org/officeDocument/2006/relationships/customXml" Target="../ink/ink163.xml"/><Relationship Id="rId264" Type="http://schemas.openxmlformats.org/officeDocument/2006/relationships/image" Target="../media/image172.png"/><Relationship Id="rId17" Type="http://schemas.openxmlformats.org/officeDocument/2006/relationships/customXml" Target="../ink/ink50.xml"/><Relationship Id="rId38" Type="http://schemas.openxmlformats.org/officeDocument/2006/relationships/image" Target="../media/image59.png"/><Relationship Id="rId59" Type="http://schemas.openxmlformats.org/officeDocument/2006/relationships/customXml" Target="../ink/ink71.xml"/><Relationship Id="rId103" Type="http://schemas.openxmlformats.org/officeDocument/2006/relationships/customXml" Target="../ink/ink93.xml"/><Relationship Id="rId124" Type="http://schemas.openxmlformats.org/officeDocument/2006/relationships/image" Target="../media/image102.png"/><Relationship Id="rId70" Type="http://schemas.openxmlformats.org/officeDocument/2006/relationships/image" Target="../media/image75.png"/><Relationship Id="rId91" Type="http://schemas.openxmlformats.org/officeDocument/2006/relationships/customXml" Target="../ink/ink87.xml"/><Relationship Id="rId145" Type="http://schemas.openxmlformats.org/officeDocument/2006/relationships/customXml" Target="../ink/ink114.xml"/><Relationship Id="rId166" Type="http://schemas.openxmlformats.org/officeDocument/2006/relationships/image" Target="../media/image123.png"/><Relationship Id="rId187" Type="http://schemas.openxmlformats.org/officeDocument/2006/relationships/customXml" Target="../ink/ink135.xml"/><Relationship Id="rId1" Type="http://schemas.openxmlformats.org/officeDocument/2006/relationships/slideLayout" Target="../slideLayouts/slideLayout3.xml"/><Relationship Id="rId212" Type="http://schemas.openxmlformats.org/officeDocument/2006/relationships/image" Target="../media/image146.png"/><Relationship Id="rId233" Type="http://schemas.openxmlformats.org/officeDocument/2006/relationships/customXml" Target="../ink/ink158.xml"/><Relationship Id="rId254" Type="http://schemas.openxmlformats.org/officeDocument/2006/relationships/image" Target="../media/image167.png"/><Relationship Id="rId28" Type="http://schemas.openxmlformats.org/officeDocument/2006/relationships/image" Target="../media/image54.png"/><Relationship Id="rId49" Type="http://schemas.openxmlformats.org/officeDocument/2006/relationships/customXml" Target="../ink/ink66.xml"/><Relationship Id="rId114" Type="http://schemas.openxmlformats.org/officeDocument/2006/relationships/image" Target="../media/image97.png"/><Relationship Id="rId60" Type="http://schemas.openxmlformats.org/officeDocument/2006/relationships/image" Target="../media/image70.png"/><Relationship Id="rId81" Type="http://schemas.openxmlformats.org/officeDocument/2006/relationships/customXml" Target="../ink/ink82.xml"/><Relationship Id="rId135" Type="http://schemas.openxmlformats.org/officeDocument/2006/relationships/customXml" Target="../ink/ink109.xml"/><Relationship Id="rId156" Type="http://schemas.openxmlformats.org/officeDocument/2006/relationships/image" Target="../media/image118.png"/><Relationship Id="rId177" Type="http://schemas.openxmlformats.org/officeDocument/2006/relationships/customXml" Target="../ink/ink130.xml"/><Relationship Id="rId198" Type="http://schemas.openxmlformats.org/officeDocument/2006/relationships/image" Target="../media/image139.png"/><Relationship Id="rId202" Type="http://schemas.openxmlformats.org/officeDocument/2006/relationships/image" Target="../media/image141.png"/><Relationship Id="rId223" Type="http://schemas.openxmlformats.org/officeDocument/2006/relationships/customXml" Target="../ink/ink153.xml"/><Relationship Id="rId244" Type="http://schemas.openxmlformats.org/officeDocument/2006/relationships/image" Target="../media/image162.png"/><Relationship Id="rId18" Type="http://schemas.openxmlformats.org/officeDocument/2006/relationships/image" Target="../media/image49.png"/><Relationship Id="rId39" Type="http://schemas.openxmlformats.org/officeDocument/2006/relationships/customXml" Target="../ink/ink61.xml"/><Relationship Id="rId50" Type="http://schemas.openxmlformats.org/officeDocument/2006/relationships/image" Target="../media/image65.png"/><Relationship Id="rId104" Type="http://schemas.openxmlformats.org/officeDocument/2006/relationships/image" Target="../media/image92.png"/><Relationship Id="rId125" Type="http://schemas.openxmlformats.org/officeDocument/2006/relationships/customXml" Target="../ink/ink104.xml"/><Relationship Id="rId146" Type="http://schemas.openxmlformats.org/officeDocument/2006/relationships/image" Target="../media/image113.png"/><Relationship Id="rId167" Type="http://schemas.openxmlformats.org/officeDocument/2006/relationships/customXml" Target="../ink/ink125.xml"/><Relationship Id="rId188" Type="http://schemas.openxmlformats.org/officeDocument/2006/relationships/image" Target="../media/image134.png"/><Relationship Id="rId71" Type="http://schemas.openxmlformats.org/officeDocument/2006/relationships/customXml" Target="../ink/ink77.xml"/><Relationship Id="rId92" Type="http://schemas.openxmlformats.org/officeDocument/2006/relationships/image" Target="../media/image86.png"/><Relationship Id="rId213" Type="http://schemas.openxmlformats.org/officeDocument/2006/relationships/customXml" Target="../ink/ink148.xml"/><Relationship Id="rId234" Type="http://schemas.openxmlformats.org/officeDocument/2006/relationships/image" Target="../media/image157.png"/><Relationship Id="rId2" Type="http://schemas.openxmlformats.org/officeDocument/2006/relationships/notesSlide" Target="../notesSlides/notesSlide3.xml"/><Relationship Id="rId29" Type="http://schemas.openxmlformats.org/officeDocument/2006/relationships/customXml" Target="../ink/ink56.xml"/><Relationship Id="rId255" Type="http://schemas.openxmlformats.org/officeDocument/2006/relationships/customXml" Target="../ink/ink169.xml"/><Relationship Id="rId40" Type="http://schemas.openxmlformats.org/officeDocument/2006/relationships/image" Target="../media/image60.png"/><Relationship Id="rId115" Type="http://schemas.openxmlformats.org/officeDocument/2006/relationships/customXml" Target="../ink/ink99.xml"/><Relationship Id="rId136" Type="http://schemas.openxmlformats.org/officeDocument/2006/relationships/image" Target="../media/image108.png"/><Relationship Id="rId157" Type="http://schemas.openxmlformats.org/officeDocument/2006/relationships/customXml" Target="../ink/ink120.xml"/><Relationship Id="rId178" Type="http://schemas.openxmlformats.org/officeDocument/2006/relationships/image" Target="../media/image129.png"/><Relationship Id="rId61" Type="http://schemas.openxmlformats.org/officeDocument/2006/relationships/customXml" Target="../ink/ink72.xml"/><Relationship Id="rId82" Type="http://schemas.openxmlformats.org/officeDocument/2006/relationships/image" Target="../media/image81.png"/><Relationship Id="rId199" Type="http://schemas.openxmlformats.org/officeDocument/2006/relationships/customXml" Target="../ink/ink141.xml"/><Relationship Id="rId203" Type="http://schemas.openxmlformats.org/officeDocument/2006/relationships/customXml" Target="../ink/ink143.xml"/><Relationship Id="rId19" Type="http://schemas.openxmlformats.org/officeDocument/2006/relationships/customXml" Target="../ink/ink51.xml"/><Relationship Id="rId224" Type="http://schemas.openxmlformats.org/officeDocument/2006/relationships/image" Target="../media/image152.png"/><Relationship Id="rId245" Type="http://schemas.openxmlformats.org/officeDocument/2006/relationships/customXml" Target="../ink/ink164.xml"/><Relationship Id="rId30" Type="http://schemas.openxmlformats.org/officeDocument/2006/relationships/image" Target="../media/image55.png"/><Relationship Id="rId105" Type="http://schemas.openxmlformats.org/officeDocument/2006/relationships/customXml" Target="../ink/ink94.xml"/><Relationship Id="rId126" Type="http://schemas.openxmlformats.org/officeDocument/2006/relationships/image" Target="../media/image103.png"/><Relationship Id="rId147" Type="http://schemas.openxmlformats.org/officeDocument/2006/relationships/customXml" Target="../ink/ink115.xml"/><Relationship Id="rId168" Type="http://schemas.openxmlformats.org/officeDocument/2006/relationships/image" Target="../media/image124.png"/><Relationship Id="rId51" Type="http://schemas.openxmlformats.org/officeDocument/2006/relationships/customXml" Target="../ink/ink67.xml"/><Relationship Id="rId72" Type="http://schemas.openxmlformats.org/officeDocument/2006/relationships/image" Target="../media/image76.png"/><Relationship Id="rId93" Type="http://schemas.openxmlformats.org/officeDocument/2006/relationships/customXml" Target="../ink/ink88.xml"/><Relationship Id="rId189" Type="http://schemas.openxmlformats.org/officeDocument/2006/relationships/customXml" Target="../ink/ink136.xml"/><Relationship Id="rId3" Type="http://schemas.openxmlformats.org/officeDocument/2006/relationships/customXml" Target="../ink/ink43.xml"/><Relationship Id="rId214" Type="http://schemas.openxmlformats.org/officeDocument/2006/relationships/image" Target="../media/image147.png"/><Relationship Id="rId235" Type="http://schemas.openxmlformats.org/officeDocument/2006/relationships/customXml" Target="../ink/ink159.xml"/><Relationship Id="rId256" Type="http://schemas.openxmlformats.org/officeDocument/2006/relationships/image" Target="../media/image168.png"/><Relationship Id="rId116" Type="http://schemas.openxmlformats.org/officeDocument/2006/relationships/image" Target="../media/image98.png"/><Relationship Id="rId137" Type="http://schemas.openxmlformats.org/officeDocument/2006/relationships/customXml" Target="../ink/ink110.xml"/><Relationship Id="rId158" Type="http://schemas.openxmlformats.org/officeDocument/2006/relationships/image" Target="../media/image119.png"/><Relationship Id="rId20" Type="http://schemas.openxmlformats.org/officeDocument/2006/relationships/image" Target="../media/image50.png"/><Relationship Id="rId41" Type="http://schemas.openxmlformats.org/officeDocument/2006/relationships/customXml" Target="../ink/ink62.xml"/><Relationship Id="rId62" Type="http://schemas.openxmlformats.org/officeDocument/2006/relationships/image" Target="../media/image71.png"/><Relationship Id="rId83" Type="http://schemas.openxmlformats.org/officeDocument/2006/relationships/customXml" Target="../ink/ink83.xml"/><Relationship Id="rId179" Type="http://schemas.openxmlformats.org/officeDocument/2006/relationships/customXml" Target="../ink/ink131.xml"/><Relationship Id="rId190" Type="http://schemas.openxmlformats.org/officeDocument/2006/relationships/image" Target="../media/image135.png"/><Relationship Id="rId204" Type="http://schemas.openxmlformats.org/officeDocument/2006/relationships/image" Target="../media/image142.png"/><Relationship Id="rId225" Type="http://schemas.openxmlformats.org/officeDocument/2006/relationships/customXml" Target="../ink/ink154.xml"/><Relationship Id="rId246" Type="http://schemas.openxmlformats.org/officeDocument/2006/relationships/image" Target="../media/image163.png"/><Relationship Id="rId106" Type="http://schemas.openxmlformats.org/officeDocument/2006/relationships/image" Target="../media/image93.png"/><Relationship Id="rId127" Type="http://schemas.openxmlformats.org/officeDocument/2006/relationships/customXml" Target="../ink/ink105.xml"/><Relationship Id="rId10" Type="http://schemas.openxmlformats.org/officeDocument/2006/relationships/image" Target="../media/image45.png"/><Relationship Id="rId31" Type="http://schemas.openxmlformats.org/officeDocument/2006/relationships/customXml" Target="../ink/ink57.xml"/><Relationship Id="rId52" Type="http://schemas.openxmlformats.org/officeDocument/2006/relationships/image" Target="../media/image66.png"/><Relationship Id="rId73" Type="http://schemas.openxmlformats.org/officeDocument/2006/relationships/customXml" Target="../ink/ink78.xml"/><Relationship Id="rId94" Type="http://schemas.openxmlformats.org/officeDocument/2006/relationships/image" Target="../media/image87.png"/><Relationship Id="rId148" Type="http://schemas.openxmlformats.org/officeDocument/2006/relationships/image" Target="../media/image114.png"/><Relationship Id="rId169" Type="http://schemas.openxmlformats.org/officeDocument/2006/relationships/customXml" Target="../ink/ink126.xml"/><Relationship Id="rId4" Type="http://schemas.openxmlformats.org/officeDocument/2006/relationships/image" Target="../media/image42.png"/><Relationship Id="rId180" Type="http://schemas.openxmlformats.org/officeDocument/2006/relationships/image" Target="../media/image130.png"/><Relationship Id="rId215" Type="http://schemas.openxmlformats.org/officeDocument/2006/relationships/customXml" Target="../ink/ink149.xml"/><Relationship Id="rId236" Type="http://schemas.openxmlformats.org/officeDocument/2006/relationships/image" Target="../media/image158.png"/><Relationship Id="rId257" Type="http://schemas.openxmlformats.org/officeDocument/2006/relationships/customXml" Target="../ink/ink170.xml"/><Relationship Id="rId42" Type="http://schemas.openxmlformats.org/officeDocument/2006/relationships/image" Target="../media/image61.png"/><Relationship Id="rId84" Type="http://schemas.openxmlformats.org/officeDocument/2006/relationships/image" Target="../media/image82.png"/><Relationship Id="rId138" Type="http://schemas.openxmlformats.org/officeDocument/2006/relationships/image" Target="../media/image109.png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231.xml"/><Relationship Id="rId21" Type="http://schemas.openxmlformats.org/officeDocument/2006/relationships/customXml" Target="../ink/ink183.xml"/><Relationship Id="rId42" Type="http://schemas.openxmlformats.org/officeDocument/2006/relationships/image" Target="../media/image192.png"/><Relationship Id="rId63" Type="http://schemas.openxmlformats.org/officeDocument/2006/relationships/customXml" Target="../ink/ink204.xml"/><Relationship Id="rId84" Type="http://schemas.openxmlformats.org/officeDocument/2006/relationships/image" Target="../media/image213.png"/><Relationship Id="rId138" Type="http://schemas.openxmlformats.org/officeDocument/2006/relationships/image" Target="../media/image240.png"/><Relationship Id="rId16" Type="http://schemas.openxmlformats.org/officeDocument/2006/relationships/image" Target="../media/image179.png"/><Relationship Id="rId107" Type="http://schemas.openxmlformats.org/officeDocument/2006/relationships/customXml" Target="../ink/ink226.xml"/><Relationship Id="rId11" Type="http://schemas.openxmlformats.org/officeDocument/2006/relationships/customXml" Target="../ink/ink178.xml"/><Relationship Id="rId32" Type="http://schemas.openxmlformats.org/officeDocument/2006/relationships/image" Target="../media/image187.png"/><Relationship Id="rId37" Type="http://schemas.openxmlformats.org/officeDocument/2006/relationships/customXml" Target="../ink/ink191.xml"/><Relationship Id="rId53" Type="http://schemas.openxmlformats.org/officeDocument/2006/relationships/customXml" Target="../ink/ink199.xml"/><Relationship Id="rId58" Type="http://schemas.openxmlformats.org/officeDocument/2006/relationships/image" Target="../media/image200.png"/><Relationship Id="rId74" Type="http://schemas.openxmlformats.org/officeDocument/2006/relationships/image" Target="../media/image208.png"/><Relationship Id="rId79" Type="http://schemas.openxmlformats.org/officeDocument/2006/relationships/customXml" Target="../ink/ink212.xml"/><Relationship Id="rId102" Type="http://schemas.openxmlformats.org/officeDocument/2006/relationships/image" Target="../media/image222.png"/><Relationship Id="rId123" Type="http://schemas.openxmlformats.org/officeDocument/2006/relationships/customXml" Target="../ink/ink234.xml"/><Relationship Id="rId128" Type="http://schemas.openxmlformats.org/officeDocument/2006/relationships/image" Target="../media/image235.png"/><Relationship Id="rId5" Type="http://schemas.openxmlformats.org/officeDocument/2006/relationships/customXml" Target="../ink/ink175.xml"/><Relationship Id="rId90" Type="http://schemas.openxmlformats.org/officeDocument/2006/relationships/image" Target="../media/image216.png"/><Relationship Id="rId95" Type="http://schemas.openxmlformats.org/officeDocument/2006/relationships/customXml" Target="../ink/ink220.xml"/><Relationship Id="rId22" Type="http://schemas.openxmlformats.org/officeDocument/2006/relationships/image" Target="../media/image182.png"/><Relationship Id="rId27" Type="http://schemas.openxmlformats.org/officeDocument/2006/relationships/customXml" Target="../ink/ink186.xml"/><Relationship Id="rId43" Type="http://schemas.openxmlformats.org/officeDocument/2006/relationships/customXml" Target="../ink/ink194.xml"/><Relationship Id="rId48" Type="http://schemas.openxmlformats.org/officeDocument/2006/relationships/image" Target="../media/image195.png"/><Relationship Id="rId64" Type="http://schemas.openxmlformats.org/officeDocument/2006/relationships/image" Target="../media/image203.png"/><Relationship Id="rId69" Type="http://schemas.openxmlformats.org/officeDocument/2006/relationships/customXml" Target="../ink/ink207.xml"/><Relationship Id="rId113" Type="http://schemas.openxmlformats.org/officeDocument/2006/relationships/customXml" Target="../ink/ink229.xml"/><Relationship Id="rId118" Type="http://schemas.openxmlformats.org/officeDocument/2006/relationships/image" Target="../media/image230.png"/><Relationship Id="rId134" Type="http://schemas.openxmlformats.org/officeDocument/2006/relationships/image" Target="../media/image238.png"/><Relationship Id="rId139" Type="http://schemas.openxmlformats.org/officeDocument/2006/relationships/customXml" Target="../ink/ink242.xml"/><Relationship Id="rId80" Type="http://schemas.openxmlformats.org/officeDocument/2006/relationships/image" Target="../media/image211.png"/><Relationship Id="rId85" Type="http://schemas.openxmlformats.org/officeDocument/2006/relationships/customXml" Target="../ink/ink215.xml"/><Relationship Id="rId12" Type="http://schemas.openxmlformats.org/officeDocument/2006/relationships/image" Target="../media/image177.png"/><Relationship Id="rId17" Type="http://schemas.openxmlformats.org/officeDocument/2006/relationships/customXml" Target="../ink/ink181.xml"/><Relationship Id="rId33" Type="http://schemas.openxmlformats.org/officeDocument/2006/relationships/customXml" Target="../ink/ink189.xml"/><Relationship Id="rId38" Type="http://schemas.openxmlformats.org/officeDocument/2006/relationships/image" Target="../media/image190.png"/><Relationship Id="rId59" Type="http://schemas.openxmlformats.org/officeDocument/2006/relationships/customXml" Target="../ink/ink202.xml"/><Relationship Id="rId103" Type="http://schemas.openxmlformats.org/officeDocument/2006/relationships/customXml" Target="../ink/ink224.xml"/><Relationship Id="rId108" Type="http://schemas.openxmlformats.org/officeDocument/2006/relationships/image" Target="../media/image225.png"/><Relationship Id="rId124" Type="http://schemas.openxmlformats.org/officeDocument/2006/relationships/image" Target="../media/image233.png"/><Relationship Id="rId129" Type="http://schemas.openxmlformats.org/officeDocument/2006/relationships/customXml" Target="../ink/ink237.xml"/><Relationship Id="rId54" Type="http://schemas.openxmlformats.org/officeDocument/2006/relationships/image" Target="../media/image198.png"/><Relationship Id="rId70" Type="http://schemas.openxmlformats.org/officeDocument/2006/relationships/image" Target="../media/image206.png"/><Relationship Id="rId75" Type="http://schemas.openxmlformats.org/officeDocument/2006/relationships/customXml" Target="../ink/ink210.xml"/><Relationship Id="rId91" Type="http://schemas.openxmlformats.org/officeDocument/2006/relationships/customXml" Target="../ink/ink218.xml"/><Relationship Id="rId96" Type="http://schemas.openxmlformats.org/officeDocument/2006/relationships/image" Target="../media/image219.png"/><Relationship Id="rId140" Type="http://schemas.openxmlformats.org/officeDocument/2006/relationships/image" Target="../media/image24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4.png"/><Relationship Id="rId23" Type="http://schemas.openxmlformats.org/officeDocument/2006/relationships/customXml" Target="../ink/ink184.xml"/><Relationship Id="rId28" Type="http://schemas.openxmlformats.org/officeDocument/2006/relationships/image" Target="../media/image185.png"/><Relationship Id="rId49" Type="http://schemas.openxmlformats.org/officeDocument/2006/relationships/customXml" Target="../ink/ink197.xml"/><Relationship Id="rId114" Type="http://schemas.openxmlformats.org/officeDocument/2006/relationships/image" Target="../media/image228.png"/><Relationship Id="rId119" Type="http://schemas.openxmlformats.org/officeDocument/2006/relationships/customXml" Target="../ink/ink232.xml"/><Relationship Id="rId44" Type="http://schemas.openxmlformats.org/officeDocument/2006/relationships/image" Target="../media/image193.png"/><Relationship Id="rId60" Type="http://schemas.openxmlformats.org/officeDocument/2006/relationships/image" Target="../media/image201.png"/><Relationship Id="rId65" Type="http://schemas.openxmlformats.org/officeDocument/2006/relationships/customXml" Target="../ink/ink205.xml"/><Relationship Id="rId81" Type="http://schemas.openxmlformats.org/officeDocument/2006/relationships/customXml" Target="../ink/ink213.xml"/><Relationship Id="rId86" Type="http://schemas.openxmlformats.org/officeDocument/2006/relationships/image" Target="../media/image214.png"/><Relationship Id="rId130" Type="http://schemas.openxmlformats.org/officeDocument/2006/relationships/image" Target="../media/image236.png"/><Relationship Id="rId135" Type="http://schemas.openxmlformats.org/officeDocument/2006/relationships/customXml" Target="../ink/ink240.xml"/><Relationship Id="rId13" Type="http://schemas.openxmlformats.org/officeDocument/2006/relationships/customXml" Target="../ink/ink179.xml"/><Relationship Id="rId18" Type="http://schemas.openxmlformats.org/officeDocument/2006/relationships/image" Target="../media/image180.png"/><Relationship Id="rId39" Type="http://schemas.openxmlformats.org/officeDocument/2006/relationships/customXml" Target="../ink/ink192.xml"/><Relationship Id="rId109" Type="http://schemas.openxmlformats.org/officeDocument/2006/relationships/customXml" Target="../ink/ink227.xml"/><Relationship Id="rId34" Type="http://schemas.openxmlformats.org/officeDocument/2006/relationships/image" Target="../media/image188.png"/><Relationship Id="rId50" Type="http://schemas.openxmlformats.org/officeDocument/2006/relationships/image" Target="../media/image196.png"/><Relationship Id="rId55" Type="http://schemas.openxmlformats.org/officeDocument/2006/relationships/customXml" Target="../ink/ink200.xml"/><Relationship Id="rId76" Type="http://schemas.openxmlformats.org/officeDocument/2006/relationships/image" Target="../media/image209.png"/><Relationship Id="rId97" Type="http://schemas.openxmlformats.org/officeDocument/2006/relationships/customXml" Target="../ink/ink221.xml"/><Relationship Id="rId104" Type="http://schemas.openxmlformats.org/officeDocument/2006/relationships/image" Target="../media/image223.png"/><Relationship Id="rId120" Type="http://schemas.openxmlformats.org/officeDocument/2006/relationships/image" Target="../media/image231.png"/><Relationship Id="rId125" Type="http://schemas.openxmlformats.org/officeDocument/2006/relationships/customXml" Target="../ink/ink235.xml"/><Relationship Id="rId7" Type="http://schemas.openxmlformats.org/officeDocument/2006/relationships/customXml" Target="../ink/ink176.xml"/><Relationship Id="rId71" Type="http://schemas.openxmlformats.org/officeDocument/2006/relationships/customXml" Target="../ink/ink208.xml"/><Relationship Id="rId92" Type="http://schemas.openxmlformats.org/officeDocument/2006/relationships/image" Target="../media/image217.png"/><Relationship Id="rId2" Type="http://schemas.openxmlformats.org/officeDocument/2006/relationships/notesSlide" Target="../notesSlides/notesSlide4.xml"/><Relationship Id="rId29" Type="http://schemas.openxmlformats.org/officeDocument/2006/relationships/customXml" Target="../ink/ink187.xml"/><Relationship Id="rId24" Type="http://schemas.openxmlformats.org/officeDocument/2006/relationships/image" Target="../media/image183.png"/><Relationship Id="rId40" Type="http://schemas.openxmlformats.org/officeDocument/2006/relationships/image" Target="../media/image191.png"/><Relationship Id="rId45" Type="http://schemas.openxmlformats.org/officeDocument/2006/relationships/customXml" Target="../ink/ink195.xml"/><Relationship Id="rId66" Type="http://schemas.openxmlformats.org/officeDocument/2006/relationships/image" Target="../media/image204.png"/><Relationship Id="rId87" Type="http://schemas.openxmlformats.org/officeDocument/2006/relationships/customXml" Target="../ink/ink216.xml"/><Relationship Id="rId110" Type="http://schemas.openxmlformats.org/officeDocument/2006/relationships/image" Target="../media/image226.png"/><Relationship Id="rId115" Type="http://schemas.openxmlformats.org/officeDocument/2006/relationships/customXml" Target="../ink/ink230.xml"/><Relationship Id="rId131" Type="http://schemas.openxmlformats.org/officeDocument/2006/relationships/customXml" Target="../ink/ink238.xml"/><Relationship Id="rId136" Type="http://schemas.openxmlformats.org/officeDocument/2006/relationships/image" Target="../media/image239.png"/><Relationship Id="rId61" Type="http://schemas.openxmlformats.org/officeDocument/2006/relationships/customXml" Target="../ink/ink203.xml"/><Relationship Id="rId82" Type="http://schemas.openxmlformats.org/officeDocument/2006/relationships/image" Target="../media/image212.png"/><Relationship Id="rId19" Type="http://schemas.openxmlformats.org/officeDocument/2006/relationships/customXml" Target="../ink/ink182.xml"/><Relationship Id="rId14" Type="http://schemas.openxmlformats.org/officeDocument/2006/relationships/image" Target="../media/image178.png"/><Relationship Id="rId30" Type="http://schemas.openxmlformats.org/officeDocument/2006/relationships/image" Target="../media/image186.png"/><Relationship Id="rId35" Type="http://schemas.openxmlformats.org/officeDocument/2006/relationships/customXml" Target="../ink/ink190.xml"/><Relationship Id="rId56" Type="http://schemas.openxmlformats.org/officeDocument/2006/relationships/image" Target="../media/image199.png"/><Relationship Id="rId77" Type="http://schemas.openxmlformats.org/officeDocument/2006/relationships/customXml" Target="../ink/ink211.xml"/><Relationship Id="rId100" Type="http://schemas.openxmlformats.org/officeDocument/2006/relationships/image" Target="../media/image221.png"/><Relationship Id="rId105" Type="http://schemas.openxmlformats.org/officeDocument/2006/relationships/customXml" Target="../ink/ink225.xml"/><Relationship Id="rId126" Type="http://schemas.openxmlformats.org/officeDocument/2006/relationships/image" Target="../media/image234.png"/><Relationship Id="rId8" Type="http://schemas.openxmlformats.org/officeDocument/2006/relationships/image" Target="../media/image175.png"/><Relationship Id="rId51" Type="http://schemas.openxmlformats.org/officeDocument/2006/relationships/customXml" Target="../ink/ink198.xml"/><Relationship Id="rId72" Type="http://schemas.openxmlformats.org/officeDocument/2006/relationships/image" Target="../media/image207.png"/><Relationship Id="rId93" Type="http://schemas.openxmlformats.org/officeDocument/2006/relationships/customXml" Target="../ink/ink219.xml"/><Relationship Id="rId98" Type="http://schemas.openxmlformats.org/officeDocument/2006/relationships/image" Target="../media/image220.png"/><Relationship Id="rId121" Type="http://schemas.openxmlformats.org/officeDocument/2006/relationships/customXml" Target="../ink/ink233.xml"/><Relationship Id="rId3" Type="http://schemas.openxmlformats.org/officeDocument/2006/relationships/customXml" Target="../ink/ink174.xml"/><Relationship Id="rId25" Type="http://schemas.openxmlformats.org/officeDocument/2006/relationships/customXml" Target="../ink/ink185.xml"/><Relationship Id="rId46" Type="http://schemas.openxmlformats.org/officeDocument/2006/relationships/image" Target="../media/image194.png"/><Relationship Id="rId67" Type="http://schemas.openxmlformats.org/officeDocument/2006/relationships/customXml" Target="../ink/ink206.xml"/><Relationship Id="rId116" Type="http://schemas.openxmlformats.org/officeDocument/2006/relationships/image" Target="../media/image229.png"/><Relationship Id="rId137" Type="http://schemas.openxmlformats.org/officeDocument/2006/relationships/customXml" Target="../ink/ink241.xml"/><Relationship Id="rId20" Type="http://schemas.openxmlformats.org/officeDocument/2006/relationships/image" Target="../media/image181.png"/><Relationship Id="rId41" Type="http://schemas.openxmlformats.org/officeDocument/2006/relationships/customXml" Target="../ink/ink193.xml"/><Relationship Id="rId62" Type="http://schemas.openxmlformats.org/officeDocument/2006/relationships/image" Target="../media/image202.png"/><Relationship Id="rId83" Type="http://schemas.openxmlformats.org/officeDocument/2006/relationships/customXml" Target="../ink/ink214.xml"/><Relationship Id="rId88" Type="http://schemas.openxmlformats.org/officeDocument/2006/relationships/image" Target="../media/image215.png"/><Relationship Id="rId111" Type="http://schemas.openxmlformats.org/officeDocument/2006/relationships/customXml" Target="../ink/ink228.xml"/><Relationship Id="rId132" Type="http://schemas.openxmlformats.org/officeDocument/2006/relationships/image" Target="../media/image237.png"/><Relationship Id="rId15" Type="http://schemas.openxmlformats.org/officeDocument/2006/relationships/customXml" Target="../ink/ink180.xml"/><Relationship Id="rId36" Type="http://schemas.openxmlformats.org/officeDocument/2006/relationships/image" Target="../media/image189.png"/><Relationship Id="rId57" Type="http://schemas.openxmlformats.org/officeDocument/2006/relationships/customXml" Target="../ink/ink201.xml"/><Relationship Id="rId106" Type="http://schemas.openxmlformats.org/officeDocument/2006/relationships/image" Target="../media/image224.png"/><Relationship Id="rId127" Type="http://schemas.openxmlformats.org/officeDocument/2006/relationships/customXml" Target="../ink/ink236.xml"/><Relationship Id="rId10" Type="http://schemas.openxmlformats.org/officeDocument/2006/relationships/image" Target="../media/image176.png"/><Relationship Id="rId31" Type="http://schemas.openxmlformats.org/officeDocument/2006/relationships/customXml" Target="../ink/ink188.xml"/><Relationship Id="rId52" Type="http://schemas.openxmlformats.org/officeDocument/2006/relationships/image" Target="../media/image197.png"/><Relationship Id="rId73" Type="http://schemas.openxmlformats.org/officeDocument/2006/relationships/customXml" Target="../ink/ink209.xml"/><Relationship Id="rId78" Type="http://schemas.openxmlformats.org/officeDocument/2006/relationships/image" Target="../media/image210.png"/><Relationship Id="rId94" Type="http://schemas.openxmlformats.org/officeDocument/2006/relationships/image" Target="../media/image218.png"/><Relationship Id="rId99" Type="http://schemas.openxmlformats.org/officeDocument/2006/relationships/customXml" Target="../ink/ink222.xml"/><Relationship Id="rId101" Type="http://schemas.openxmlformats.org/officeDocument/2006/relationships/customXml" Target="../ink/ink223.xml"/><Relationship Id="rId122" Type="http://schemas.openxmlformats.org/officeDocument/2006/relationships/image" Target="../media/image232.png"/><Relationship Id="rId4" Type="http://schemas.openxmlformats.org/officeDocument/2006/relationships/image" Target="../media/image173.png"/><Relationship Id="rId9" Type="http://schemas.openxmlformats.org/officeDocument/2006/relationships/customXml" Target="../ink/ink177.xml"/><Relationship Id="rId26" Type="http://schemas.openxmlformats.org/officeDocument/2006/relationships/image" Target="../media/image184.png"/><Relationship Id="rId47" Type="http://schemas.openxmlformats.org/officeDocument/2006/relationships/customXml" Target="../ink/ink196.xml"/><Relationship Id="rId68" Type="http://schemas.openxmlformats.org/officeDocument/2006/relationships/image" Target="../media/image205.png"/><Relationship Id="rId89" Type="http://schemas.openxmlformats.org/officeDocument/2006/relationships/customXml" Target="../ink/ink217.xml"/><Relationship Id="rId112" Type="http://schemas.openxmlformats.org/officeDocument/2006/relationships/image" Target="../media/image227.png"/><Relationship Id="rId133" Type="http://schemas.openxmlformats.org/officeDocument/2006/relationships/customXml" Target="../ink/ink239.xml"/></Relationships>
</file>

<file path=ppt/slides/_rels/slide6.xml.rels><?xml version="1.0" encoding="UTF-8" standalone="yes"?>
<Relationships xmlns="http://schemas.openxmlformats.org/package/2006/relationships"><Relationship Id="rId26" Type="http://schemas.openxmlformats.org/officeDocument/2006/relationships/customXml" Target="../ink/ink255.xml"/><Relationship Id="rId21" Type="http://schemas.openxmlformats.org/officeDocument/2006/relationships/image" Target="../media/image251.png"/><Relationship Id="rId42" Type="http://schemas.openxmlformats.org/officeDocument/2006/relationships/customXml" Target="../ink/ink263.xml"/><Relationship Id="rId47" Type="http://schemas.openxmlformats.org/officeDocument/2006/relationships/image" Target="../media/image264.png"/><Relationship Id="rId63" Type="http://schemas.openxmlformats.org/officeDocument/2006/relationships/image" Target="../media/image272.png"/><Relationship Id="rId68" Type="http://schemas.openxmlformats.org/officeDocument/2006/relationships/customXml" Target="../ink/ink276.xml"/><Relationship Id="rId84" Type="http://schemas.openxmlformats.org/officeDocument/2006/relationships/customXml" Target="../ink/ink284.xml"/><Relationship Id="rId89" Type="http://schemas.openxmlformats.org/officeDocument/2006/relationships/image" Target="../media/image285.png"/><Relationship Id="rId16" Type="http://schemas.openxmlformats.org/officeDocument/2006/relationships/customXml" Target="../ink/ink250.xml"/><Relationship Id="rId11" Type="http://schemas.openxmlformats.org/officeDocument/2006/relationships/image" Target="../media/image246.png"/><Relationship Id="rId32" Type="http://schemas.openxmlformats.org/officeDocument/2006/relationships/customXml" Target="../ink/ink258.xml"/><Relationship Id="rId37" Type="http://schemas.openxmlformats.org/officeDocument/2006/relationships/image" Target="../media/image259.png"/><Relationship Id="rId53" Type="http://schemas.openxmlformats.org/officeDocument/2006/relationships/image" Target="../media/image267.png"/><Relationship Id="rId58" Type="http://schemas.openxmlformats.org/officeDocument/2006/relationships/customXml" Target="../ink/ink271.xml"/><Relationship Id="rId74" Type="http://schemas.openxmlformats.org/officeDocument/2006/relationships/customXml" Target="../ink/ink279.xml"/><Relationship Id="rId79" Type="http://schemas.openxmlformats.org/officeDocument/2006/relationships/image" Target="../media/image280.png"/><Relationship Id="rId5" Type="http://schemas.openxmlformats.org/officeDocument/2006/relationships/image" Target="../media/image243.png"/><Relationship Id="rId90" Type="http://schemas.openxmlformats.org/officeDocument/2006/relationships/customXml" Target="../ink/ink287.xml"/><Relationship Id="rId95" Type="http://schemas.openxmlformats.org/officeDocument/2006/relationships/image" Target="../media/image288.png"/><Relationship Id="rId22" Type="http://schemas.openxmlformats.org/officeDocument/2006/relationships/customXml" Target="../ink/ink253.xml"/><Relationship Id="rId27" Type="http://schemas.openxmlformats.org/officeDocument/2006/relationships/image" Target="../media/image254.png"/><Relationship Id="rId43" Type="http://schemas.openxmlformats.org/officeDocument/2006/relationships/image" Target="../media/image262.png"/><Relationship Id="rId48" Type="http://schemas.openxmlformats.org/officeDocument/2006/relationships/customXml" Target="../ink/ink266.xml"/><Relationship Id="rId64" Type="http://schemas.openxmlformats.org/officeDocument/2006/relationships/customXml" Target="../ink/ink274.xml"/><Relationship Id="rId69" Type="http://schemas.openxmlformats.org/officeDocument/2006/relationships/image" Target="../media/image275.png"/><Relationship Id="rId8" Type="http://schemas.openxmlformats.org/officeDocument/2006/relationships/customXml" Target="../ink/ink246.xml"/><Relationship Id="rId51" Type="http://schemas.openxmlformats.org/officeDocument/2006/relationships/image" Target="../media/image266.png"/><Relationship Id="rId72" Type="http://schemas.openxmlformats.org/officeDocument/2006/relationships/customXml" Target="../ink/ink278.xml"/><Relationship Id="rId80" Type="http://schemas.openxmlformats.org/officeDocument/2006/relationships/customXml" Target="../ink/ink282.xml"/><Relationship Id="rId85" Type="http://schemas.openxmlformats.org/officeDocument/2006/relationships/image" Target="../media/image283.png"/><Relationship Id="rId93" Type="http://schemas.openxmlformats.org/officeDocument/2006/relationships/image" Target="../media/image287.png"/><Relationship Id="rId3" Type="http://schemas.openxmlformats.org/officeDocument/2006/relationships/image" Target="../media/image242.png"/><Relationship Id="rId12" Type="http://schemas.openxmlformats.org/officeDocument/2006/relationships/customXml" Target="../ink/ink248.xml"/><Relationship Id="rId17" Type="http://schemas.openxmlformats.org/officeDocument/2006/relationships/image" Target="../media/image249.png"/><Relationship Id="rId25" Type="http://schemas.openxmlformats.org/officeDocument/2006/relationships/image" Target="../media/image253.png"/><Relationship Id="rId33" Type="http://schemas.openxmlformats.org/officeDocument/2006/relationships/image" Target="../media/image257.png"/><Relationship Id="rId38" Type="http://schemas.openxmlformats.org/officeDocument/2006/relationships/customXml" Target="../ink/ink261.xml"/><Relationship Id="rId46" Type="http://schemas.openxmlformats.org/officeDocument/2006/relationships/customXml" Target="../ink/ink265.xml"/><Relationship Id="rId59" Type="http://schemas.openxmlformats.org/officeDocument/2006/relationships/image" Target="../media/image270.png"/><Relationship Id="rId67" Type="http://schemas.openxmlformats.org/officeDocument/2006/relationships/image" Target="../media/image274.png"/><Relationship Id="rId20" Type="http://schemas.openxmlformats.org/officeDocument/2006/relationships/customXml" Target="../ink/ink252.xml"/><Relationship Id="rId41" Type="http://schemas.openxmlformats.org/officeDocument/2006/relationships/image" Target="../media/image261.png"/><Relationship Id="rId54" Type="http://schemas.openxmlformats.org/officeDocument/2006/relationships/customXml" Target="../ink/ink269.xml"/><Relationship Id="rId62" Type="http://schemas.openxmlformats.org/officeDocument/2006/relationships/customXml" Target="../ink/ink273.xml"/><Relationship Id="rId70" Type="http://schemas.openxmlformats.org/officeDocument/2006/relationships/customXml" Target="../ink/ink277.xml"/><Relationship Id="rId75" Type="http://schemas.openxmlformats.org/officeDocument/2006/relationships/image" Target="../media/image278.png"/><Relationship Id="rId83" Type="http://schemas.openxmlformats.org/officeDocument/2006/relationships/image" Target="../media/image282.png"/><Relationship Id="rId88" Type="http://schemas.openxmlformats.org/officeDocument/2006/relationships/customXml" Target="../ink/ink286.xml"/><Relationship Id="rId91" Type="http://schemas.openxmlformats.org/officeDocument/2006/relationships/image" Target="../media/image286.png"/><Relationship Id="rId1" Type="http://schemas.openxmlformats.org/officeDocument/2006/relationships/slideLayout" Target="../slideLayouts/slideLayout3.xml"/><Relationship Id="rId6" Type="http://schemas.openxmlformats.org/officeDocument/2006/relationships/customXml" Target="../ink/ink245.xml"/><Relationship Id="rId15" Type="http://schemas.openxmlformats.org/officeDocument/2006/relationships/image" Target="../media/image248.png"/><Relationship Id="rId23" Type="http://schemas.openxmlformats.org/officeDocument/2006/relationships/image" Target="../media/image252.png"/><Relationship Id="rId28" Type="http://schemas.openxmlformats.org/officeDocument/2006/relationships/customXml" Target="../ink/ink256.xml"/><Relationship Id="rId36" Type="http://schemas.openxmlformats.org/officeDocument/2006/relationships/customXml" Target="../ink/ink260.xml"/><Relationship Id="rId49" Type="http://schemas.openxmlformats.org/officeDocument/2006/relationships/image" Target="../media/image265.png"/><Relationship Id="rId57" Type="http://schemas.openxmlformats.org/officeDocument/2006/relationships/image" Target="../media/image269.png"/><Relationship Id="rId10" Type="http://schemas.openxmlformats.org/officeDocument/2006/relationships/customXml" Target="../ink/ink247.xml"/><Relationship Id="rId31" Type="http://schemas.openxmlformats.org/officeDocument/2006/relationships/image" Target="../media/image256.png"/><Relationship Id="rId44" Type="http://schemas.openxmlformats.org/officeDocument/2006/relationships/customXml" Target="../ink/ink264.xml"/><Relationship Id="rId52" Type="http://schemas.openxmlformats.org/officeDocument/2006/relationships/customXml" Target="../ink/ink268.xml"/><Relationship Id="rId60" Type="http://schemas.openxmlformats.org/officeDocument/2006/relationships/customXml" Target="../ink/ink272.xml"/><Relationship Id="rId65" Type="http://schemas.openxmlformats.org/officeDocument/2006/relationships/image" Target="../media/image273.png"/><Relationship Id="rId73" Type="http://schemas.openxmlformats.org/officeDocument/2006/relationships/image" Target="../media/image277.png"/><Relationship Id="rId78" Type="http://schemas.openxmlformats.org/officeDocument/2006/relationships/customXml" Target="../ink/ink281.xml"/><Relationship Id="rId81" Type="http://schemas.openxmlformats.org/officeDocument/2006/relationships/image" Target="../media/image281.png"/><Relationship Id="rId86" Type="http://schemas.openxmlformats.org/officeDocument/2006/relationships/customXml" Target="../ink/ink285.xml"/><Relationship Id="rId94" Type="http://schemas.openxmlformats.org/officeDocument/2006/relationships/customXml" Target="../ink/ink289.xml"/><Relationship Id="rId4" Type="http://schemas.openxmlformats.org/officeDocument/2006/relationships/customXml" Target="../ink/ink244.xml"/><Relationship Id="rId9" Type="http://schemas.openxmlformats.org/officeDocument/2006/relationships/image" Target="../media/image245.png"/><Relationship Id="rId13" Type="http://schemas.openxmlformats.org/officeDocument/2006/relationships/image" Target="../media/image247.png"/><Relationship Id="rId18" Type="http://schemas.openxmlformats.org/officeDocument/2006/relationships/customXml" Target="../ink/ink251.xml"/><Relationship Id="rId39" Type="http://schemas.openxmlformats.org/officeDocument/2006/relationships/image" Target="../media/image260.png"/><Relationship Id="rId34" Type="http://schemas.openxmlformats.org/officeDocument/2006/relationships/customXml" Target="../ink/ink259.xml"/><Relationship Id="rId50" Type="http://schemas.openxmlformats.org/officeDocument/2006/relationships/customXml" Target="../ink/ink267.xml"/><Relationship Id="rId55" Type="http://schemas.openxmlformats.org/officeDocument/2006/relationships/image" Target="../media/image268.png"/><Relationship Id="rId76" Type="http://schemas.openxmlformats.org/officeDocument/2006/relationships/customXml" Target="../ink/ink280.xml"/><Relationship Id="rId7" Type="http://schemas.openxmlformats.org/officeDocument/2006/relationships/image" Target="../media/image244.png"/><Relationship Id="rId71" Type="http://schemas.openxmlformats.org/officeDocument/2006/relationships/image" Target="../media/image276.png"/><Relationship Id="rId92" Type="http://schemas.openxmlformats.org/officeDocument/2006/relationships/customXml" Target="../ink/ink288.xml"/><Relationship Id="rId2" Type="http://schemas.openxmlformats.org/officeDocument/2006/relationships/customXml" Target="../ink/ink243.xml"/><Relationship Id="rId29" Type="http://schemas.openxmlformats.org/officeDocument/2006/relationships/image" Target="../media/image255.png"/><Relationship Id="rId24" Type="http://schemas.openxmlformats.org/officeDocument/2006/relationships/customXml" Target="../ink/ink254.xml"/><Relationship Id="rId40" Type="http://schemas.openxmlformats.org/officeDocument/2006/relationships/customXml" Target="../ink/ink262.xml"/><Relationship Id="rId45" Type="http://schemas.openxmlformats.org/officeDocument/2006/relationships/image" Target="../media/image263.png"/><Relationship Id="rId66" Type="http://schemas.openxmlformats.org/officeDocument/2006/relationships/customXml" Target="../ink/ink275.xml"/><Relationship Id="rId87" Type="http://schemas.openxmlformats.org/officeDocument/2006/relationships/image" Target="../media/image284.png"/><Relationship Id="rId61" Type="http://schemas.openxmlformats.org/officeDocument/2006/relationships/image" Target="../media/image271.png"/><Relationship Id="rId82" Type="http://schemas.openxmlformats.org/officeDocument/2006/relationships/customXml" Target="../ink/ink283.xml"/><Relationship Id="rId19" Type="http://schemas.openxmlformats.org/officeDocument/2006/relationships/image" Target="../media/image250.png"/><Relationship Id="rId14" Type="http://schemas.openxmlformats.org/officeDocument/2006/relationships/customXml" Target="../ink/ink249.xml"/><Relationship Id="rId30" Type="http://schemas.openxmlformats.org/officeDocument/2006/relationships/customXml" Target="../ink/ink257.xml"/><Relationship Id="rId35" Type="http://schemas.openxmlformats.org/officeDocument/2006/relationships/image" Target="../media/image258.png"/><Relationship Id="rId56" Type="http://schemas.openxmlformats.org/officeDocument/2006/relationships/customXml" Target="../ink/ink270.xml"/><Relationship Id="rId77" Type="http://schemas.openxmlformats.org/officeDocument/2006/relationships/image" Target="../media/image279.png"/></Relationships>
</file>

<file path=ppt/slides/_rels/slide7.xml.rels><?xml version="1.0" encoding="UTF-8" standalone="yes"?>
<Relationships xmlns="http://schemas.openxmlformats.org/package/2006/relationships"><Relationship Id="rId26" Type="http://schemas.openxmlformats.org/officeDocument/2006/relationships/customXml" Target="../ink/ink302.xml"/><Relationship Id="rId21" Type="http://schemas.openxmlformats.org/officeDocument/2006/relationships/image" Target="../media/image298.png"/><Relationship Id="rId42" Type="http://schemas.openxmlformats.org/officeDocument/2006/relationships/customXml" Target="../ink/ink310.xml"/><Relationship Id="rId47" Type="http://schemas.openxmlformats.org/officeDocument/2006/relationships/image" Target="../media/image311.png"/><Relationship Id="rId63" Type="http://schemas.openxmlformats.org/officeDocument/2006/relationships/image" Target="../media/image319.png"/><Relationship Id="rId68" Type="http://schemas.openxmlformats.org/officeDocument/2006/relationships/customXml" Target="../ink/ink323.xml"/><Relationship Id="rId84" Type="http://schemas.openxmlformats.org/officeDocument/2006/relationships/customXml" Target="../ink/ink331.xml"/><Relationship Id="rId89" Type="http://schemas.openxmlformats.org/officeDocument/2006/relationships/image" Target="../media/image332.png"/><Relationship Id="rId112" Type="http://schemas.openxmlformats.org/officeDocument/2006/relationships/customXml" Target="../ink/ink345.xml"/><Relationship Id="rId16" Type="http://schemas.openxmlformats.org/officeDocument/2006/relationships/customXml" Target="../ink/ink297.xml"/><Relationship Id="rId107" Type="http://schemas.openxmlformats.org/officeDocument/2006/relationships/image" Target="../media/image341.png"/><Relationship Id="rId11" Type="http://schemas.openxmlformats.org/officeDocument/2006/relationships/image" Target="../media/image293.png"/><Relationship Id="rId32" Type="http://schemas.openxmlformats.org/officeDocument/2006/relationships/customXml" Target="../ink/ink305.xml"/><Relationship Id="rId37" Type="http://schemas.openxmlformats.org/officeDocument/2006/relationships/image" Target="../media/image306.png"/><Relationship Id="rId53" Type="http://schemas.openxmlformats.org/officeDocument/2006/relationships/image" Target="../media/image314.png"/><Relationship Id="rId58" Type="http://schemas.openxmlformats.org/officeDocument/2006/relationships/customXml" Target="../ink/ink318.xml"/><Relationship Id="rId74" Type="http://schemas.openxmlformats.org/officeDocument/2006/relationships/customXml" Target="../ink/ink326.xml"/><Relationship Id="rId79" Type="http://schemas.openxmlformats.org/officeDocument/2006/relationships/image" Target="../media/image327.png"/><Relationship Id="rId102" Type="http://schemas.openxmlformats.org/officeDocument/2006/relationships/customXml" Target="../ink/ink340.xml"/><Relationship Id="rId5" Type="http://schemas.openxmlformats.org/officeDocument/2006/relationships/image" Target="../media/image290.png"/><Relationship Id="rId90" Type="http://schemas.openxmlformats.org/officeDocument/2006/relationships/customXml" Target="../ink/ink334.xml"/><Relationship Id="rId95" Type="http://schemas.openxmlformats.org/officeDocument/2006/relationships/image" Target="../media/image335.png"/><Relationship Id="rId22" Type="http://schemas.openxmlformats.org/officeDocument/2006/relationships/customXml" Target="../ink/ink300.xml"/><Relationship Id="rId27" Type="http://schemas.openxmlformats.org/officeDocument/2006/relationships/image" Target="../media/image301.png"/><Relationship Id="rId43" Type="http://schemas.openxmlformats.org/officeDocument/2006/relationships/image" Target="../media/image309.png"/><Relationship Id="rId48" Type="http://schemas.openxmlformats.org/officeDocument/2006/relationships/customXml" Target="../ink/ink313.xml"/><Relationship Id="rId64" Type="http://schemas.openxmlformats.org/officeDocument/2006/relationships/customXml" Target="../ink/ink321.xml"/><Relationship Id="rId69" Type="http://schemas.openxmlformats.org/officeDocument/2006/relationships/image" Target="../media/image322.png"/><Relationship Id="rId113" Type="http://schemas.openxmlformats.org/officeDocument/2006/relationships/image" Target="../media/image344.png"/><Relationship Id="rId80" Type="http://schemas.openxmlformats.org/officeDocument/2006/relationships/customXml" Target="../ink/ink329.xml"/><Relationship Id="rId85" Type="http://schemas.openxmlformats.org/officeDocument/2006/relationships/image" Target="../media/image330.png"/><Relationship Id="rId12" Type="http://schemas.openxmlformats.org/officeDocument/2006/relationships/customXml" Target="../ink/ink295.xml"/><Relationship Id="rId17" Type="http://schemas.openxmlformats.org/officeDocument/2006/relationships/image" Target="../media/image296.png"/><Relationship Id="rId33" Type="http://schemas.openxmlformats.org/officeDocument/2006/relationships/image" Target="../media/image304.png"/><Relationship Id="rId38" Type="http://schemas.openxmlformats.org/officeDocument/2006/relationships/customXml" Target="../ink/ink308.xml"/><Relationship Id="rId59" Type="http://schemas.openxmlformats.org/officeDocument/2006/relationships/image" Target="../media/image317.png"/><Relationship Id="rId103" Type="http://schemas.openxmlformats.org/officeDocument/2006/relationships/image" Target="../media/image339.png"/><Relationship Id="rId108" Type="http://schemas.openxmlformats.org/officeDocument/2006/relationships/customXml" Target="../ink/ink343.xml"/><Relationship Id="rId54" Type="http://schemas.openxmlformats.org/officeDocument/2006/relationships/customXml" Target="../ink/ink316.xml"/><Relationship Id="rId70" Type="http://schemas.openxmlformats.org/officeDocument/2006/relationships/customXml" Target="../ink/ink324.xml"/><Relationship Id="rId75" Type="http://schemas.openxmlformats.org/officeDocument/2006/relationships/image" Target="../media/image325.png"/><Relationship Id="rId91" Type="http://schemas.openxmlformats.org/officeDocument/2006/relationships/image" Target="../media/image333.png"/><Relationship Id="rId96" Type="http://schemas.openxmlformats.org/officeDocument/2006/relationships/customXml" Target="../ink/ink337.xml"/><Relationship Id="rId1" Type="http://schemas.openxmlformats.org/officeDocument/2006/relationships/slideLayout" Target="../slideLayouts/slideLayout3.xml"/><Relationship Id="rId6" Type="http://schemas.openxmlformats.org/officeDocument/2006/relationships/customXml" Target="../ink/ink292.xml"/><Relationship Id="rId15" Type="http://schemas.openxmlformats.org/officeDocument/2006/relationships/image" Target="../media/image295.png"/><Relationship Id="rId23" Type="http://schemas.openxmlformats.org/officeDocument/2006/relationships/image" Target="../media/image299.png"/><Relationship Id="rId28" Type="http://schemas.openxmlformats.org/officeDocument/2006/relationships/customXml" Target="../ink/ink303.xml"/><Relationship Id="rId36" Type="http://schemas.openxmlformats.org/officeDocument/2006/relationships/customXml" Target="../ink/ink307.xml"/><Relationship Id="rId49" Type="http://schemas.openxmlformats.org/officeDocument/2006/relationships/image" Target="../media/image312.png"/><Relationship Id="rId57" Type="http://schemas.openxmlformats.org/officeDocument/2006/relationships/image" Target="../media/image316.png"/><Relationship Id="rId106" Type="http://schemas.openxmlformats.org/officeDocument/2006/relationships/customXml" Target="../ink/ink342.xml"/><Relationship Id="rId114" Type="http://schemas.openxmlformats.org/officeDocument/2006/relationships/customXml" Target="../ink/ink346.xml"/><Relationship Id="rId10" Type="http://schemas.openxmlformats.org/officeDocument/2006/relationships/customXml" Target="../ink/ink294.xml"/><Relationship Id="rId31" Type="http://schemas.openxmlformats.org/officeDocument/2006/relationships/image" Target="../media/image303.png"/><Relationship Id="rId44" Type="http://schemas.openxmlformats.org/officeDocument/2006/relationships/customXml" Target="../ink/ink311.xml"/><Relationship Id="rId52" Type="http://schemas.openxmlformats.org/officeDocument/2006/relationships/customXml" Target="../ink/ink315.xml"/><Relationship Id="rId60" Type="http://schemas.openxmlformats.org/officeDocument/2006/relationships/customXml" Target="../ink/ink319.xml"/><Relationship Id="rId65" Type="http://schemas.openxmlformats.org/officeDocument/2006/relationships/image" Target="../media/image320.png"/><Relationship Id="rId73" Type="http://schemas.openxmlformats.org/officeDocument/2006/relationships/image" Target="../media/image324.png"/><Relationship Id="rId78" Type="http://schemas.openxmlformats.org/officeDocument/2006/relationships/customXml" Target="../ink/ink328.xml"/><Relationship Id="rId81" Type="http://schemas.openxmlformats.org/officeDocument/2006/relationships/image" Target="../media/image328.png"/><Relationship Id="rId86" Type="http://schemas.openxmlformats.org/officeDocument/2006/relationships/customXml" Target="../ink/ink332.xml"/><Relationship Id="rId94" Type="http://schemas.openxmlformats.org/officeDocument/2006/relationships/customXml" Target="../ink/ink336.xml"/><Relationship Id="rId99" Type="http://schemas.openxmlformats.org/officeDocument/2006/relationships/image" Target="../media/image337.png"/><Relationship Id="rId101" Type="http://schemas.openxmlformats.org/officeDocument/2006/relationships/image" Target="../media/image338.png"/><Relationship Id="rId4" Type="http://schemas.openxmlformats.org/officeDocument/2006/relationships/customXml" Target="../ink/ink291.xml"/><Relationship Id="rId9" Type="http://schemas.openxmlformats.org/officeDocument/2006/relationships/image" Target="../media/image292.png"/><Relationship Id="rId13" Type="http://schemas.openxmlformats.org/officeDocument/2006/relationships/image" Target="../media/image294.png"/><Relationship Id="rId18" Type="http://schemas.openxmlformats.org/officeDocument/2006/relationships/customXml" Target="../ink/ink298.xml"/><Relationship Id="rId39" Type="http://schemas.openxmlformats.org/officeDocument/2006/relationships/image" Target="../media/image307.png"/><Relationship Id="rId109" Type="http://schemas.openxmlformats.org/officeDocument/2006/relationships/image" Target="../media/image342.png"/><Relationship Id="rId34" Type="http://schemas.openxmlformats.org/officeDocument/2006/relationships/customXml" Target="../ink/ink306.xml"/><Relationship Id="rId50" Type="http://schemas.openxmlformats.org/officeDocument/2006/relationships/customXml" Target="../ink/ink314.xml"/><Relationship Id="rId55" Type="http://schemas.openxmlformats.org/officeDocument/2006/relationships/image" Target="../media/image315.png"/><Relationship Id="rId76" Type="http://schemas.openxmlformats.org/officeDocument/2006/relationships/customXml" Target="../ink/ink327.xml"/><Relationship Id="rId97" Type="http://schemas.openxmlformats.org/officeDocument/2006/relationships/image" Target="../media/image336.png"/><Relationship Id="rId104" Type="http://schemas.openxmlformats.org/officeDocument/2006/relationships/customXml" Target="../ink/ink341.xml"/><Relationship Id="rId7" Type="http://schemas.openxmlformats.org/officeDocument/2006/relationships/image" Target="../media/image291.png"/><Relationship Id="rId71" Type="http://schemas.openxmlformats.org/officeDocument/2006/relationships/image" Target="../media/image323.png"/><Relationship Id="rId92" Type="http://schemas.openxmlformats.org/officeDocument/2006/relationships/customXml" Target="../ink/ink335.xml"/><Relationship Id="rId2" Type="http://schemas.openxmlformats.org/officeDocument/2006/relationships/customXml" Target="../ink/ink290.xml"/><Relationship Id="rId29" Type="http://schemas.openxmlformats.org/officeDocument/2006/relationships/image" Target="../media/image302.png"/><Relationship Id="rId24" Type="http://schemas.openxmlformats.org/officeDocument/2006/relationships/customXml" Target="../ink/ink301.xml"/><Relationship Id="rId40" Type="http://schemas.openxmlformats.org/officeDocument/2006/relationships/customXml" Target="../ink/ink309.xml"/><Relationship Id="rId45" Type="http://schemas.openxmlformats.org/officeDocument/2006/relationships/image" Target="../media/image310.png"/><Relationship Id="rId66" Type="http://schemas.openxmlformats.org/officeDocument/2006/relationships/customXml" Target="../ink/ink322.xml"/><Relationship Id="rId87" Type="http://schemas.openxmlformats.org/officeDocument/2006/relationships/image" Target="../media/image331.png"/><Relationship Id="rId110" Type="http://schemas.openxmlformats.org/officeDocument/2006/relationships/customXml" Target="../ink/ink344.xml"/><Relationship Id="rId115" Type="http://schemas.openxmlformats.org/officeDocument/2006/relationships/image" Target="../media/image345.png"/><Relationship Id="rId61" Type="http://schemas.openxmlformats.org/officeDocument/2006/relationships/image" Target="../media/image318.png"/><Relationship Id="rId82" Type="http://schemas.openxmlformats.org/officeDocument/2006/relationships/customXml" Target="../ink/ink330.xml"/><Relationship Id="rId19" Type="http://schemas.openxmlformats.org/officeDocument/2006/relationships/image" Target="../media/image297.png"/><Relationship Id="rId14" Type="http://schemas.openxmlformats.org/officeDocument/2006/relationships/customXml" Target="../ink/ink296.xml"/><Relationship Id="rId30" Type="http://schemas.openxmlformats.org/officeDocument/2006/relationships/customXml" Target="../ink/ink304.xml"/><Relationship Id="rId35" Type="http://schemas.openxmlformats.org/officeDocument/2006/relationships/image" Target="../media/image305.png"/><Relationship Id="rId56" Type="http://schemas.openxmlformats.org/officeDocument/2006/relationships/customXml" Target="../ink/ink317.xml"/><Relationship Id="rId77" Type="http://schemas.openxmlformats.org/officeDocument/2006/relationships/image" Target="../media/image326.png"/><Relationship Id="rId100" Type="http://schemas.openxmlformats.org/officeDocument/2006/relationships/customXml" Target="../ink/ink339.xml"/><Relationship Id="rId105" Type="http://schemas.openxmlformats.org/officeDocument/2006/relationships/image" Target="../media/image340.png"/><Relationship Id="rId8" Type="http://schemas.openxmlformats.org/officeDocument/2006/relationships/customXml" Target="../ink/ink293.xml"/><Relationship Id="rId51" Type="http://schemas.openxmlformats.org/officeDocument/2006/relationships/image" Target="../media/image313.png"/><Relationship Id="rId72" Type="http://schemas.openxmlformats.org/officeDocument/2006/relationships/customXml" Target="../ink/ink325.xml"/><Relationship Id="rId93" Type="http://schemas.openxmlformats.org/officeDocument/2006/relationships/image" Target="../media/image334.png"/><Relationship Id="rId98" Type="http://schemas.openxmlformats.org/officeDocument/2006/relationships/customXml" Target="../ink/ink338.xml"/><Relationship Id="rId3" Type="http://schemas.openxmlformats.org/officeDocument/2006/relationships/image" Target="../media/image289.png"/><Relationship Id="rId25" Type="http://schemas.openxmlformats.org/officeDocument/2006/relationships/image" Target="../media/image300.png"/><Relationship Id="rId46" Type="http://schemas.openxmlformats.org/officeDocument/2006/relationships/customXml" Target="../ink/ink312.xml"/><Relationship Id="rId67" Type="http://schemas.openxmlformats.org/officeDocument/2006/relationships/image" Target="../media/image321.png"/><Relationship Id="rId20" Type="http://schemas.openxmlformats.org/officeDocument/2006/relationships/customXml" Target="../ink/ink299.xml"/><Relationship Id="rId41" Type="http://schemas.openxmlformats.org/officeDocument/2006/relationships/image" Target="../media/image308.png"/><Relationship Id="rId62" Type="http://schemas.openxmlformats.org/officeDocument/2006/relationships/customXml" Target="../ink/ink320.xml"/><Relationship Id="rId83" Type="http://schemas.openxmlformats.org/officeDocument/2006/relationships/image" Target="../media/image329.png"/><Relationship Id="rId88" Type="http://schemas.openxmlformats.org/officeDocument/2006/relationships/customXml" Target="../ink/ink333.xml"/><Relationship Id="rId111" Type="http://schemas.openxmlformats.org/officeDocument/2006/relationships/image" Target="../media/image343.png"/></Relationships>
</file>

<file path=ppt/slides/_rels/slide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403.png"/><Relationship Id="rId21" Type="http://schemas.openxmlformats.org/officeDocument/2006/relationships/image" Target="../media/image355.png"/><Relationship Id="rId42" Type="http://schemas.openxmlformats.org/officeDocument/2006/relationships/customXml" Target="../ink/ink367.xml"/><Relationship Id="rId63" Type="http://schemas.openxmlformats.org/officeDocument/2006/relationships/image" Target="../media/image376.png"/><Relationship Id="rId84" Type="http://schemas.openxmlformats.org/officeDocument/2006/relationships/customXml" Target="../ink/ink388.xml"/><Relationship Id="rId138" Type="http://schemas.openxmlformats.org/officeDocument/2006/relationships/customXml" Target="../ink/ink415.xml"/><Relationship Id="rId159" Type="http://schemas.openxmlformats.org/officeDocument/2006/relationships/image" Target="../media/image424.png"/><Relationship Id="rId170" Type="http://schemas.openxmlformats.org/officeDocument/2006/relationships/customXml" Target="../ink/ink431.xml"/><Relationship Id="rId191" Type="http://schemas.openxmlformats.org/officeDocument/2006/relationships/image" Target="../media/image440.png"/><Relationship Id="rId205" Type="http://schemas.openxmlformats.org/officeDocument/2006/relationships/image" Target="../media/image447.png"/><Relationship Id="rId226" Type="http://schemas.openxmlformats.org/officeDocument/2006/relationships/customXml" Target="../ink/ink459.xml"/><Relationship Id="rId247" Type="http://schemas.openxmlformats.org/officeDocument/2006/relationships/image" Target="../media/image468.png"/><Relationship Id="rId107" Type="http://schemas.openxmlformats.org/officeDocument/2006/relationships/image" Target="../media/image398.png"/><Relationship Id="rId11" Type="http://schemas.openxmlformats.org/officeDocument/2006/relationships/image" Target="../media/image350.png"/><Relationship Id="rId32" Type="http://schemas.openxmlformats.org/officeDocument/2006/relationships/customXml" Target="../ink/ink362.xml"/><Relationship Id="rId53" Type="http://schemas.openxmlformats.org/officeDocument/2006/relationships/image" Target="../media/image371.png"/><Relationship Id="rId74" Type="http://schemas.openxmlformats.org/officeDocument/2006/relationships/customXml" Target="../ink/ink383.xml"/><Relationship Id="rId128" Type="http://schemas.openxmlformats.org/officeDocument/2006/relationships/customXml" Target="../ink/ink410.xml"/><Relationship Id="rId149" Type="http://schemas.openxmlformats.org/officeDocument/2006/relationships/image" Target="../media/image419.png"/><Relationship Id="rId5" Type="http://schemas.openxmlformats.org/officeDocument/2006/relationships/image" Target="../media/image347.png"/><Relationship Id="rId95" Type="http://schemas.openxmlformats.org/officeDocument/2006/relationships/image" Target="../media/image392.png"/><Relationship Id="rId160" Type="http://schemas.openxmlformats.org/officeDocument/2006/relationships/customXml" Target="../ink/ink426.xml"/><Relationship Id="rId181" Type="http://schemas.openxmlformats.org/officeDocument/2006/relationships/image" Target="../media/image435.png"/><Relationship Id="rId216" Type="http://schemas.openxmlformats.org/officeDocument/2006/relationships/customXml" Target="../ink/ink454.xml"/><Relationship Id="rId237" Type="http://schemas.openxmlformats.org/officeDocument/2006/relationships/image" Target="../media/image463.png"/><Relationship Id="rId22" Type="http://schemas.openxmlformats.org/officeDocument/2006/relationships/customXml" Target="../ink/ink357.xml"/><Relationship Id="rId43" Type="http://schemas.openxmlformats.org/officeDocument/2006/relationships/image" Target="../media/image366.png"/><Relationship Id="rId64" Type="http://schemas.openxmlformats.org/officeDocument/2006/relationships/customXml" Target="../ink/ink378.xml"/><Relationship Id="rId118" Type="http://schemas.openxmlformats.org/officeDocument/2006/relationships/customXml" Target="../ink/ink405.xml"/><Relationship Id="rId139" Type="http://schemas.openxmlformats.org/officeDocument/2006/relationships/image" Target="../media/image414.png"/><Relationship Id="rId85" Type="http://schemas.openxmlformats.org/officeDocument/2006/relationships/image" Target="../media/image387.png"/><Relationship Id="rId150" Type="http://schemas.openxmlformats.org/officeDocument/2006/relationships/customXml" Target="../ink/ink421.xml"/><Relationship Id="rId171" Type="http://schemas.openxmlformats.org/officeDocument/2006/relationships/image" Target="../media/image430.png"/><Relationship Id="rId192" Type="http://schemas.openxmlformats.org/officeDocument/2006/relationships/customXml" Target="../ink/ink442.xml"/><Relationship Id="rId206" Type="http://schemas.openxmlformats.org/officeDocument/2006/relationships/customXml" Target="../ink/ink449.xml"/><Relationship Id="rId227" Type="http://schemas.openxmlformats.org/officeDocument/2006/relationships/image" Target="../media/image458.png"/><Relationship Id="rId248" Type="http://schemas.openxmlformats.org/officeDocument/2006/relationships/customXml" Target="../ink/ink470.xml"/><Relationship Id="rId12" Type="http://schemas.openxmlformats.org/officeDocument/2006/relationships/customXml" Target="../ink/ink352.xml"/><Relationship Id="rId33" Type="http://schemas.openxmlformats.org/officeDocument/2006/relationships/image" Target="../media/image361.png"/><Relationship Id="rId108" Type="http://schemas.openxmlformats.org/officeDocument/2006/relationships/customXml" Target="../ink/ink400.xml"/><Relationship Id="rId129" Type="http://schemas.openxmlformats.org/officeDocument/2006/relationships/image" Target="../media/image409.png"/><Relationship Id="rId54" Type="http://schemas.openxmlformats.org/officeDocument/2006/relationships/customXml" Target="../ink/ink373.xml"/><Relationship Id="rId75" Type="http://schemas.openxmlformats.org/officeDocument/2006/relationships/image" Target="../media/image382.png"/><Relationship Id="rId96" Type="http://schemas.openxmlformats.org/officeDocument/2006/relationships/customXml" Target="../ink/ink394.xml"/><Relationship Id="rId140" Type="http://schemas.openxmlformats.org/officeDocument/2006/relationships/customXml" Target="../ink/ink416.xml"/><Relationship Id="rId161" Type="http://schemas.openxmlformats.org/officeDocument/2006/relationships/image" Target="../media/image425.png"/><Relationship Id="rId182" Type="http://schemas.openxmlformats.org/officeDocument/2006/relationships/customXml" Target="../ink/ink437.xml"/><Relationship Id="rId217" Type="http://schemas.openxmlformats.org/officeDocument/2006/relationships/image" Target="../media/image453.png"/><Relationship Id="rId6" Type="http://schemas.openxmlformats.org/officeDocument/2006/relationships/customXml" Target="../ink/ink349.xml"/><Relationship Id="rId238" Type="http://schemas.openxmlformats.org/officeDocument/2006/relationships/customXml" Target="../ink/ink465.xml"/><Relationship Id="rId23" Type="http://schemas.openxmlformats.org/officeDocument/2006/relationships/image" Target="../media/image356.png"/><Relationship Id="rId119" Type="http://schemas.openxmlformats.org/officeDocument/2006/relationships/image" Target="../media/image404.png"/><Relationship Id="rId44" Type="http://schemas.openxmlformats.org/officeDocument/2006/relationships/customXml" Target="../ink/ink368.xml"/><Relationship Id="rId65" Type="http://schemas.openxmlformats.org/officeDocument/2006/relationships/image" Target="../media/image377.png"/><Relationship Id="rId86" Type="http://schemas.openxmlformats.org/officeDocument/2006/relationships/customXml" Target="../ink/ink389.xml"/><Relationship Id="rId130" Type="http://schemas.openxmlformats.org/officeDocument/2006/relationships/customXml" Target="../ink/ink411.xml"/><Relationship Id="rId151" Type="http://schemas.openxmlformats.org/officeDocument/2006/relationships/image" Target="../media/image420.png"/><Relationship Id="rId172" Type="http://schemas.openxmlformats.org/officeDocument/2006/relationships/customXml" Target="../ink/ink432.xml"/><Relationship Id="rId193" Type="http://schemas.openxmlformats.org/officeDocument/2006/relationships/image" Target="../media/image441.png"/><Relationship Id="rId207" Type="http://schemas.openxmlformats.org/officeDocument/2006/relationships/image" Target="../media/image448.png"/><Relationship Id="rId228" Type="http://schemas.openxmlformats.org/officeDocument/2006/relationships/customXml" Target="../ink/ink460.xml"/><Relationship Id="rId249" Type="http://schemas.openxmlformats.org/officeDocument/2006/relationships/image" Target="../media/image469.png"/><Relationship Id="rId13" Type="http://schemas.openxmlformats.org/officeDocument/2006/relationships/image" Target="../media/image351.png"/><Relationship Id="rId109" Type="http://schemas.openxmlformats.org/officeDocument/2006/relationships/image" Target="../media/image399.png"/><Relationship Id="rId34" Type="http://schemas.openxmlformats.org/officeDocument/2006/relationships/customXml" Target="../ink/ink363.xml"/><Relationship Id="rId55" Type="http://schemas.openxmlformats.org/officeDocument/2006/relationships/image" Target="../media/image372.png"/><Relationship Id="rId76" Type="http://schemas.openxmlformats.org/officeDocument/2006/relationships/customXml" Target="../ink/ink384.xml"/><Relationship Id="rId97" Type="http://schemas.openxmlformats.org/officeDocument/2006/relationships/image" Target="../media/image393.png"/><Relationship Id="rId120" Type="http://schemas.openxmlformats.org/officeDocument/2006/relationships/customXml" Target="../ink/ink406.xml"/><Relationship Id="rId141" Type="http://schemas.openxmlformats.org/officeDocument/2006/relationships/image" Target="../media/image415.png"/><Relationship Id="rId7" Type="http://schemas.openxmlformats.org/officeDocument/2006/relationships/image" Target="../media/image348.png"/><Relationship Id="rId162" Type="http://schemas.openxmlformats.org/officeDocument/2006/relationships/customXml" Target="../ink/ink427.xml"/><Relationship Id="rId183" Type="http://schemas.openxmlformats.org/officeDocument/2006/relationships/image" Target="../media/image436.png"/><Relationship Id="rId218" Type="http://schemas.openxmlformats.org/officeDocument/2006/relationships/customXml" Target="../ink/ink455.xml"/><Relationship Id="rId239" Type="http://schemas.openxmlformats.org/officeDocument/2006/relationships/image" Target="../media/image464.png"/><Relationship Id="rId250" Type="http://schemas.openxmlformats.org/officeDocument/2006/relationships/customXml" Target="../ink/ink471.xml"/><Relationship Id="rId24" Type="http://schemas.openxmlformats.org/officeDocument/2006/relationships/customXml" Target="../ink/ink358.xml"/><Relationship Id="rId45" Type="http://schemas.openxmlformats.org/officeDocument/2006/relationships/image" Target="../media/image367.png"/><Relationship Id="rId66" Type="http://schemas.openxmlformats.org/officeDocument/2006/relationships/customXml" Target="../ink/ink379.xml"/><Relationship Id="rId87" Type="http://schemas.openxmlformats.org/officeDocument/2006/relationships/image" Target="../media/image388.png"/><Relationship Id="rId110" Type="http://schemas.openxmlformats.org/officeDocument/2006/relationships/customXml" Target="../ink/ink401.xml"/><Relationship Id="rId131" Type="http://schemas.openxmlformats.org/officeDocument/2006/relationships/image" Target="../media/image410.png"/><Relationship Id="rId152" Type="http://schemas.openxmlformats.org/officeDocument/2006/relationships/customXml" Target="../ink/ink422.xml"/><Relationship Id="rId173" Type="http://schemas.openxmlformats.org/officeDocument/2006/relationships/image" Target="../media/image431.png"/><Relationship Id="rId194" Type="http://schemas.openxmlformats.org/officeDocument/2006/relationships/customXml" Target="../ink/ink443.xml"/><Relationship Id="rId208" Type="http://schemas.openxmlformats.org/officeDocument/2006/relationships/customXml" Target="../ink/ink450.xml"/><Relationship Id="rId229" Type="http://schemas.openxmlformats.org/officeDocument/2006/relationships/image" Target="../media/image459.png"/><Relationship Id="rId240" Type="http://schemas.openxmlformats.org/officeDocument/2006/relationships/customXml" Target="../ink/ink466.xml"/><Relationship Id="rId14" Type="http://schemas.openxmlformats.org/officeDocument/2006/relationships/customXml" Target="../ink/ink353.xml"/><Relationship Id="rId35" Type="http://schemas.openxmlformats.org/officeDocument/2006/relationships/image" Target="../media/image362.png"/><Relationship Id="rId56" Type="http://schemas.openxmlformats.org/officeDocument/2006/relationships/customXml" Target="../ink/ink374.xml"/><Relationship Id="rId77" Type="http://schemas.openxmlformats.org/officeDocument/2006/relationships/image" Target="../media/image383.png"/><Relationship Id="rId100" Type="http://schemas.openxmlformats.org/officeDocument/2006/relationships/customXml" Target="../ink/ink396.xml"/><Relationship Id="rId8" Type="http://schemas.openxmlformats.org/officeDocument/2006/relationships/customXml" Target="../ink/ink350.xml"/><Relationship Id="rId98" Type="http://schemas.openxmlformats.org/officeDocument/2006/relationships/customXml" Target="../ink/ink395.xml"/><Relationship Id="rId121" Type="http://schemas.openxmlformats.org/officeDocument/2006/relationships/image" Target="../media/image405.png"/><Relationship Id="rId142" Type="http://schemas.openxmlformats.org/officeDocument/2006/relationships/customXml" Target="../ink/ink417.xml"/><Relationship Id="rId163" Type="http://schemas.openxmlformats.org/officeDocument/2006/relationships/image" Target="../media/image426.png"/><Relationship Id="rId184" Type="http://schemas.openxmlformats.org/officeDocument/2006/relationships/customXml" Target="../ink/ink438.xml"/><Relationship Id="rId219" Type="http://schemas.openxmlformats.org/officeDocument/2006/relationships/image" Target="../media/image454.png"/><Relationship Id="rId230" Type="http://schemas.openxmlformats.org/officeDocument/2006/relationships/customXml" Target="../ink/ink461.xml"/><Relationship Id="rId251" Type="http://schemas.openxmlformats.org/officeDocument/2006/relationships/image" Target="../media/image470.png"/><Relationship Id="rId25" Type="http://schemas.openxmlformats.org/officeDocument/2006/relationships/image" Target="../media/image357.png"/><Relationship Id="rId46" Type="http://schemas.openxmlformats.org/officeDocument/2006/relationships/customXml" Target="../ink/ink369.xml"/><Relationship Id="rId67" Type="http://schemas.openxmlformats.org/officeDocument/2006/relationships/image" Target="../media/image378.png"/><Relationship Id="rId88" Type="http://schemas.openxmlformats.org/officeDocument/2006/relationships/customXml" Target="../ink/ink390.xml"/><Relationship Id="rId111" Type="http://schemas.openxmlformats.org/officeDocument/2006/relationships/image" Target="../media/image400.png"/><Relationship Id="rId132" Type="http://schemas.openxmlformats.org/officeDocument/2006/relationships/customXml" Target="../ink/ink412.xml"/><Relationship Id="rId153" Type="http://schemas.openxmlformats.org/officeDocument/2006/relationships/image" Target="../media/image421.png"/><Relationship Id="rId174" Type="http://schemas.openxmlformats.org/officeDocument/2006/relationships/customXml" Target="../ink/ink433.xml"/><Relationship Id="rId195" Type="http://schemas.openxmlformats.org/officeDocument/2006/relationships/image" Target="../media/image442.png"/><Relationship Id="rId209" Type="http://schemas.openxmlformats.org/officeDocument/2006/relationships/image" Target="../media/image449.png"/><Relationship Id="rId220" Type="http://schemas.openxmlformats.org/officeDocument/2006/relationships/customXml" Target="../ink/ink456.xml"/><Relationship Id="rId241" Type="http://schemas.openxmlformats.org/officeDocument/2006/relationships/image" Target="../media/image465.png"/><Relationship Id="rId15" Type="http://schemas.openxmlformats.org/officeDocument/2006/relationships/image" Target="../media/image352.png"/><Relationship Id="rId36" Type="http://schemas.openxmlformats.org/officeDocument/2006/relationships/customXml" Target="../ink/ink364.xml"/><Relationship Id="rId57" Type="http://schemas.openxmlformats.org/officeDocument/2006/relationships/image" Target="../media/image373.png"/><Relationship Id="rId78" Type="http://schemas.openxmlformats.org/officeDocument/2006/relationships/customXml" Target="../ink/ink385.xml"/><Relationship Id="rId99" Type="http://schemas.openxmlformats.org/officeDocument/2006/relationships/image" Target="../media/image394.png"/><Relationship Id="rId101" Type="http://schemas.openxmlformats.org/officeDocument/2006/relationships/image" Target="../media/image395.png"/><Relationship Id="rId122" Type="http://schemas.openxmlformats.org/officeDocument/2006/relationships/customXml" Target="../ink/ink407.xml"/><Relationship Id="rId143" Type="http://schemas.openxmlformats.org/officeDocument/2006/relationships/image" Target="../media/image416.png"/><Relationship Id="rId164" Type="http://schemas.openxmlformats.org/officeDocument/2006/relationships/customXml" Target="../ink/ink428.xml"/><Relationship Id="rId185" Type="http://schemas.openxmlformats.org/officeDocument/2006/relationships/image" Target="../media/image437.png"/><Relationship Id="rId9" Type="http://schemas.openxmlformats.org/officeDocument/2006/relationships/image" Target="../media/image349.png"/><Relationship Id="rId210" Type="http://schemas.openxmlformats.org/officeDocument/2006/relationships/customXml" Target="../ink/ink451.xml"/><Relationship Id="rId26" Type="http://schemas.openxmlformats.org/officeDocument/2006/relationships/customXml" Target="../ink/ink359.xml"/><Relationship Id="rId231" Type="http://schemas.openxmlformats.org/officeDocument/2006/relationships/image" Target="../media/image460.png"/><Relationship Id="rId252" Type="http://schemas.openxmlformats.org/officeDocument/2006/relationships/customXml" Target="../ink/ink472.xml"/><Relationship Id="rId47" Type="http://schemas.openxmlformats.org/officeDocument/2006/relationships/image" Target="../media/image368.png"/><Relationship Id="rId68" Type="http://schemas.openxmlformats.org/officeDocument/2006/relationships/customXml" Target="../ink/ink380.xml"/><Relationship Id="rId89" Type="http://schemas.openxmlformats.org/officeDocument/2006/relationships/image" Target="../media/image389.png"/><Relationship Id="rId112" Type="http://schemas.openxmlformats.org/officeDocument/2006/relationships/customXml" Target="../ink/ink402.xml"/><Relationship Id="rId133" Type="http://schemas.openxmlformats.org/officeDocument/2006/relationships/image" Target="../media/image411.png"/><Relationship Id="rId154" Type="http://schemas.openxmlformats.org/officeDocument/2006/relationships/customXml" Target="../ink/ink423.xml"/><Relationship Id="rId175" Type="http://schemas.openxmlformats.org/officeDocument/2006/relationships/image" Target="../media/image432.png"/><Relationship Id="rId196" Type="http://schemas.openxmlformats.org/officeDocument/2006/relationships/customXml" Target="../ink/ink444.xml"/><Relationship Id="rId200" Type="http://schemas.openxmlformats.org/officeDocument/2006/relationships/customXml" Target="../ink/ink446.xml"/><Relationship Id="rId16" Type="http://schemas.openxmlformats.org/officeDocument/2006/relationships/customXml" Target="../ink/ink354.xml"/><Relationship Id="rId221" Type="http://schemas.openxmlformats.org/officeDocument/2006/relationships/image" Target="../media/image455.png"/><Relationship Id="rId242" Type="http://schemas.openxmlformats.org/officeDocument/2006/relationships/customXml" Target="../ink/ink467.xml"/><Relationship Id="rId37" Type="http://schemas.openxmlformats.org/officeDocument/2006/relationships/image" Target="../media/image363.png"/><Relationship Id="rId58" Type="http://schemas.openxmlformats.org/officeDocument/2006/relationships/customXml" Target="../ink/ink375.xml"/><Relationship Id="rId79" Type="http://schemas.openxmlformats.org/officeDocument/2006/relationships/image" Target="../media/image384.png"/><Relationship Id="rId102" Type="http://schemas.openxmlformats.org/officeDocument/2006/relationships/customXml" Target="../ink/ink397.xml"/><Relationship Id="rId123" Type="http://schemas.openxmlformats.org/officeDocument/2006/relationships/image" Target="../media/image406.png"/><Relationship Id="rId144" Type="http://schemas.openxmlformats.org/officeDocument/2006/relationships/customXml" Target="../ink/ink418.xml"/><Relationship Id="rId90" Type="http://schemas.openxmlformats.org/officeDocument/2006/relationships/customXml" Target="../ink/ink391.xml"/><Relationship Id="rId165" Type="http://schemas.openxmlformats.org/officeDocument/2006/relationships/image" Target="../media/image427.png"/><Relationship Id="rId186" Type="http://schemas.openxmlformats.org/officeDocument/2006/relationships/customXml" Target="../ink/ink439.xml"/><Relationship Id="rId211" Type="http://schemas.openxmlformats.org/officeDocument/2006/relationships/image" Target="../media/image450.png"/><Relationship Id="rId232" Type="http://schemas.openxmlformats.org/officeDocument/2006/relationships/customXml" Target="../ink/ink462.xml"/><Relationship Id="rId253" Type="http://schemas.openxmlformats.org/officeDocument/2006/relationships/image" Target="../media/image471.png"/><Relationship Id="rId27" Type="http://schemas.openxmlformats.org/officeDocument/2006/relationships/image" Target="../media/image358.png"/><Relationship Id="rId48" Type="http://schemas.openxmlformats.org/officeDocument/2006/relationships/customXml" Target="../ink/ink370.xml"/><Relationship Id="rId69" Type="http://schemas.openxmlformats.org/officeDocument/2006/relationships/image" Target="../media/image379.png"/><Relationship Id="rId113" Type="http://schemas.openxmlformats.org/officeDocument/2006/relationships/image" Target="../media/image401.png"/><Relationship Id="rId134" Type="http://schemas.openxmlformats.org/officeDocument/2006/relationships/customXml" Target="../ink/ink413.xml"/><Relationship Id="rId80" Type="http://schemas.openxmlformats.org/officeDocument/2006/relationships/customXml" Target="../ink/ink386.xml"/><Relationship Id="rId155" Type="http://schemas.openxmlformats.org/officeDocument/2006/relationships/image" Target="../media/image422.png"/><Relationship Id="rId176" Type="http://schemas.openxmlformats.org/officeDocument/2006/relationships/customXml" Target="../ink/ink434.xml"/><Relationship Id="rId197" Type="http://schemas.openxmlformats.org/officeDocument/2006/relationships/image" Target="../media/image443.png"/><Relationship Id="rId201" Type="http://schemas.openxmlformats.org/officeDocument/2006/relationships/image" Target="../media/image445.png"/><Relationship Id="rId222" Type="http://schemas.openxmlformats.org/officeDocument/2006/relationships/customXml" Target="../ink/ink457.xml"/><Relationship Id="rId243" Type="http://schemas.openxmlformats.org/officeDocument/2006/relationships/image" Target="../media/image466.png"/><Relationship Id="rId17" Type="http://schemas.openxmlformats.org/officeDocument/2006/relationships/image" Target="../media/image353.png"/><Relationship Id="rId38" Type="http://schemas.openxmlformats.org/officeDocument/2006/relationships/customXml" Target="../ink/ink365.xml"/><Relationship Id="rId59" Type="http://schemas.openxmlformats.org/officeDocument/2006/relationships/image" Target="../media/image374.png"/><Relationship Id="rId103" Type="http://schemas.openxmlformats.org/officeDocument/2006/relationships/image" Target="../media/image396.png"/><Relationship Id="rId124" Type="http://schemas.openxmlformats.org/officeDocument/2006/relationships/customXml" Target="../ink/ink408.xml"/><Relationship Id="rId70" Type="http://schemas.openxmlformats.org/officeDocument/2006/relationships/customXml" Target="../ink/ink381.xml"/><Relationship Id="rId91" Type="http://schemas.openxmlformats.org/officeDocument/2006/relationships/image" Target="../media/image390.png"/><Relationship Id="rId145" Type="http://schemas.openxmlformats.org/officeDocument/2006/relationships/image" Target="../media/image417.png"/><Relationship Id="rId166" Type="http://schemas.openxmlformats.org/officeDocument/2006/relationships/customXml" Target="../ink/ink429.xml"/><Relationship Id="rId187" Type="http://schemas.openxmlformats.org/officeDocument/2006/relationships/image" Target="../media/image438.png"/><Relationship Id="rId1" Type="http://schemas.openxmlformats.org/officeDocument/2006/relationships/slideLayout" Target="../slideLayouts/slideLayout11.xml"/><Relationship Id="rId212" Type="http://schemas.openxmlformats.org/officeDocument/2006/relationships/customXml" Target="../ink/ink452.xml"/><Relationship Id="rId233" Type="http://schemas.openxmlformats.org/officeDocument/2006/relationships/image" Target="../media/image461.png"/><Relationship Id="rId254" Type="http://schemas.openxmlformats.org/officeDocument/2006/relationships/customXml" Target="../ink/ink473.xml"/><Relationship Id="rId28" Type="http://schemas.openxmlformats.org/officeDocument/2006/relationships/customXml" Target="../ink/ink360.xml"/><Relationship Id="rId49" Type="http://schemas.openxmlformats.org/officeDocument/2006/relationships/image" Target="../media/image369.png"/><Relationship Id="rId114" Type="http://schemas.openxmlformats.org/officeDocument/2006/relationships/customXml" Target="../ink/ink403.xml"/><Relationship Id="rId60" Type="http://schemas.openxmlformats.org/officeDocument/2006/relationships/customXml" Target="../ink/ink376.xml"/><Relationship Id="rId81" Type="http://schemas.openxmlformats.org/officeDocument/2006/relationships/image" Target="../media/image385.png"/><Relationship Id="rId135" Type="http://schemas.openxmlformats.org/officeDocument/2006/relationships/image" Target="../media/image412.png"/><Relationship Id="rId156" Type="http://schemas.openxmlformats.org/officeDocument/2006/relationships/customXml" Target="../ink/ink424.xml"/><Relationship Id="rId177" Type="http://schemas.openxmlformats.org/officeDocument/2006/relationships/image" Target="../media/image433.png"/><Relationship Id="rId198" Type="http://schemas.openxmlformats.org/officeDocument/2006/relationships/customXml" Target="../ink/ink445.xml"/><Relationship Id="rId202" Type="http://schemas.openxmlformats.org/officeDocument/2006/relationships/customXml" Target="../ink/ink447.xml"/><Relationship Id="rId223" Type="http://schemas.openxmlformats.org/officeDocument/2006/relationships/image" Target="../media/image456.png"/><Relationship Id="rId244" Type="http://schemas.openxmlformats.org/officeDocument/2006/relationships/customXml" Target="../ink/ink468.xml"/><Relationship Id="rId18" Type="http://schemas.openxmlformats.org/officeDocument/2006/relationships/customXml" Target="../ink/ink355.xml"/><Relationship Id="rId39" Type="http://schemas.openxmlformats.org/officeDocument/2006/relationships/image" Target="../media/image364.png"/><Relationship Id="rId50" Type="http://schemas.openxmlformats.org/officeDocument/2006/relationships/customXml" Target="../ink/ink371.xml"/><Relationship Id="rId104" Type="http://schemas.openxmlformats.org/officeDocument/2006/relationships/customXml" Target="../ink/ink398.xml"/><Relationship Id="rId125" Type="http://schemas.openxmlformats.org/officeDocument/2006/relationships/image" Target="../media/image407.png"/><Relationship Id="rId146" Type="http://schemas.openxmlformats.org/officeDocument/2006/relationships/customXml" Target="../ink/ink419.xml"/><Relationship Id="rId167" Type="http://schemas.openxmlformats.org/officeDocument/2006/relationships/image" Target="../media/image428.png"/><Relationship Id="rId188" Type="http://schemas.openxmlformats.org/officeDocument/2006/relationships/customXml" Target="../ink/ink440.xml"/><Relationship Id="rId71" Type="http://schemas.openxmlformats.org/officeDocument/2006/relationships/image" Target="../media/image380.png"/><Relationship Id="rId92" Type="http://schemas.openxmlformats.org/officeDocument/2006/relationships/customXml" Target="../ink/ink392.xml"/><Relationship Id="rId213" Type="http://schemas.openxmlformats.org/officeDocument/2006/relationships/image" Target="../media/image451.png"/><Relationship Id="rId234" Type="http://schemas.openxmlformats.org/officeDocument/2006/relationships/customXml" Target="../ink/ink463.xml"/><Relationship Id="rId2" Type="http://schemas.openxmlformats.org/officeDocument/2006/relationships/customXml" Target="../ink/ink347.xml"/><Relationship Id="rId29" Type="http://schemas.openxmlformats.org/officeDocument/2006/relationships/image" Target="../media/image359.png"/><Relationship Id="rId255" Type="http://schemas.openxmlformats.org/officeDocument/2006/relationships/image" Target="../media/image472.png"/><Relationship Id="rId40" Type="http://schemas.openxmlformats.org/officeDocument/2006/relationships/customXml" Target="../ink/ink366.xml"/><Relationship Id="rId115" Type="http://schemas.openxmlformats.org/officeDocument/2006/relationships/image" Target="../media/image402.png"/><Relationship Id="rId136" Type="http://schemas.openxmlformats.org/officeDocument/2006/relationships/customXml" Target="../ink/ink414.xml"/><Relationship Id="rId157" Type="http://schemas.openxmlformats.org/officeDocument/2006/relationships/image" Target="../media/image423.png"/><Relationship Id="rId178" Type="http://schemas.openxmlformats.org/officeDocument/2006/relationships/customXml" Target="../ink/ink435.xml"/><Relationship Id="rId61" Type="http://schemas.openxmlformats.org/officeDocument/2006/relationships/image" Target="../media/image375.png"/><Relationship Id="rId82" Type="http://schemas.openxmlformats.org/officeDocument/2006/relationships/customXml" Target="../ink/ink387.xml"/><Relationship Id="rId199" Type="http://schemas.openxmlformats.org/officeDocument/2006/relationships/image" Target="../media/image444.png"/><Relationship Id="rId203" Type="http://schemas.openxmlformats.org/officeDocument/2006/relationships/image" Target="../media/image446.png"/><Relationship Id="rId19" Type="http://schemas.openxmlformats.org/officeDocument/2006/relationships/image" Target="../media/image354.png"/><Relationship Id="rId224" Type="http://schemas.openxmlformats.org/officeDocument/2006/relationships/customXml" Target="../ink/ink458.xml"/><Relationship Id="rId245" Type="http://schemas.openxmlformats.org/officeDocument/2006/relationships/image" Target="../media/image467.png"/><Relationship Id="rId30" Type="http://schemas.openxmlformats.org/officeDocument/2006/relationships/customXml" Target="../ink/ink361.xml"/><Relationship Id="rId105" Type="http://schemas.openxmlformats.org/officeDocument/2006/relationships/image" Target="../media/image397.png"/><Relationship Id="rId126" Type="http://schemas.openxmlformats.org/officeDocument/2006/relationships/customXml" Target="../ink/ink409.xml"/><Relationship Id="rId147" Type="http://schemas.openxmlformats.org/officeDocument/2006/relationships/image" Target="../media/image418.png"/><Relationship Id="rId168" Type="http://schemas.openxmlformats.org/officeDocument/2006/relationships/customXml" Target="../ink/ink430.xml"/><Relationship Id="rId51" Type="http://schemas.openxmlformats.org/officeDocument/2006/relationships/image" Target="../media/image370.png"/><Relationship Id="rId72" Type="http://schemas.openxmlformats.org/officeDocument/2006/relationships/customXml" Target="../ink/ink382.xml"/><Relationship Id="rId93" Type="http://schemas.openxmlformats.org/officeDocument/2006/relationships/image" Target="../media/image391.png"/><Relationship Id="rId189" Type="http://schemas.openxmlformats.org/officeDocument/2006/relationships/image" Target="../media/image439.png"/><Relationship Id="rId3" Type="http://schemas.openxmlformats.org/officeDocument/2006/relationships/image" Target="../media/image346.png"/><Relationship Id="rId214" Type="http://schemas.openxmlformats.org/officeDocument/2006/relationships/customXml" Target="../ink/ink453.xml"/><Relationship Id="rId235" Type="http://schemas.openxmlformats.org/officeDocument/2006/relationships/image" Target="../media/image462.png"/><Relationship Id="rId256" Type="http://schemas.openxmlformats.org/officeDocument/2006/relationships/customXml" Target="../ink/ink474.xml"/><Relationship Id="rId116" Type="http://schemas.openxmlformats.org/officeDocument/2006/relationships/customXml" Target="../ink/ink404.xml"/><Relationship Id="rId137" Type="http://schemas.openxmlformats.org/officeDocument/2006/relationships/image" Target="../media/image413.png"/><Relationship Id="rId158" Type="http://schemas.openxmlformats.org/officeDocument/2006/relationships/customXml" Target="../ink/ink425.xml"/><Relationship Id="rId20" Type="http://schemas.openxmlformats.org/officeDocument/2006/relationships/customXml" Target="../ink/ink356.xml"/><Relationship Id="rId41" Type="http://schemas.openxmlformats.org/officeDocument/2006/relationships/image" Target="../media/image365.png"/><Relationship Id="rId62" Type="http://schemas.openxmlformats.org/officeDocument/2006/relationships/customXml" Target="../ink/ink377.xml"/><Relationship Id="rId83" Type="http://schemas.openxmlformats.org/officeDocument/2006/relationships/image" Target="../media/image386.png"/><Relationship Id="rId179" Type="http://schemas.openxmlformats.org/officeDocument/2006/relationships/image" Target="../media/image434.png"/><Relationship Id="rId190" Type="http://schemas.openxmlformats.org/officeDocument/2006/relationships/customXml" Target="../ink/ink441.xml"/><Relationship Id="rId204" Type="http://schemas.openxmlformats.org/officeDocument/2006/relationships/customXml" Target="../ink/ink448.xml"/><Relationship Id="rId225" Type="http://schemas.openxmlformats.org/officeDocument/2006/relationships/image" Target="../media/image457.png"/><Relationship Id="rId246" Type="http://schemas.openxmlformats.org/officeDocument/2006/relationships/customXml" Target="../ink/ink469.xml"/><Relationship Id="rId106" Type="http://schemas.openxmlformats.org/officeDocument/2006/relationships/customXml" Target="../ink/ink399.xml"/><Relationship Id="rId127" Type="http://schemas.openxmlformats.org/officeDocument/2006/relationships/image" Target="../media/image408.png"/><Relationship Id="rId10" Type="http://schemas.openxmlformats.org/officeDocument/2006/relationships/customXml" Target="../ink/ink351.xml"/><Relationship Id="rId31" Type="http://schemas.openxmlformats.org/officeDocument/2006/relationships/image" Target="../media/image360.png"/><Relationship Id="rId52" Type="http://schemas.openxmlformats.org/officeDocument/2006/relationships/customXml" Target="../ink/ink372.xml"/><Relationship Id="rId73" Type="http://schemas.openxmlformats.org/officeDocument/2006/relationships/image" Target="../media/image381.png"/><Relationship Id="rId94" Type="http://schemas.openxmlformats.org/officeDocument/2006/relationships/customXml" Target="../ink/ink393.xml"/><Relationship Id="rId148" Type="http://schemas.openxmlformats.org/officeDocument/2006/relationships/customXml" Target="../ink/ink420.xml"/><Relationship Id="rId169" Type="http://schemas.openxmlformats.org/officeDocument/2006/relationships/image" Target="../media/image429.png"/><Relationship Id="rId4" Type="http://schemas.openxmlformats.org/officeDocument/2006/relationships/customXml" Target="../ink/ink348.xml"/><Relationship Id="rId180" Type="http://schemas.openxmlformats.org/officeDocument/2006/relationships/customXml" Target="../ink/ink436.xml"/><Relationship Id="rId215" Type="http://schemas.openxmlformats.org/officeDocument/2006/relationships/image" Target="../media/image452.png"/><Relationship Id="rId236" Type="http://schemas.openxmlformats.org/officeDocument/2006/relationships/customXml" Target="../ink/ink464.xml"/><Relationship Id="rId257" Type="http://schemas.openxmlformats.org/officeDocument/2006/relationships/image" Target="../media/image473.png"/></Relationships>
</file>

<file path=ppt/slides/_rels/slide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30.png"/><Relationship Id="rId299" Type="http://schemas.openxmlformats.org/officeDocument/2006/relationships/image" Target="../media/image621.png"/><Relationship Id="rId21" Type="http://schemas.openxmlformats.org/officeDocument/2006/relationships/image" Target="../media/image483.png"/><Relationship Id="rId63" Type="http://schemas.openxmlformats.org/officeDocument/2006/relationships/image" Target="../media/image504.png"/><Relationship Id="rId159" Type="http://schemas.openxmlformats.org/officeDocument/2006/relationships/image" Target="../media/image551.png"/><Relationship Id="rId324" Type="http://schemas.openxmlformats.org/officeDocument/2006/relationships/customXml" Target="../ink/ink636.xml"/><Relationship Id="rId366" Type="http://schemas.openxmlformats.org/officeDocument/2006/relationships/customXml" Target="../ink/ink657.xml"/><Relationship Id="rId170" Type="http://schemas.openxmlformats.org/officeDocument/2006/relationships/customXml" Target="../ink/ink559.xml"/><Relationship Id="rId226" Type="http://schemas.openxmlformats.org/officeDocument/2006/relationships/customXml" Target="../ink/ink587.xml"/><Relationship Id="rId268" Type="http://schemas.openxmlformats.org/officeDocument/2006/relationships/customXml" Target="../ink/ink608.xml"/><Relationship Id="rId32" Type="http://schemas.openxmlformats.org/officeDocument/2006/relationships/customXml" Target="../ink/ink490.xml"/><Relationship Id="rId74" Type="http://schemas.openxmlformats.org/officeDocument/2006/relationships/customXml" Target="../ink/ink511.xml"/><Relationship Id="rId128" Type="http://schemas.openxmlformats.org/officeDocument/2006/relationships/customXml" Target="../ink/ink538.xml"/><Relationship Id="rId335" Type="http://schemas.openxmlformats.org/officeDocument/2006/relationships/image" Target="../media/image639.png"/><Relationship Id="rId377" Type="http://schemas.openxmlformats.org/officeDocument/2006/relationships/image" Target="../media/image660.png"/><Relationship Id="rId5" Type="http://schemas.openxmlformats.org/officeDocument/2006/relationships/image" Target="../media/image475.png"/><Relationship Id="rId181" Type="http://schemas.openxmlformats.org/officeDocument/2006/relationships/image" Target="../media/image562.png"/><Relationship Id="rId237" Type="http://schemas.openxmlformats.org/officeDocument/2006/relationships/image" Target="../media/image590.png"/><Relationship Id="rId279" Type="http://schemas.openxmlformats.org/officeDocument/2006/relationships/image" Target="../media/image611.png"/><Relationship Id="rId43" Type="http://schemas.openxmlformats.org/officeDocument/2006/relationships/image" Target="../media/image494.png"/><Relationship Id="rId139" Type="http://schemas.openxmlformats.org/officeDocument/2006/relationships/image" Target="../media/image541.png"/><Relationship Id="rId290" Type="http://schemas.openxmlformats.org/officeDocument/2006/relationships/customXml" Target="../ink/ink619.xml"/><Relationship Id="rId304" Type="http://schemas.openxmlformats.org/officeDocument/2006/relationships/customXml" Target="../ink/ink626.xml"/><Relationship Id="rId346" Type="http://schemas.openxmlformats.org/officeDocument/2006/relationships/customXml" Target="../ink/ink647.xml"/><Relationship Id="rId85" Type="http://schemas.openxmlformats.org/officeDocument/2006/relationships/image" Target="../media/image515.png"/><Relationship Id="rId150" Type="http://schemas.openxmlformats.org/officeDocument/2006/relationships/customXml" Target="../ink/ink549.xml"/><Relationship Id="rId192" Type="http://schemas.openxmlformats.org/officeDocument/2006/relationships/customXml" Target="../ink/ink570.xml"/><Relationship Id="rId206" Type="http://schemas.openxmlformats.org/officeDocument/2006/relationships/customXml" Target="../ink/ink577.xml"/><Relationship Id="rId248" Type="http://schemas.openxmlformats.org/officeDocument/2006/relationships/customXml" Target="../ink/ink598.xml"/><Relationship Id="rId12" Type="http://schemas.openxmlformats.org/officeDocument/2006/relationships/customXml" Target="../ink/ink480.xml"/><Relationship Id="rId108" Type="http://schemas.openxmlformats.org/officeDocument/2006/relationships/customXml" Target="../ink/ink528.xml"/><Relationship Id="rId315" Type="http://schemas.openxmlformats.org/officeDocument/2006/relationships/image" Target="../media/image629.png"/><Relationship Id="rId357" Type="http://schemas.openxmlformats.org/officeDocument/2006/relationships/image" Target="../media/image650.png"/><Relationship Id="rId54" Type="http://schemas.openxmlformats.org/officeDocument/2006/relationships/customXml" Target="../ink/ink501.xml"/><Relationship Id="rId96" Type="http://schemas.openxmlformats.org/officeDocument/2006/relationships/customXml" Target="../ink/ink522.xml"/><Relationship Id="rId161" Type="http://schemas.openxmlformats.org/officeDocument/2006/relationships/image" Target="../media/image552.png"/><Relationship Id="rId217" Type="http://schemas.openxmlformats.org/officeDocument/2006/relationships/image" Target="../media/image580.png"/><Relationship Id="rId259" Type="http://schemas.openxmlformats.org/officeDocument/2006/relationships/image" Target="../media/image601.png"/><Relationship Id="rId23" Type="http://schemas.openxmlformats.org/officeDocument/2006/relationships/image" Target="../media/image484.png"/><Relationship Id="rId119" Type="http://schemas.openxmlformats.org/officeDocument/2006/relationships/image" Target="../media/image531.png"/><Relationship Id="rId270" Type="http://schemas.openxmlformats.org/officeDocument/2006/relationships/customXml" Target="../ink/ink609.xml"/><Relationship Id="rId326" Type="http://schemas.openxmlformats.org/officeDocument/2006/relationships/customXml" Target="../ink/ink637.xml"/><Relationship Id="rId65" Type="http://schemas.openxmlformats.org/officeDocument/2006/relationships/image" Target="../media/image505.png"/><Relationship Id="rId130" Type="http://schemas.openxmlformats.org/officeDocument/2006/relationships/customXml" Target="../ink/ink539.xml"/><Relationship Id="rId368" Type="http://schemas.openxmlformats.org/officeDocument/2006/relationships/customXml" Target="../ink/ink658.xml"/><Relationship Id="rId172" Type="http://schemas.openxmlformats.org/officeDocument/2006/relationships/customXml" Target="../ink/ink560.xml"/><Relationship Id="rId228" Type="http://schemas.openxmlformats.org/officeDocument/2006/relationships/customXml" Target="../ink/ink588.xml"/><Relationship Id="rId281" Type="http://schemas.openxmlformats.org/officeDocument/2006/relationships/image" Target="../media/image612.png"/><Relationship Id="rId337" Type="http://schemas.openxmlformats.org/officeDocument/2006/relationships/image" Target="../media/image640.png"/><Relationship Id="rId34" Type="http://schemas.openxmlformats.org/officeDocument/2006/relationships/customXml" Target="../ink/ink491.xml"/><Relationship Id="rId76" Type="http://schemas.openxmlformats.org/officeDocument/2006/relationships/customXml" Target="../ink/ink512.xml"/><Relationship Id="rId141" Type="http://schemas.openxmlformats.org/officeDocument/2006/relationships/image" Target="../media/image542.png"/><Relationship Id="rId379" Type="http://schemas.openxmlformats.org/officeDocument/2006/relationships/image" Target="../media/image661.png"/><Relationship Id="rId7" Type="http://schemas.openxmlformats.org/officeDocument/2006/relationships/image" Target="../media/image476.png"/><Relationship Id="rId183" Type="http://schemas.openxmlformats.org/officeDocument/2006/relationships/image" Target="../media/image563.png"/><Relationship Id="rId239" Type="http://schemas.openxmlformats.org/officeDocument/2006/relationships/image" Target="../media/image591.png"/><Relationship Id="rId250" Type="http://schemas.openxmlformats.org/officeDocument/2006/relationships/customXml" Target="../ink/ink599.xml"/><Relationship Id="rId292" Type="http://schemas.openxmlformats.org/officeDocument/2006/relationships/customXml" Target="../ink/ink620.xml"/><Relationship Id="rId306" Type="http://schemas.openxmlformats.org/officeDocument/2006/relationships/customXml" Target="../ink/ink627.xml"/><Relationship Id="rId45" Type="http://schemas.openxmlformats.org/officeDocument/2006/relationships/image" Target="../media/image495.png"/><Relationship Id="rId87" Type="http://schemas.openxmlformats.org/officeDocument/2006/relationships/image" Target="../media/image516.png"/><Relationship Id="rId110" Type="http://schemas.openxmlformats.org/officeDocument/2006/relationships/customXml" Target="../ink/ink529.xml"/><Relationship Id="rId348" Type="http://schemas.openxmlformats.org/officeDocument/2006/relationships/customXml" Target="../ink/ink648.xml"/><Relationship Id="rId152" Type="http://schemas.openxmlformats.org/officeDocument/2006/relationships/customXml" Target="../ink/ink550.xml"/><Relationship Id="rId194" Type="http://schemas.openxmlformats.org/officeDocument/2006/relationships/customXml" Target="../ink/ink571.xml"/><Relationship Id="rId208" Type="http://schemas.openxmlformats.org/officeDocument/2006/relationships/customXml" Target="../ink/ink578.xml"/><Relationship Id="rId261" Type="http://schemas.openxmlformats.org/officeDocument/2006/relationships/image" Target="../media/image602.png"/><Relationship Id="rId14" Type="http://schemas.openxmlformats.org/officeDocument/2006/relationships/customXml" Target="../ink/ink481.xml"/><Relationship Id="rId56" Type="http://schemas.openxmlformats.org/officeDocument/2006/relationships/customXml" Target="../ink/ink502.xml"/><Relationship Id="rId317" Type="http://schemas.openxmlformats.org/officeDocument/2006/relationships/image" Target="../media/image630.png"/><Relationship Id="rId359" Type="http://schemas.openxmlformats.org/officeDocument/2006/relationships/image" Target="../media/image651.png"/><Relationship Id="rId98" Type="http://schemas.openxmlformats.org/officeDocument/2006/relationships/customXml" Target="../ink/ink523.xml"/><Relationship Id="rId121" Type="http://schemas.openxmlformats.org/officeDocument/2006/relationships/image" Target="../media/image532.png"/><Relationship Id="rId163" Type="http://schemas.openxmlformats.org/officeDocument/2006/relationships/image" Target="../media/image553.png"/><Relationship Id="rId219" Type="http://schemas.openxmlformats.org/officeDocument/2006/relationships/image" Target="../media/image581.png"/><Relationship Id="rId370" Type="http://schemas.openxmlformats.org/officeDocument/2006/relationships/customXml" Target="../ink/ink659.xml"/><Relationship Id="rId230" Type="http://schemas.openxmlformats.org/officeDocument/2006/relationships/customXml" Target="../ink/ink589.xml"/><Relationship Id="rId25" Type="http://schemas.openxmlformats.org/officeDocument/2006/relationships/image" Target="../media/image485.png"/><Relationship Id="rId67" Type="http://schemas.openxmlformats.org/officeDocument/2006/relationships/image" Target="../media/image506.png"/><Relationship Id="rId272" Type="http://schemas.openxmlformats.org/officeDocument/2006/relationships/customXml" Target="../ink/ink610.xml"/><Relationship Id="rId328" Type="http://schemas.openxmlformats.org/officeDocument/2006/relationships/customXml" Target="../ink/ink638.xml"/><Relationship Id="rId132" Type="http://schemas.openxmlformats.org/officeDocument/2006/relationships/customXml" Target="../ink/ink540.xml"/><Relationship Id="rId174" Type="http://schemas.openxmlformats.org/officeDocument/2006/relationships/customXml" Target="../ink/ink561.xml"/><Relationship Id="rId381" Type="http://schemas.openxmlformats.org/officeDocument/2006/relationships/image" Target="../media/image662.png"/><Relationship Id="rId241" Type="http://schemas.openxmlformats.org/officeDocument/2006/relationships/image" Target="../media/image592.png"/><Relationship Id="rId36" Type="http://schemas.openxmlformats.org/officeDocument/2006/relationships/customXml" Target="../ink/ink492.xml"/><Relationship Id="rId283" Type="http://schemas.openxmlformats.org/officeDocument/2006/relationships/image" Target="../media/image613.png"/><Relationship Id="rId339" Type="http://schemas.openxmlformats.org/officeDocument/2006/relationships/image" Target="../media/image641.png"/><Relationship Id="rId78" Type="http://schemas.openxmlformats.org/officeDocument/2006/relationships/customXml" Target="../ink/ink513.xml"/><Relationship Id="rId101" Type="http://schemas.openxmlformats.org/officeDocument/2006/relationships/image" Target="../media/image523.png"/><Relationship Id="rId143" Type="http://schemas.openxmlformats.org/officeDocument/2006/relationships/image" Target="../media/image543.png"/><Relationship Id="rId185" Type="http://schemas.openxmlformats.org/officeDocument/2006/relationships/image" Target="../media/image564.png"/><Relationship Id="rId350" Type="http://schemas.openxmlformats.org/officeDocument/2006/relationships/customXml" Target="../ink/ink649.xml"/><Relationship Id="rId9" Type="http://schemas.openxmlformats.org/officeDocument/2006/relationships/image" Target="../media/image477.png"/><Relationship Id="rId210" Type="http://schemas.openxmlformats.org/officeDocument/2006/relationships/customXml" Target="../ink/ink579.xml"/><Relationship Id="rId26" Type="http://schemas.openxmlformats.org/officeDocument/2006/relationships/customXml" Target="../ink/ink487.xml"/><Relationship Id="rId231" Type="http://schemas.openxmlformats.org/officeDocument/2006/relationships/image" Target="../media/image587.png"/><Relationship Id="rId252" Type="http://schemas.openxmlformats.org/officeDocument/2006/relationships/customXml" Target="../ink/ink600.xml"/><Relationship Id="rId273" Type="http://schemas.openxmlformats.org/officeDocument/2006/relationships/image" Target="../media/image608.png"/><Relationship Id="rId294" Type="http://schemas.openxmlformats.org/officeDocument/2006/relationships/customXml" Target="../ink/ink621.xml"/><Relationship Id="rId308" Type="http://schemas.openxmlformats.org/officeDocument/2006/relationships/customXml" Target="../ink/ink628.xml"/><Relationship Id="rId329" Type="http://schemas.openxmlformats.org/officeDocument/2006/relationships/image" Target="../media/image636.png"/><Relationship Id="rId47" Type="http://schemas.openxmlformats.org/officeDocument/2006/relationships/image" Target="../media/image496.png"/><Relationship Id="rId68" Type="http://schemas.openxmlformats.org/officeDocument/2006/relationships/customXml" Target="../ink/ink508.xml"/><Relationship Id="rId89" Type="http://schemas.openxmlformats.org/officeDocument/2006/relationships/image" Target="../media/image517.png"/><Relationship Id="rId112" Type="http://schemas.openxmlformats.org/officeDocument/2006/relationships/customXml" Target="../ink/ink530.xml"/><Relationship Id="rId133" Type="http://schemas.openxmlformats.org/officeDocument/2006/relationships/image" Target="../media/image538.png"/><Relationship Id="rId154" Type="http://schemas.openxmlformats.org/officeDocument/2006/relationships/customXml" Target="../ink/ink551.xml"/><Relationship Id="rId175" Type="http://schemas.openxmlformats.org/officeDocument/2006/relationships/image" Target="../media/image559.png"/><Relationship Id="rId340" Type="http://schemas.openxmlformats.org/officeDocument/2006/relationships/customXml" Target="../ink/ink644.xml"/><Relationship Id="rId361" Type="http://schemas.openxmlformats.org/officeDocument/2006/relationships/image" Target="../media/image652.png"/><Relationship Id="rId196" Type="http://schemas.openxmlformats.org/officeDocument/2006/relationships/customXml" Target="../ink/ink572.xml"/><Relationship Id="rId200" Type="http://schemas.openxmlformats.org/officeDocument/2006/relationships/customXml" Target="../ink/ink574.xml"/><Relationship Id="rId382" Type="http://schemas.openxmlformats.org/officeDocument/2006/relationships/customXml" Target="../ink/ink665.xml"/><Relationship Id="rId16" Type="http://schemas.openxmlformats.org/officeDocument/2006/relationships/customXml" Target="../ink/ink482.xml"/><Relationship Id="rId221" Type="http://schemas.openxmlformats.org/officeDocument/2006/relationships/image" Target="../media/image582.png"/><Relationship Id="rId242" Type="http://schemas.openxmlformats.org/officeDocument/2006/relationships/customXml" Target="../ink/ink595.xml"/><Relationship Id="rId263" Type="http://schemas.openxmlformats.org/officeDocument/2006/relationships/image" Target="../media/image603.png"/><Relationship Id="rId284" Type="http://schemas.openxmlformats.org/officeDocument/2006/relationships/customXml" Target="../ink/ink616.xml"/><Relationship Id="rId319" Type="http://schemas.openxmlformats.org/officeDocument/2006/relationships/image" Target="../media/image631.png"/><Relationship Id="rId37" Type="http://schemas.openxmlformats.org/officeDocument/2006/relationships/image" Target="../media/image491.png"/><Relationship Id="rId58" Type="http://schemas.openxmlformats.org/officeDocument/2006/relationships/customXml" Target="../ink/ink503.xml"/><Relationship Id="rId79" Type="http://schemas.openxmlformats.org/officeDocument/2006/relationships/image" Target="../media/image512.png"/><Relationship Id="rId102" Type="http://schemas.openxmlformats.org/officeDocument/2006/relationships/customXml" Target="../ink/ink525.xml"/><Relationship Id="rId123" Type="http://schemas.openxmlformats.org/officeDocument/2006/relationships/image" Target="../media/image533.png"/><Relationship Id="rId144" Type="http://schemas.openxmlformats.org/officeDocument/2006/relationships/customXml" Target="../ink/ink546.xml"/><Relationship Id="rId330" Type="http://schemas.openxmlformats.org/officeDocument/2006/relationships/customXml" Target="../ink/ink639.xml"/><Relationship Id="rId90" Type="http://schemas.openxmlformats.org/officeDocument/2006/relationships/customXml" Target="../ink/ink519.xml"/><Relationship Id="rId165" Type="http://schemas.openxmlformats.org/officeDocument/2006/relationships/image" Target="../media/image554.png"/><Relationship Id="rId186" Type="http://schemas.openxmlformats.org/officeDocument/2006/relationships/customXml" Target="../ink/ink567.xml"/><Relationship Id="rId351" Type="http://schemas.openxmlformats.org/officeDocument/2006/relationships/image" Target="../media/image647.png"/><Relationship Id="rId372" Type="http://schemas.openxmlformats.org/officeDocument/2006/relationships/customXml" Target="../ink/ink660.xml"/><Relationship Id="rId211" Type="http://schemas.openxmlformats.org/officeDocument/2006/relationships/image" Target="../media/image577.png"/><Relationship Id="rId232" Type="http://schemas.openxmlformats.org/officeDocument/2006/relationships/customXml" Target="../ink/ink590.xml"/><Relationship Id="rId253" Type="http://schemas.openxmlformats.org/officeDocument/2006/relationships/image" Target="../media/image598.png"/><Relationship Id="rId274" Type="http://schemas.openxmlformats.org/officeDocument/2006/relationships/customXml" Target="../ink/ink611.xml"/><Relationship Id="rId295" Type="http://schemas.openxmlformats.org/officeDocument/2006/relationships/image" Target="../media/image619.png"/><Relationship Id="rId309" Type="http://schemas.openxmlformats.org/officeDocument/2006/relationships/image" Target="../media/image626.png"/><Relationship Id="rId27" Type="http://schemas.openxmlformats.org/officeDocument/2006/relationships/image" Target="../media/image486.png"/><Relationship Id="rId48" Type="http://schemas.openxmlformats.org/officeDocument/2006/relationships/customXml" Target="../ink/ink498.xml"/><Relationship Id="rId69" Type="http://schemas.openxmlformats.org/officeDocument/2006/relationships/image" Target="../media/image507.png"/><Relationship Id="rId113" Type="http://schemas.openxmlformats.org/officeDocument/2006/relationships/image" Target="../media/image528.png"/><Relationship Id="rId134" Type="http://schemas.openxmlformats.org/officeDocument/2006/relationships/customXml" Target="../ink/ink541.xml"/><Relationship Id="rId320" Type="http://schemas.openxmlformats.org/officeDocument/2006/relationships/customXml" Target="../ink/ink634.xml"/><Relationship Id="rId80" Type="http://schemas.openxmlformats.org/officeDocument/2006/relationships/customXml" Target="../ink/ink514.xml"/><Relationship Id="rId155" Type="http://schemas.openxmlformats.org/officeDocument/2006/relationships/image" Target="../media/image549.png"/><Relationship Id="rId176" Type="http://schemas.openxmlformats.org/officeDocument/2006/relationships/customXml" Target="../ink/ink562.xml"/><Relationship Id="rId197" Type="http://schemas.openxmlformats.org/officeDocument/2006/relationships/image" Target="../media/image570.png"/><Relationship Id="rId341" Type="http://schemas.openxmlformats.org/officeDocument/2006/relationships/image" Target="../media/image642.png"/><Relationship Id="rId362" Type="http://schemas.openxmlformats.org/officeDocument/2006/relationships/customXml" Target="../ink/ink655.xml"/><Relationship Id="rId383" Type="http://schemas.openxmlformats.org/officeDocument/2006/relationships/image" Target="../media/image663.png"/><Relationship Id="rId201" Type="http://schemas.openxmlformats.org/officeDocument/2006/relationships/image" Target="../media/image572.png"/><Relationship Id="rId222" Type="http://schemas.openxmlformats.org/officeDocument/2006/relationships/customXml" Target="../ink/ink585.xml"/><Relationship Id="rId243" Type="http://schemas.openxmlformats.org/officeDocument/2006/relationships/image" Target="../media/image593.png"/><Relationship Id="rId264" Type="http://schemas.openxmlformats.org/officeDocument/2006/relationships/customXml" Target="../ink/ink606.xml"/><Relationship Id="rId285" Type="http://schemas.openxmlformats.org/officeDocument/2006/relationships/image" Target="../media/image614.png"/><Relationship Id="rId17" Type="http://schemas.openxmlformats.org/officeDocument/2006/relationships/image" Target="../media/image481.png"/><Relationship Id="rId38" Type="http://schemas.openxmlformats.org/officeDocument/2006/relationships/customXml" Target="../ink/ink493.xml"/><Relationship Id="rId59" Type="http://schemas.openxmlformats.org/officeDocument/2006/relationships/image" Target="../media/image502.png"/><Relationship Id="rId103" Type="http://schemas.openxmlformats.org/officeDocument/2006/relationships/image" Target="../media/image524.png"/><Relationship Id="rId124" Type="http://schemas.openxmlformats.org/officeDocument/2006/relationships/customXml" Target="../ink/ink536.xml"/><Relationship Id="rId310" Type="http://schemas.openxmlformats.org/officeDocument/2006/relationships/customXml" Target="../ink/ink629.xml"/><Relationship Id="rId70" Type="http://schemas.openxmlformats.org/officeDocument/2006/relationships/customXml" Target="../ink/ink509.xml"/><Relationship Id="rId91" Type="http://schemas.openxmlformats.org/officeDocument/2006/relationships/image" Target="../media/image518.png"/><Relationship Id="rId145" Type="http://schemas.openxmlformats.org/officeDocument/2006/relationships/image" Target="../media/image544.png"/><Relationship Id="rId166" Type="http://schemas.openxmlformats.org/officeDocument/2006/relationships/customXml" Target="../ink/ink557.xml"/><Relationship Id="rId187" Type="http://schemas.openxmlformats.org/officeDocument/2006/relationships/image" Target="../media/image565.png"/><Relationship Id="rId331" Type="http://schemas.openxmlformats.org/officeDocument/2006/relationships/image" Target="../media/image637.png"/><Relationship Id="rId352" Type="http://schemas.openxmlformats.org/officeDocument/2006/relationships/customXml" Target="../ink/ink650.xml"/><Relationship Id="rId373" Type="http://schemas.openxmlformats.org/officeDocument/2006/relationships/image" Target="../media/image658.png"/><Relationship Id="rId1" Type="http://schemas.openxmlformats.org/officeDocument/2006/relationships/slideLayout" Target="../slideLayouts/slideLayout11.xml"/><Relationship Id="rId212" Type="http://schemas.openxmlformats.org/officeDocument/2006/relationships/customXml" Target="../ink/ink580.xml"/><Relationship Id="rId233" Type="http://schemas.openxmlformats.org/officeDocument/2006/relationships/image" Target="../media/image588.png"/><Relationship Id="rId254" Type="http://schemas.openxmlformats.org/officeDocument/2006/relationships/customXml" Target="../ink/ink601.xml"/><Relationship Id="rId28" Type="http://schemas.openxmlformats.org/officeDocument/2006/relationships/customXml" Target="../ink/ink488.xml"/><Relationship Id="rId49" Type="http://schemas.openxmlformats.org/officeDocument/2006/relationships/image" Target="../media/image497.png"/><Relationship Id="rId114" Type="http://schemas.openxmlformats.org/officeDocument/2006/relationships/customXml" Target="../ink/ink531.xml"/><Relationship Id="rId275" Type="http://schemas.openxmlformats.org/officeDocument/2006/relationships/image" Target="../media/image609.png"/><Relationship Id="rId296" Type="http://schemas.openxmlformats.org/officeDocument/2006/relationships/customXml" Target="../ink/ink622.xml"/><Relationship Id="rId300" Type="http://schemas.openxmlformats.org/officeDocument/2006/relationships/customXml" Target="../ink/ink624.xml"/><Relationship Id="rId60" Type="http://schemas.openxmlformats.org/officeDocument/2006/relationships/customXml" Target="../ink/ink504.xml"/><Relationship Id="rId81" Type="http://schemas.openxmlformats.org/officeDocument/2006/relationships/image" Target="../media/image513.png"/><Relationship Id="rId135" Type="http://schemas.openxmlformats.org/officeDocument/2006/relationships/image" Target="../media/image539.png"/><Relationship Id="rId156" Type="http://schemas.openxmlformats.org/officeDocument/2006/relationships/customXml" Target="../ink/ink552.xml"/><Relationship Id="rId177" Type="http://schemas.openxmlformats.org/officeDocument/2006/relationships/image" Target="../media/image560.png"/><Relationship Id="rId198" Type="http://schemas.openxmlformats.org/officeDocument/2006/relationships/customXml" Target="../ink/ink573.xml"/><Relationship Id="rId321" Type="http://schemas.openxmlformats.org/officeDocument/2006/relationships/image" Target="../media/image632.png"/><Relationship Id="rId342" Type="http://schemas.openxmlformats.org/officeDocument/2006/relationships/customXml" Target="../ink/ink645.xml"/><Relationship Id="rId363" Type="http://schemas.openxmlformats.org/officeDocument/2006/relationships/image" Target="../media/image653.png"/><Relationship Id="rId202" Type="http://schemas.openxmlformats.org/officeDocument/2006/relationships/customXml" Target="../ink/ink575.xml"/><Relationship Id="rId223" Type="http://schemas.openxmlformats.org/officeDocument/2006/relationships/image" Target="../media/image583.png"/><Relationship Id="rId244" Type="http://schemas.openxmlformats.org/officeDocument/2006/relationships/customXml" Target="../ink/ink596.xml"/><Relationship Id="rId18" Type="http://schemas.openxmlformats.org/officeDocument/2006/relationships/customXml" Target="../ink/ink483.xml"/><Relationship Id="rId39" Type="http://schemas.openxmlformats.org/officeDocument/2006/relationships/image" Target="../media/image492.png"/><Relationship Id="rId265" Type="http://schemas.openxmlformats.org/officeDocument/2006/relationships/image" Target="../media/image604.png"/><Relationship Id="rId286" Type="http://schemas.openxmlformats.org/officeDocument/2006/relationships/customXml" Target="../ink/ink617.xml"/><Relationship Id="rId50" Type="http://schemas.openxmlformats.org/officeDocument/2006/relationships/customXml" Target="../ink/ink499.xml"/><Relationship Id="rId104" Type="http://schemas.openxmlformats.org/officeDocument/2006/relationships/customXml" Target="../ink/ink526.xml"/><Relationship Id="rId125" Type="http://schemas.openxmlformats.org/officeDocument/2006/relationships/image" Target="../media/image534.png"/><Relationship Id="rId146" Type="http://schemas.openxmlformats.org/officeDocument/2006/relationships/customXml" Target="../ink/ink547.xml"/><Relationship Id="rId167" Type="http://schemas.openxmlformats.org/officeDocument/2006/relationships/image" Target="../media/image555.png"/><Relationship Id="rId188" Type="http://schemas.openxmlformats.org/officeDocument/2006/relationships/customXml" Target="../ink/ink568.xml"/><Relationship Id="rId311" Type="http://schemas.openxmlformats.org/officeDocument/2006/relationships/image" Target="../media/image627.png"/><Relationship Id="rId332" Type="http://schemas.openxmlformats.org/officeDocument/2006/relationships/customXml" Target="../ink/ink640.xml"/><Relationship Id="rId353" Type="http://schemas.openxmlformats.org/officeDocument/2006/relationships/image" Target="../media/image648.png"/><Relationship Id="rId374" Type="http://schemas.openxmlformats.org/officeDocument/2006/relationships/customXml" Target="../ink/ink661.xml"/><Relationship Id="rId71" Type="http://schemas.openxmlformats.org/officeDocument/2006/relationships/image" Target="../media/image508.png"/><Relationship Id="rId92" Type="http://schemas.openxmlformats.org/officeDocument/2006/relationships/customXml" Target="../ink/ink520.xml"/><Relationship Id="rId213" Type="http://schemas.openxmlformats.org/officeDocument/2006/relationships/image" Target="../media/image578.png"/><Relationship Id="rId234" Type="http://schemas.openxmlformats.org/officeDocument/2006/relationships/customXml" Target="../ink/ink591.xml"/><Relationship Id="rId2" Type="http://schemas.openxmlformats.org/officeDocument/2006/relationships/customXml" Target="../ink/ink475.xml"/><Relationship Id="rId29" Type="http://schemas.openxmlformats.org/officeDocument/2006/relationships/image" Target="../media/image487.png"/><Relationship Id="rId255" Type="http://schemas.openxmlformats.org/officeDocument/2006/relationships/image" Target="../media/image599.png"/><Relationship Id="rId276" Type="http://schemas.openxmlformats.org/officeDocument/2006/relationships/customXml" Target="../ink/ink612.xml"/><Relationship Id="rId297" Type="http://schemas.openxmlformats.org/officeDocument/2006/relationships/image" Target="../media/image620.png"/><Relationship Id="rId40" Type="http://schemas.openxmlformats.org/officeDocument/2006/relationships/customXml" Target="../ink/ink494.xml"/><Relationship Id="rId115" Type="http://schemas.openxmlformats.org/officeDocument/2006/relationships/image" Target="../media/image529.png"/><Relationship Id="rId136" Type="http://schemas.openxmlformats.org/officeDocument/2006/relationships/customXml" Target="../ink/ink542.xml"/><Relationship Id="rId157" Type="http://schemas.openxmlformats.org/officeDocument/2006/relationships/image" Target="../media/image550.png"/><Relationship Id="rId178" Type="http://schemas.openxmlformats.org/officeDocument/2006/relationships/customXml" Target="../ink/ink563.xml"/><Relationship Id="rId301" Type="http://schemas.openxmlformats.org/officeDocument/2006/relationships/image" Target="../media/image622.png"/><Relationship Id="rId322" Type="http://schemas.openxmlformats.org/officeDocument/2006/relationships/customXml" Target="../ink/ink635.xml"/><Relationship Id="rId343" Type="http://schemas.openxmlformats.org/officeDocument/2006/relationships/image" Target="../media/image643.png"/><Relationship Id="rId364" Type="http://schemas.openxmlformats.org/officeDocument/2006/relationships/customXml" Target="../ink/ink656.xml"/><Relationship Id="rId61" Type="http://schemas.openxmlformats.org/officeDocument/2006/relationships/image" Target="../media/image503.png"/><Relationship Id="rId82" Type="http://schemas.openxmlformats.org/officeDocument/2006/relationships/customXml" Target="../ink/ink515.xml"/><Relationship Id="rId199" Type="http://schemas.openxmlformats.org/officeDocument/2006/relationships/image" Target="../media/image571.png"/><Relationship Id="rId203" Type="http://schemas.openxmlformats.org/officeDocument/2006/relationships/image" Target="../media/image573.png"/><Relationship Id="rId19" Type="http://schemas.openxmlformats.org/officeDocument/2006/relationships/image" Target="../media/image482.png"/><Relationship Id="rId224" Type="http://schemas.openxmlformats.org/officeDocument/2006/relationships/customXml" Target="../ink/ink586.xml"/><Relationship Id="rId245" Type="http://schemas.openxmlformats.org/officeDocument/2006/relationships/image" Target="../media/image594.png"/><Relationship Id="rId266" Type="http://schemas.openxmlformats.org/officeDocument/2006/relationships/customXml" Target="../ink/ink607.xml"/><Relationship Id="rId287" Type="http://schemas.openxmlformats.org/officeDocument/2006/relationships/image" Target="../media/image615.png"/><Relationship Id="rId30" Type="http://schemas.openxmlformats.org/officeDocument/2006/relationships/customXml" Target="../ink/ink489.xml"/><Relationship Id="rId105" Type="http://schemas.openxmlformats.org/officeDocument/2006/relationships/image" Target="../media/image470.png"/><Relationship Id="rId126" Type="http://schemas.openxmlformats.org/officeDocument/2006/relationships/customXml" Target="../ink/ink537.xml"/><Relationship Id="rId147" Type="http://schemas.openxmlformats.org/officeDocument/2006/relationships/image" Target="../media/image545.png"/><Relationship Id="rId168" Type="http://schemas.openxmlformats.org/officeDocument/2006/relationships/customXml" Target="../ink/ink558.xml"/><Relationship Id="rId312" Type="http://schemas.openxmlformats.org/officeDocument/2006/relationships/customXml" Target="../ink/ink630.xml"/><Relationship Id="rId333" Type="http://schemas.openxmlformats.org/officeDocument/2006/relationships/image" Target="../media/image638.png"/><Relationship Id="rId354" Type="http://schemas.openxmlformats.org/officeDocument/2006/relationships/customXml" Target="../ink/ink651.xml"/><Relationship Id="rId51" Type="http://schemas.openxmlformats.org/officeDocument/2006/relationships/image" Target="../media/image498.png"/><Relationship Id="rId72" Type="http://schemas.openxmlformats.org/officeDocument/2006/relationships/customXml" Target="../ink/ink510.xml"/><Relationship Id="rId93" Type="http://schemas.openxmlformats.org/officeDocument/2006/relationships/image" Target="../media/image519.png"/><Relationship Id="rId189" Type="http://schemas.openxmlformats.org/officeDocument/2006/relationships/image" Target="../media/image566.png"/><Relationship Id="rId375" Type="http://schemas.openxmlformats.org/officeDocument/2006/relationships/image" Target="../media/image659.png"/><Relationship Id="rId3" Type="http://schemas.openxmlformats.org/officeDocument/2006/relationships/image" Target="../media/image474.png"/><Relationship Id="rId214" Type="http://schemas.openxmlformats.org/officeDocument/2006/relationships/customXml" Target="../ink/ink581.xml"/><Relationship Id="rId235" Type="http://schemas.openxmlformats.org/officeDocument/2006/relationships/image" Target="../media/image589.png"/><Relationship Id="rId256" Type="http://schemas.openxmlformats.org/officeDocument/2006/relationships/customXml" Target="../ink/ink602.xml"/><Relationship Id="rId277" Type="http://schemas.openxmlformats.org/officeDocument/2006/relationships/image" Target="../media/image610.png"/><Relationship Id="rId298" Type="http://schemas.openxmlformats.org/officeDocument/2006/relationships/customXml" Target="../ink/ink623.xml"/><Relationship Id="rId116" Type="http://schemas.openxmlformats.org/officeDocument/2006/relationships/customXml" Target="../ink/ink532.xml"/><Relationship Id="rId137" Type="http://schemas.openxmlformats.org/officeDocument/2006/relationships/image" Target="../media/image540.png"/><Relationship Id="rId158" Type="http://schemas.openxmlformats.org/officeDocument/2006/relationships/customXml" Target="../ink/ink553.xml"/><Relationship Id="rId302" Type="http://schemas.openxmlformats.org/officeDocument/2006/relationships/customXml" Target="../ink/ink625.xml"/><Relationship Id="rId323" Type="http://schemas.openxmlformats.org/officeDocument/2006/relationships/image" Target="../media/image633.png"/><Relationship Id="rId344" Type="http://schemas.openxmlformats.org/officeDocument/2006/relationships/customXml" Target="../ink/ink646.xml"/><Relationship Id="rId20" Type="http://schemas.openxmlformats.org/officeDocument/2006/relationships/customXml" Target="../ink/ink484.xml"/><Relationship Id="rId41" Type="http://schemas.openxmlformats.org/officeDocument/2006/relationships/image" Target="../media/image493.png"/><Relationship Id="rId62" Type="http://schemas.openxmlformats.org/officeDocument/2006/relationships/customXml" Target="../ink/ink505.xml"/><Relationship Id="rId83" Type="http://schemas.openxmlformats.org/officeDocument/2006/relationships/image" Target="../media/image514.png"/><Relationship Id="rId179" Type="http://schemas.openxmlformats.org/officeDocument/2006/relationships/image" Target="../media/image561.png"/><Relationship Id="rId365" Type="http://schemas.openxmlformats.org/officeDocument/2006/relationships/image" Target="../media/image654.png"/><Relationship Id="rId190" Type="http://schemas.openxmlformats.org/officeDocument/2006/relationships/customXml" Target="../ink/ink569.xml"/><Relationship Id="rId204" Type="http://schemas.openxmlformats.org/officeDocument/2006/relationships/customXml" Target="../ink/ink576.xml"/><Relationship Id="rId225" Type="http://schemas.openxmlformats.org/officeDocument/2006/relationships/image" Target="../media/image584.png"/><Relationship Id="rId246" Type="http://schemas.openxmlformats.org/officeDocument/2006/relationships/customXml" Target="../ink/ink597.xml"/><Relationship Id="rId267" Type="http://schemas.openxmlformats.org/officeDocument/2006/relationships/image" Target="../media/image605.png"/><Relationship Id="rId288" Type="http://schemas.openxmlformats.org/officeDocument/2006/relationships/customXml" Target="../ink/ink618.xml"/><Relationship Id="rId106" Type="http://schemas.openxmlformats.org/officeDocument/2006/relationships/customXml" Target="../ink/ink527.xml"/><Relationship Id="rId127" Type="http://schemas.openxmlformats.org/officeDocument/2006/relationships/image" Target="../media/image535.png"/><Relationship Id="rId313" Type="http://schemas.openxmlformats.org/officeDocument/2006/relationships/image" Target="../media/image628.png"/><Relationship Id="rId10" Type="http://schemas.openxmlformats.org/officeDocument/2006/relationships/customXml" Target="../ink/ink479.xml"/><Relationship Id="rId31" Type="http://schemas.openxmlformats.org/officeDocument/2006/relationships/image" Target="../media/image488.png"/><Relationship Id="rId52" Type="http://schemas.openxmlformats.org/officeDocument/2006/relationships/customXml" Target="../ink/ink500.xml"/><Relationship Id="rId73" Type="http://schemas.openxmlformats.org/officeDocument/2006/relationships/image" Target="../media/image509.png"/><Relationship Id="rId94" Type="http://schemas.openxmlformats.org/officeDocument/2006/relationships/customXml" Target="../ink/ink521.xml"/><Relationship Id="rId148" Type="http://schemas.openxmlformats.org/officeDocument/2006/relationships/customXml" Target="../ink/ink548.xml"/><Relationship Id="rId169" Type="http://schemas.openxmlformats.org/officeDocument/2006/relationships/image" Target="../media/image556.png"/><Relationship Id="rId334" Type="http://schemas.openxmlformats.org/officeDocument/2006/relationships/customXml" Target="../ink/ink641.xml"/><Relationship Id="rId355" Type="http://schemas.openxmlformats.org/officeDocument/2006/relationships/image" Target="../media/image649.png"/><Relationship Id="rId376" Type="http://schemas.openxmlformats.org/officeDocument/2006/relationships/customXml" Target="../ink/ink662.xml"/><Relationship Id="rId4" Type="http://schemas.openxmlformats.org/officeDocument/2006/relationships/customXml" Target="../ink/ink476.xml"/><Relationship Id="rId180" Type="http://schemas.openxmlformats.org/officeDocument/2006/relationships/customXml" Target="../ink/ink564.xml"/><Relationship Id="rId215" Type="http://schemas.openxmlformats.org/officeDocument/2006/relationships/image" Target="../media/image579.png"/><Relationship Id="rId236" Type="http://schemas.openxmlformats.org/officeDocument/2006/relationships/customXml" Target="../ink/ink592.xml"/><Relationship Id="rId257" Type="http://schemas.openxmlformats.org/officeDocument/2006/relationships/image" Target="../media/image600.png"/><Relationship Id="rId278" Type="http://schemas.openxmlformats.org/officeDocument/2006/relationships/customXml" Target="../ink/ink613.xml"/><Relationship Id="rId303" Type="http://schemas.openxmlformats.org/officeDocument/2006/relationships/image" Target="../media/image623.png"/><Relationship Id="rId42" Type="http://schemas.openxmlformats.org/officeDocument/2006/relationships/customXml" Target="../ink/ink495.xml"/><Relationship Id="rId84" Type="http://schemas.openxmlformats.org/officeDocument/2006/relationships/customXml" Target="../ink/ink516.xml"/><Relationship Id="rId138" Type="http://schemas.openxmlformats.org/officeDocument/2006/relationships/customXml" Target="../ink/ink543.xml"/><Relationship Id="rId345" Type="http://schemas.openxmlformats.org/officeDocument/2006/relationships/image" Target="../media/image644.png"/><Relationship Id="rId191" Type="http://schemas.openxmlformats.org/officeDocument/2006/relationships/image" Target="../media/image567.png"/><Relationship Id="rId205" Type="http://schemas.openxmlformats.org/officeDocument/2006/relationships/image" Target="../media/image574.png"/><Relationship Id="rId247" Type="http://schemas.openxmlformats.org/officeDocument/2006/relationships/image" Target="../media/image595.png"/><Relationship Id="rId107" Type="http://schemas.openxmlformats.org/officeDocument/2006/relationships/image" Target="../media/image525.png"/><Relationship Id="rId289" Type="http://schemas.openxmlformats.org/officeDocument/2006/relationships/image" Target="../media/image616.png"/><Relationship Id="rId11" Type="http://schemas.openxmlformats.org/officeDocument/2006/relationships/image" Target="../media/image478.png"/><Relationship Id="rId53" Type="http://schemas.openxmlformats.org/officeDocument/2006/relationships/image" Target="../media/image499.png"/><Relationship Id="rId149" Type="http://schemas.openxmlformats.org/officeDocument/2006/relationships/image" Target="../media/image546.png"/><Relationship Id="rId314" Type="http://schemas.openxmlformats.org/officeDocument/2006/relationships/customXml" Target="../ink/ink631.xml"/><Relationship Id="rId356" Type="http://schemas.openxmlformats.org/officeDocument/2006/relationships/customXml" Target="../ink/ink652.xml"/><Relationship Id="rId95" Type="http://schemas.openxmlformats.org/officeDocument/2006/relationships/image" Target="../media/image520.png"/><Relationship Id="rId160" Type="http://schemas.openxmlformats.org/officeDocument/2006/relationships/customXml" Target="../ink/ink554.xml"/><Relationship Id="rId216" Type="http://schemas.openxmlformats.org/officeDocument/2006/relationships/customXml" Target="../ink/ink582.xml"/><Relationship Id="rId258" Type="http://schemas.openxmlformats.org/officeDocument/2006/relationships/customXml" Target="../ink/ink603.xml"/><Relationship Id="rId22" Type="http://schemas.openxmlformats.org/officeDocument/2006/relationships/customXml" Target="../ink/ink485.xml"/><Relationship Id="rId64" Type="http://schemas.openxmlformats.org/officeDocument/2006/relationships/customXml" Target="../ink/ink506.xml"/><Relationship Id="rId118" Type="http://schemas.openxmlformats.org/officeDocument/2006/relationships/customXml" Target="../ink/ink533.xml"/><Relationship Id="rId325" Type="http://schemas.openxmlformats.org/officeDocument/2006/relationships/image" Target="../media/image634.png"/><Relationship Id="rId367" Type="http://schemas.openxmlformats.org/officeDocument/2006/relationships/image" Target="../media/image655.png"/><Relationship Id="rId171" Type="http://schemas.openxmlformats.org/officeDocument/2006/relationships/image" Target="../media/image557.png"/><Relationship Id="rId227" Type="http://schemas.openxmlformats.org/officeDocument/2006/relationships/image" Target="../media/image585.png"/><Relationship Id="rId269" Type="http://schemas.openxmlformats.org/officeDocument/2006/relationships/image" Target="../media/image606.png"/><Relationship Id="rId33" Type="http://schemas.openxmlformats.org/officeDocument/2006/relationships/image" Target="../media/image489.png"/><Relationship Id="rId129" Type="http://schemas.openxmlformats.org/officeDocument/2006/relationships/image" Target="../media/image536.png"/><Relationship Id="rId280" Type="http://schemas.openxmlformats.org/officeDocument/2006/relationships/customXml" Target="../ink/ink614.xml"/><Relationship Id="rId336" Type="http://schemas.openxmlformats.org/officeDocument/2006/relationships/customXml" Target="../ink/ink642.xml"/><Relationship Id="rId75" Type="http://schemas.openxmlformats.org/officeDocument/2006/relationships/image" Target="../media/image510.png"/><Relationship Id="rId140" Type="http://schemas.openxmlformats.org/officeDocument/2006/relationships/customXml" Target="../ink/ink544.xml"/><Relationship Id="rId182" Type="http://schemas.openxmlformats.org/officeDocument/2006/relationships/customXml" Target="../ink/ink565.xml"/><Relationship Id="rId378" Type="http://schemas.openxmlformats.org/officeDocument/2006/relationships/customXml" Target="../ink/ink663.xml"/><Relationship Id="rId6" Type="http://schemas.openxmlformats.org/officeDocument/2006/relationships/customXml" Target="../ink/ink477.xml"/><Relationship Id="rId238" Type="http://schemas.openxmlformats.org/officeDocument/2006/relationships/customXml" Target="../ink/ink593.xml"/><Relationship Id="rId291" Type="http://schemas.openxmlformats.org/officeDocument/2006/relationships/image" Target="../media/image617.png"/><Relationship Id="rId305" Type="http://schemas.openxmlformats.org/officeDocument/2006/relationships/image" Target="../media/image624.png"/><Relationship Id="rId347" Type="http://schemas.openxmlformats.org/officeDocument/2006/relationships/image" Target="../media/image645.png"/><Relationship Id="rId44" Type="http://schemas.openxmlformats.org/officeDocument/2006/relationships/customXml" Target="../ink/ink496.xml"/><Relationship Id="rId86" Type="http://schemas.openxmlformats.org/officeDocument/2006/relationships/customXml" Target="../ink/ink517.xml"/><Relationship Id="rId151" Type="http://schemas.openxmlformats.org/officeDocument/2006/relationships/image" Target="../media/image547.png"/><Relationship Id="rId193" Type="http://schemas.openxmlformats.org/officeDocument/2006/relationships/image" Target="../media/image568.png"/><Relationship Id="rId207" Type="http://schemas.openxmlformats.org/officeDocument/2006/relationships/image" Target="../media/image575.png"/><Relationship Id="rId249" Type="http://schemas.openxmlformats.org/officeDocument/2006/relationships/image" Target="../media/image596.png"/><Relationship Id="rId13" Type="http://schemas.openxmlformats.org/officeDocument/2006/relationships/image" Target="../media/image479.png"/><Relationship Id="rId109" Type="http://schemas.openxmlformats.org/officeDocument/2006/relationships/image" Target="../media/image526.png"/><Relationship Id="rId260" Type="http://schemas.openxmlformats.org/officeDocument/2006/relationships/customXml" Target="../ink/ink604.xml"/><Relationship Id="rId316" Type="http://schemas.openxmlformats.org/officeDocument/2006/relationships/customXml" Target="../ink/ink632.xml"/><Relationship Id="rId55" Type="http://schemas.openxmlformats.org/officeDocument/2006/relationships/image" Target="../media/image500.png"/><Relationship Id="rId97" Type="http://schemas.openxmlformats.org/officeDocument/2006/relationships/image" Target="../media/image521.png"/><Relationship Id="rId120" Type="http://schemas.openxmlformats.org/officeDocument/2006/relationships/customXml" Target="../ink/ink534.xml"/><Relationship Id="rId358" Type="http://schemas.openxmlformats.org/officeDocument/2006/relationships/customXml" Target="../ink/ink653.xml"/><Relationship Id="rId162" Type="http://schemas.openxmlformats.org/officeDocument/2006/relationships/customXml" Target="../ink/ink555.xml"/><Relationship Id="rId218" Type="http://schemas.openxmlformats.org/officeDocument/2006/relationships/customXml" Target="../ink/ink583.xml"/><Relationship Id="rId271" Type="http://schemas.openxmlformats.org/officeDocument/2006/relationships/image" Target="../media/image607.png"/><Relationship Id="rId24" Type="http://schemas.openxmlformats.org/officeDocument/2006/relationships/customXml" Target="../ink/ink486.xml"/><Relationship Id="rId66" Type="http://schemas.openxmlformats.org/officeDocument/2006/relationships/customXml" Target="../ink/ink507.xml"/><Relationship Id="rId131" Type="http://schemas.openxmlformats.org/officeDocument/2006/relationships/image" Target="../media/image537.png"/><Relationship Id="rId327" Type="http://schemas.openxmlformats.org/officeDocument/2006/relationships/image" Target="../media/image635.png"/><Relationship Id="rId369" Type="http://schemas.openxmlformats.org/officeDocument/2006/relationships/image" Target="../media/image656.png"/><Relationship Id="rId173" Type="http://schemas.openxmlformats.org/officeDocument/2006/relationships/image" Target="../media/image558.png"/><Relationship Id="rId229" Type="http://schemas.openxmlformats.org/officeDocument/2006/relationships/image" Target="../media/image586.png"/><Relationship Id="rId380" Type="http://schemas.openxmlformats.org/officeDocument/2006/relationships/customXml" Target="../ink/ink664.xml"/><Relationship Id="rId240" Type="http://schemas.openxmlformats.org/officeDocument/2006/relationships/customXml" Target="../ink/ink594.xml"/><Relationship Id="rId35" Type="http://schemas.openxmlformats.org/officeDocument/2006/relationships/image" Target="../media/image490.png"/><Relationship Id="rId77" Type="http://schemas.openxmlformats.org/officeDocument/2006/relationships/image" Target="../media/image511.png"/><Relationship Id="rId100" Type="http://schemas.openxmlformats.org/officeDocument/2006/relationships/customXml" Target="../ink/ink524.xml"/><Relationship Id="rId282" Type="http://schemas.openxmlformats.org/officeDocument/2006/relationships/customXml" Target="../ink/ink615.xml"/><Relationship Id="rId338" Type="http://schemas.openxmlformats.org/officeDocument/2006/relationships/customXml" Target="../ink/ink643.xml"/><Relationship Id="rId8" Type="http://schemas.openxmlformats.org/officeDocument/2006/relationships/customXml" Target="../ink/ink478.xml"/><Relationship Id="rId142" Type="http://schemas.openxmlformats.org/officeDocument/2006/relationships/customXml" Target="../ink/ink545.xml"/><Relationship Id="rId184" Type="http://schemas.openxmlformats.org/officeDocument/2006/relationships/customXml" Target="../ink/ink566.xml"/><Relationship Id="rId251" Type="http://schemas.openxmlformats.org/officeDocument/2006/relationships/image" Target="../media/image597.png"/><Relationship Id="rId46" Type="http://schemas.openxmlformats.org/officeDocument/2006/relationships/customXml" Target="../ink/ink497.xml"/><Relationship Id="rId293" Type="http://schemas.openxmlformats.org/officeDocument/2006/relationships/image" Target="../media/image618.png"/><Relationship Id="rId307" Type="http://schemas.openxmlformats.org/officeDocument/2006/relationships/image" Target="../media/image625.png"/><Relationship Id="rId349" Type="http://schemas.openxmlformats.org/officeDocument/2006/relationships/image" Target="../media/image646.png"/><Relationship Id="rId88" Type="http://schemas.openxmlformats.org/officeDocument/2006/relationships/customXml" Target="../ink/ink518.xml"/><Relationship Id="rId111" Type="http://schemas.openxmlformats.org/officeDocument/2006/relationships/image" Target="../media/image527.png"/><Relationship Id="rId153" Type="http://schemas.openxmlformats.org/officeDocument/2006/relationships/image" Target="../media/image548.png"/><Relationship Id="rId195" Type="http://schemas.openxmlformats.org/officeDocument/2006/relationships/image" Target="../media/image569.png"/><Relationship Id="rId209" Type="http://schemas.openxmlformats.org/officeDocument/2006/relationships/image" Target="../media/image576.png"/><Relationship Id="rId360" Type="http://schemas.openxmlformats.org/officeDocument/2006/relationships/customXml" Target="../ink/ink654.xml"/><Relationship Id="rId220" Type="http://schemas.openxmlformats.org/officeDocument/2006/relationships/customXml" Target="../ink/ink584.xml"/><Relationship Id="rId15" Type="http://schemas.openxmlformats.org/officeDocument/2006/relationships/image" Target="../media/image480.png"/><Relationship Id="rId57" Type="http://schemas.openxmlformats.org/officeDocument/2006/relationships/image" Target="../media/image501.png"/><Relationship Id="rId262" Type="http://schemas.openxmlformats.org/officeDocument/2006/relationships/customXml" Target="../ink/ink605.xml"/><Relationship Id="rId318" Type="http://schemas.openxmlformats.org/officeDocument/2006/relationships/customXml" Target="../ink/ink633.xml"/><Relationship Id="rId99" Type="http://schemas.openxmlformats.org/officeDocument/2006/relationships/image" Target="../media/image522.png"/><Relationship Id="rId122" Type="http://schemas.openxmlformats.org/officeDocument/2006/relationships/customXml" Target="../ink/ink535.xml"/><Relationship Id="rId164" Type="http://schemas.openxmlformats.org/officeDocument/2006/relationships/customXml" Target="../ink/ink556.xml"/><Relationship Id="rId371" Type="http://schemas.openxmlformats.org/officeDocument/2006/relationships/image" Target="../media/image657.png"/></Relationships>
</file>

<file path=ppt/slides/_rels/slide10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720.png"/><Relationship Id="rId21" Type="http://schemas.openxmlformats.org/officeDocument/2006/relationships/image" Target="../media/image673.png"/><Relationship Id="rId63" Type="http://schemas.openxmlformats.org/officeDocument/2006/relationships/image" Target="../media/image694.png"/><Relationship Id="rId159" Type="http://schemas.openxmlformats.org/officeDocument/2006/relationships/image" Target="../media/image741.png"/><Relationship Id="rId170" Type="http://schemas.openxmlformats.org/officeDocument/2006/relationships/customXml" Target="../ink/ink750.xml"/><Relationship Id="rId191" Type="http://schemas.openxmlformats.org/officeDocument/2006/relationships/image" Target="../media/image757.png"/><Relationship Id="rId205" Type="http://schemas.openxmlformats.org/officeDocument/2006/relationships/image" Target="../media/image764.png"/><Relationship Id="rId226" Type="http://schemas.openxmlformats.org/officeDocument/2006/relationships/customXml" Target="../ink/ink778.xml"/><Relationship Id="rId247" Type="http://schemas.openxmlformats.org/officeDocument/2006/relationships/image" Target="../media/image785.png"/><Relationship Id="rId107" Type="http://schemas.openxmlformats.org/officeDocument/2006/relationships/image" Target="../media/image715.png"/><Relationship Id="rId11" Type="http://schemas.openxmlformats.org/officeDocument/2006/relationships/image" Target="../media/image668.png"/><Relationship Id="rId32" Type="http://schemas.openxmlformats.org/officeDocument/2006/relationships/customXml" Target="../ink/ink681.xml"/><Relationship Id="rId53" Type="http://schemas.openxmlformats.org/officeDocument/2006/relationships/image" Target="../media/image689.png"/><Relationship Id="rId74" Type="http://schemas.openxmlformats.org/officeDocument/2006/relationships/customXml" Target="../ink/ink702.xml"/><Relationship Id="rId128" Type="http://schemas.openxmlformats.org/officeDocument/2006/relationships/customXml" Target="../ink/ink729.xml"/><Relationship Id="rId149" Type="http://schemas.openxmlformats.org/officeDocument/2006/relationships/image" Target="../media/image736.png"/><Relationship Id="rId5" Type="http://schemas.openxmlformats.org/officeDocument/2006/relationships/image" Target="../media/image665.png"/><Relationship Id="rId95" Type="http://schemas.openxmlformats.org/officeDocument/2006/relationships/image" Target="../media/image709.png"/><Relationship Id="rId160" Type="http://schemas.openxmlformats.org/officeDocument/2006/relationships/customXml" Target="../ink/ink745.xml"/><Relationship Id="rId181" Type="http://schemas.openxmlformats.org/officeDocument/2006/relationships/image" Target="../media/image752.png"/><Relationship Id="rId216" Type="http://schemas.openxmlformats.org/officeDocument/2006/relationships/customXml" Target="../ink/ink773.xml"/><Relationship Id="rId237" Type="http://schemas.openxmlformats.org/officeDocument/2006/relationships/image" Target="../media/image780.png"/><Relationship Id="rId258" Type="http://schemas.openxmlformats.org/officeDocument/2006/relationships/customXml" Target="../ink/ink794.xml"/><Relationship Id="rId22" Type="http://schemas.openxmlformats.org/officeDocument/2006/relationships/customXml" Target="../ink/ink676.xml"/><Relationship Id="rId43" Type="http://schemas.openxmlformats.org/officeDocument/2006/relationships/image" Target="../media/image684.png"/><Relationship Id="rId64" Type="http://schemas.openxmlformats.org/officeDocument/2006/relationships/customXml" Target="../ink/ink697.xml"/><Relationship Id="rId118" Type="http://schemas.openxmlformats.org/officeDocument/2006/relationships/customXml" Target="../ink/ink724.xml"/><Relationship Id="rId139" Type="http://schemas.openxmlformats.org/officeDocument/2006/relationships/image" Target="../media/image731.png"/><Relationship Id="rId85" Type="http://schemas.openxmlformats.org/officeDocument/2006/relationships/image" Target="../media/image704.png"/><Relationship Id="rId150" Type="http://schemas.openxmlformats.org/officeDocument/2006/relationships/customXml" Target="../ink/ink740.xml"/><Relationship Id="rId171" Type="http://schemas.openxmlformats.org/officeDocument/2006/relationships/image" Target="../media/image747.png"/><Relationship Id="rId192" Type="http://schemas.openxmlformats.org/officeDocument/2006/relationships/customXml" Target="../ink/ink761.xml"/><Relationship Id="rId206" Type="http://schemas.openxmlformats.org/officeDocument/2006/relationships/customXml" Target="../ink/ink768.xml"/><Relationship Id="rId227" Type="http://schemas.openxmlformats.org/officeDocument/2006/relationships/image" Target="../media/image775.png"/><Relationship Id="rId248" Type="http://schemas.openxmlformats.org/officeDocument/2006/relationships/customXml" Target="../ink/ink789.xml"/><Relationship Id="rId12" Type="http://schemas.openxmlformats.org/officeDocument/2006/relationships/customXml" Target="../ink/ink671.xml"/><Relationship Id="rId33" Type="http://schemas.openxmlformats.org/officeDocument/2006/relationships/image" Target="../media/image679.png"/><Relationship Id="rId108" Type="http://schemas.openxmlformats.org/officeDocument/2006/relationships/customXml" Target="../ink/ink719.xml"/><Relationship Id="rId129" Type="http://schemas.openxmlformats.org/officeDocument/2006/relationships/image" Target="../media/image726.png"/><Relationship Id="rId54" Type="http://schemas.openxmlformats.org/officeDocument/2006/relationships/customXml" Target="../ink/ink692.xml"/><Relationship Id="rId75" Type="http://schemas.openxmlformats.org/officeDocument/2006/relationships/image" Target="../media/image700.png"/><Relationship Id="rId96" Type="http://schemas.openxmlformats.org/officeDocument/2006/relationships/customXml" Target="../ink/ink713.xml"/><Relationship Id="rId140" Type="http://schemas.openxmlformats.org/officeDocument/2006/relationships/customXml" Target="../ink/ink735.xml"/><Relationship Id="rId161" Type="http://schemas.openxmlformats.org/officeDocument/2006/relationships/image" Target="../media/image742.png"/><Relationship Id="rId182" Type="http://schemas.openxmlformats.org/officeDocument/2006/relationships/customXml" Target="../ink/ink756.xml"/><Relationship Id="rId217" Type="http://schemas.openxmlformats.org/officeDocument/2006/relationships/image" Target="../media/image770.png"/><Relationship Id="rId6" Type="http://schemas.openxmlformats.org/officeDocument/2006/relationships/customXml" Target="../ink/ink668.xml"/><Relationship Id="rId238" Type="http://schemas.openxmlformats.org/officeDocument/2006/relationships/customXml" Target="../ink/ink784.xml"/><Relationship Id="rId259" Type="http://schemas.openxmlformats.org/officeDocument/2006/relationships/image" Target="../media/image790.png"/><Relationship Id="rId23" Type="http://schemas.openxmlformats.org/officeDocument/2006/relationships/image" Target="../media/image674.png"/><Relationship Id="rId119" Type="http://schemas.openxmlformats.org/officeDocument/2006/relationships/image" Target="../media/image721.png"/><Relationship Id="rId44" Type="http://schemas.openxmlformats.org/officeDocument/2006/relationships/customXml" Target="../ink/ink687.xml"/><Relationship Id="rId65" Type="http://schemas.openxmlformats.org/officeDocument/2006/relationships/image" Target="../media/image695.png"/><Relationship Id="rId86" Type="http://schemas.openxmlformats.org/officeDocument/2006/relationships/customXml" Target="../ink/ink708.xml"/><Relationship Id="rId130" Type="http://schemas.openxmlformats.org/officeDocument/2006/relationships/customXml" Target="../ink/ink730.xml"/><Relationship Id="rId151" Type="http://schemas.openxmlformats.org/officeDocument/2006/relationships/image" Target="../media/image737.png"/><Relationship Id="rId172" Type="http://schemas.openxmlformats.org/officeDocument/2006/relationships/customXml" Target="../ink/ink751.xml"/><Relationship Id="rId193" Type="http://schemas.openxmlformats.org/officeDocument/2006/relationships/image" Target="../media/image758.png"/><Relationship Id="rId207" Type="http://schemas.openxmlformats.org/officeDocument/2006/relationships/image" Target="../media/image765.png"/><Relationship Id="rId228" Type="http://schemas.openxmlformats.org/officeDocument/2006/relationships/customXml" Target="../ink/ink779.xml"/><Relationship Id="rId249" Type="http://schemas.openxmlformats.org/officeDocument/2006/relationships/image" Target="../media/image786.png"/><Relationship Id="rId13" Type="http://schemas.openxmlformats.org/officeDocument/2006/relationships/image" Target="../media/image669.png"/><Relationship Id="rId109" Type="http://schemas.openxmlformats.org/officeDocument/2006/relationships/image" Target="../media/image716.png"/><Relationship Id="rId260" Type="http://schemas.openxmlformats.org/officeDocument/2006/relationships/customXml" Target="../ink/ink795.xml"/><Relationship Id="rId34" Type="http://schemas.openxmlformats.org/officeDocument/2006/relationships/customXml" Target="../ink/ink682.xml"/><Relationship Id="rId55" Type="http://schemas.openxmlformats.org/officeDocument/2006/relationships/image" Target="../media/image690.png"/><Relationship Id="rId76" Type="http://schemas.openxmlformats.org/officeDocument/2006/relationships/customXml" Target="../ink/ink703.xml"/><Relationship Id="rId97" Type="http://schemas.openxmlformats.org/officeDocument/2006/relationships/image" Target="../media/image710.png"/><Relationship Id="rId120" Type="http://schemas.openxmlformats.org/officeDocument/2006/relationships/customXml" Target="../ink/ink725.xml"/><Relationship Id="rId141" Type="http://schemas.openxmlformats.org/officeDocument/2006/relationships/image" Target="../media/image732.png"/><Relationship Id="rId7" Type="http://schemas.openxmlformats.org/officeDocument/2006/relationships/image" Target="../media/image666.png"/><Relationship Id="rId162" Type="http://schemas.openxmlformats.org/officeDocument/2006/relationships/customXml" Target="../ink/ink746.xml"/><Relationship Id="rId183" Type="http://schemas.openxmlformats.org/officeDocument/2006/relationships/image" Target="../media/image753.png"/><Relationship Id="rId218" Type="http://schemas.openxmlformats.org/officeDocument/2006/relationships/customXml" Target="../ink/ink774.xml"/><Relationship Id="rId239" Type="http://schemas.openxmlformats.org/officeDocument/2006/relationships/image" Target="../media/image781.png"/><Relationship Id="rId250" Type="http://schemas.openxmlformats.org/officeDocument/2006/relationships/customXml" Target="../ink/ink790.xml"/><Relationship Id="rId24" Type="http://schemas.openxmlformats.org/officeDocument/2006/relationships/customXml" Target="../ink/ink677.xml"/><Relationship Id="rId45" Type="http://schemas.openxmlformats.org/officeDocument/2006/relationships/image" Target="../media/image685.png"/><Relationship Id="rId66" Type="http://schemas.openxmlformats.org/officeDocument/2006/relationships/customXml" Target="../ink/ink698.xml"/><Relationship Id="rId87" Type="http://schemas.openxmlformats.org/officeDocument/2006/relationships/image" Target="../media/image705.png"/><Relationship Id="rId110" Type="http://schemas.openxmlformats.org/officeDocument/2006/relationships/customXml" Target="../ink/ink720.xml"/><Relationship Id="rId131" Type="http://schemas.openxmlformats.org/officeDocument/2006/relationships/image" Target="../media/image727.png"/><Relationship Id="rId152" Type="http://schemas.openxmlformats.org/officeDocument/2006/relationships/customXml" Target="../ink/ink741.xml"/><Relationship Id="rId173" Type="http://schemas.openxmlformats.org/officeDocument/2006/relationships/image" Target="../media/image748.png"/><Relationship Id="rId194" Type="http://schemas.openxmlformats.org/officeDocument/2006/relationships/customXml" Target="../ink/ink762.xml"/><Relationship Id="rId208" Type="http://schemas.openxmlformats.org/officeDocument/2006/relationships/customXml" Target="../ink/ink769.xml"/><Relationship Id="rId229" Type="http://schemas.openxmlformats.org/officeDocument/2006/relationships/image" Target="../media/image776.png"/><Relationship Id="rId240" Type="http://schemas.openxmlformats.org/officeDocument/2006/relationships/customXml" Target="../ink/ink785.xml"/><Relationship Id="rId261" Type="http://schemas.openxmlformats.org/officeDocument/2006/relationships/image" Target="../media/image791.png"/><Relationship Id="rId14" Type="http://schemas.openxmlformats.org/officeDocument/2006/relationships/customXml" Target="../ink/ink672.xml"/><Relationship Id="rId35" Type="http://schemas.openxmlformats.org/officeDocument/2006/relationships/image" Target="../media/image680.png"/><Relationship Id="rId56" Type="http://schemas.openxmlformats.org/officeDocument/2006/relationships/customXml" Target="../ink/ink693.xml"/><Relationship Id="rId77" Type="http://schemas.openxmlformats.org/officeDocument/2006/relationships/image" Target="../media/image483.png"/><Relationship Id="rId100" Type="http://schemas.openxmlformats.org/officeDocument/2006/relationships/customXml" Target="../ink/ink715.xml"/><Relationship Id="rId8" Type="http://schemas.openxmlformats.org/officeDocument/2006/relationships/customXml" Target="../ink/ink669.xml"/><Relationship Id="rId98" Type="http://schemas.openxmlformats.org/officeDocument/2006/relationships/customXml" Target="../ink/ink714.xml"/><Relationship Id="rId121" Type="http://schemas.openxmlformats.org/officeDocument/2006/relationships/image" Target="../media/image722.png"/><Relationship Id="rId142" Type="http://schemas.openxmlformats.org/officeDocument/2006/relationships/customXml" Target="../ink/ink736.xml"/><Relationship Id="rId163" Type="http://schemas.openxmlformats.org/officeDocument/2006/relationships/image" Target="../media/image743.png"/><Relationship Id="rId184" Type="http://schemas.openxmlformats.org/officeDocument/2006/relationships/customXml" Target="../ink/ink757.xml"/><Relationship Id="rId219" Type="http://schemas.openxmlformats.org/officeDocument/2006/relationships/image" Target="../media/image771.png"/><Relationship Id="rId230" Type="http://schemas.openxmlformats.org/officeDocument/2006/relationships/customXml" Target="../ink/ink780.xml"/><Relationship Id="rId251" Type="http://schemas.openxmlformats.org/officeDocument/2006/relationships/image" Target="../media/image470.png"/><Relationship Id="rId25" Type="http://schemas.openxmlformats.org/officeDocument/2006/relationships/image" Target="../media/image675.png"/><Relationship Id="rId46" Type="http://schemas.openxmlformats.org/officeDocument/2006/relationships/customXml" Target="../ink/ink688.xml"/><Relationship Id="rId67" Type="http://schemas.openxmlformats.org/officeDocument/2006/relationships/image" Target="../media/image696.png"/><Relationship Id="rId88" Type="http://schemas.openxmlformats.org/officeDocument/2006/relationships/customXml" Target="../ink/ink709.xml"/><Relationship Id="rId111" Type="http://schemas.openxmlformats.org/officeDocument/2006/relationships/image" Target="../media/image717.png"/><Relationship Id="rId132" Type="http://schemas.openxmlformats.org/officeDocument/2006/relationships/customXml" Target="../ink/ink731.xml"/><Relationship Id="rId153" Type="http://schemas.openxmlformats.org/officeDocument/2006/relationships/image" Target="../media/image738.png"/><Relationship Id="rId174" Type="http://schemas.openxmlformats.org/officeDocument/2006/relationships/customXml" Target="../ink/ink752.xml"/><Relationship Id="rId195" Type="http://schemas.openxmlformats.org/officeDocument/2006/relationships/image" Target="../media/image759.png"/><Relationship Id="rId209" Type="http://schemas.openxmlformats.org/officeDocument/2006/relationships/image" Target="../media/image766.png"/><Relationship Id="rId220" Type="http://schemas.openxmlformats.org/officeDocument/2006/relationships/customXml" Target="../ink/ink775.xml"/><Relationship Id="rId241" Type="http://schemas.openxmlformats.org/officeDocument/2006/relationships/image" Target="../media/image782.png"/><Relationship Id="rId15" Type="http://schemas.openxmlformats.org/officeDocument/2006/relationships/image" Target="../media/image670.png"/><Relationship Id="rId36" Type="http://schemas.openxmlformats.org/officeDocument/2006/relationships/customXml" Target="../ink/ink683.xml"/><Relationship Id="rId57" Type="http://schemas.openxmlformats.org/officeDocument/2006/relationships/image" Target="../media/image691.png"/><Relationship Id="rId262" Type="http://schemas.openxmlformats.org/officeDocument/2006/relationships/customXml" Target="../ink/ink796.xml"/><Relationship Id="rId78" Type="http://schemas.openxmlformats.org/officeDocument/2006/relationships/customXml" Target="../ink/ink704.xml"/><Relationship Id="rId99" Type="http://schemas.openxmlformats.org/officeDocument/2006/relationships/image" Target="../media/image711.png"/><Relationship Id="rId101" Type="http://schemas.openxmlformats.org/officeDocument/2006/relationships/image" Target="../media/image712.png"/><Relationship Id="rId122" Type="http://schemas.openxmlformats.org/officeDocument/2006/relationships/customXml" Target="../ink/ink726.xml"/><Relationship Id="rId143" Type="http://schemas.openxmlformats.org/officeDocument/2006/relationships/image" Target="../media/image733.png"/><Relationship Id="rId164" Type="http://schemas.openxmlformats.org/officeDocument/2006/relationships/customXml" Target="../ink/ink747.xml"/><Relationship Id="rId185" Type="http://schemas.openxmlformats.org/officeDocument/2006/relationships/image" Target="../media/image754.png"/><Relationship Id="rId9" Type="http://schemas.openxmlformats.org/officeDocument/2006/relationships/image" Target="../media/image667.png"/><Relationship Id="rId210" Type="http://schemas.openxmlformats.org/officeDocument/2006/relationships/customXml" Target="../ink/ink770.xml"/><Relationship Id="rId26" Type="http://schemas.openxmlformats.org/officeDocument/2006/relationships/customXml" Target="../ink/ink678.xml"/><Relationship Id="rId231" Type="http://schemas.openxmlformats.org/officeDocument/2006/relationships/image" Target="../media/image777.png"/><Relationship Id="rId252" Type="http://schemas.openxmlformats.org/officeDocument/2006/relationships/customXml" Target="../ink/ink791.xml"/><Relationship Id="rId47" Type="http://schemas.openxmlformats.org/officeDocument/2006/relationships/image" Target="../media/image686.png"/><Relationship Id="rId68" Type="http://schemas.openxmlformats.org/officeDocument/2006/relationships/customXml" Target="../ink/ink699.xml"/><Relationship Id="rId89" Type="http://schemas.openxmlformats.org/officeDocument/2006/relationships/image" Target="../media/image706.png"/><Relationship Id="rId112" Type="http://schemas.openxmlformats.org/officeDocument/2006/relationships/customXml" Target="../ink/ink721.xml"/><Relationship Id="rId133" Type="http://schemas.openxmlformats.org/officeDocument/2006/relationships/image" Target="../media/image728.png"/><Relationship Id="rId154" Type="http://schemas.openxmlformats.org/officeDocument/2006/relationships/customXml" Target="../ink/ink742.xml"/><Relationship Id="rId175" Type="http://schemas.openxmlformats.org/officeDocument/2006/relationships/image" Target="../media/image749.png"/><Relationship Id="rId196" Type="http://schemas.openxmlformats.org/officeDocument/2006/relationships/customXml" Target="../ink/ink763.xml"/><Relationship Id="rId200" Type="http://schemas.openxmlformats.org/officeDocument/2006/relationships/customXml" Target="../ink/ink765.xml"/><Relationship Id="rId16" Type="http://schemas.openxmlformats.org/officeDocument/2006/relationships/customXml" Target="../ink/ink673.xml"/><Relationship Id="rId221" Type="http://schemas.openxmlformats.org/officeDocument/2006/relationships/image" Target="../media/image772.png"/><Relationship Id="rId242" Type="http://schemas.openxmlformats.org/officeDocument/2006/relationships/customXml" Target="../ink/ink786.xml"/><Relationship Id="rId263" Type="http://schemas.openxmlformats.org/officeDocument/2006/relationships/image" Target="../media/image792.png"/><Relationship Id="rId37" Type="http://schemas.openxmlformats.org/officeDocument/2006/relationships/image" Target="../media/image681.png"/><Relationship Id="rId58" Type="http://schemas.openxmlformats.org/officeDocument/2006/relationships/customXml" Target="../ink/ink694.xml"/><Relationship Id="rId79" Type="http://schemas.openxmlformats.org/officeDocument/2006/relationships/image" Target="../media/image701.png"/><Relationship Id="rId102" Type="http://schemas.openxmlformats.org/officeDocument/2006/relationships/customXml" Target="../ink/ink716.xml"/><Relationship Id="rId123" Type="http://schemas.openxmlformats.org/officeDocument/2006/relationships/image" Target="../media/image723.png"/><Relationship Id="rId144" Type="http://schemas.openxmlformats.org/officeDocument/2006/relationships/customXml" Target="../ink/ink737.xml"/><Relationship Id="rId90" Type="http://schemas.openxmlformats.org/officeDocument/2006/relationships/customXml" Target="../ink/ink710.xml"/><Relationship Id="rId165" Type="http://schemas.openxmlformats.org/officeDocument/2006/relationships/image" Target="../media/image744.png"/><Relationship Id="rId186" Type="http://schemas.openxmlformats.org/officeDocument/2006/relationships/customXml" Target="../ink/ink758.xml"/><Relationship Id="rId211" Type="http://schemas.openxmlformats.org/officeDocument/2006/relationships/image" Target="../media/image767.png"/><Relationship Id="rId232" Type="http://schemas.openxmlformats.org/officeDocument/2006/relationships/customXml" Target="../ink/ink781.xml"/><Relationship Id="rId253" Type="http://schemas.openxmlformats.org/officeDocument/2006/relationships/image" Target="../media/image787.png"/><Relationship Id="rId27" Type="http://schemas.openxmlformats.org/officeDocument/2006/relationships/image" Target="../media/image676.png"/><Relationship Id="rId48" Type="http://schemas.openxmlformats.org/officeDocument/2006/relationships/customXml" Target="../ink/ink689.xml"/><Relationship Id="rId69" Type="http://schemas.openxmlformats.org/officeDocument/2006/relationships/image" Target="../media/image697.png"/><Relationship Id="rId113" Type="http://schemas.openxmlformats.org/officeDocument/2006/relationships/image" Target="../media/image718.png"/><Relationship Id="rId134" Type="http://schemas.openxmlformats.org/officeDocument/2006/relationships/customXml" Target="../ink/ink732.xml"/><Relationship Id="rId80" Type="http://schemas.openxmlformats.org/officeDocument/2006/relationships/customXml" Target="../ink/ink705.xml"/><Relationship Id="rId155" Type="http://schemas.openxmlformats.org/officeDocument/2006/relationships/image" Target="../media/image739.png"/><Relationship Id="rId176" Type="http://schemas.openxmlformats.org/officeDocument/2006/relationships/customXml" Target="../ink/ink753.xml"/><Relationship Id="rId197" Type="http://schemas.openxmlformats.org/officeDocument/2006/relationships/image" Target="../media/image760.png"/><Relationship Id="rId201" Type="http://schemas.openxmlformats.org/officeDocument/2006/relationships/image" Target="../media/image762.png"/><Relationship Id="rId222" Type="http://schemas.openxmlformats.org/officeDocument/2006/relationships/customXml" Target="../ink/ink776.xml"/><Relationship Id="rId243" Type="http://schemas.openxmlformats.org/officeDocument/2006/relationships/image" Target="../media/image783.png"/><Relationship Id="rId17" Type="http://schemas.openxmlformats.org/officeDocument/2006/relationships/image" Target="../media/image671.png"/><Relationship Id="rId38" Type="http://schemas.openxmlformats.org/officeDocument/2006/relationships/customXml" Target="../ink/ink684.xml"/><Relationship Id="rId59" Type="http://schemas.openxmlformats.org/officeDocument/2006/relationships/image" Target="../media/image692.png"/><Relationship Id="rId103" Type="http://schemas.openxmlformats.org/officeDocument/2006/relationships/image" Target="../media/image713.png"/><Relationship Id="rId124" Type="http://schemas.openxmlformats.org/officeDocument/2006/relationships/customXml" Target="../ink/ink727.xml"/><Relationship Id="rId70" Type="http://schemas.openxmlformats.org/officeDocument/2006/relationships/customXml" Target="../ink/ink700.xml"/><Relationship Id="rId91" Type="http://schemas.openxmlformats.org/officeDocument/2006/relationships/image" Target="../media/image707.png"/><Relationship Id="rId145" Type="http://schemas.openxmlformats.org/officeDocument/2006/relationships/image" Target="../media/image734.png"/><Relationship Id="rId166" Type="http://schemas.openxmlformats.org/officeDocument/2006/relationships/customXml" Target="../ink/ink748.xml"/><Relationship Id="rId187" Type="http://schemas.openxmlformats.org/officeDocument/2006/relationships/image" Target="../media/image755.png"/><Relationship Id="rId1" Type="http://schemas.openxmlformats.org/officeDocument/2006/relationships/slideLayout" Target="../slideLayouts/slideLayout11.xml"/><Relationship Id="rId212" Type="http://schemas.openxmlformats.org/officeDocument/2006/relationships/customXml" Target="../ink/ink771.xml"/><Relationship Id="rId233" Type="http://schemas.openxmlformats.org/officeDocument/2006/relationships/image" Target="../media/image778.png"/><Relationship Id="rId254" Type="http://schemas.openxmlformats.org/officeDocument/2006/relationships/customXml" Target="../ink/ink792.xml"/><Relationship Id="rId28" Type="http://schemas.openxmlformats.org/officeDocument/2006/relationships/customXml" Target="../ink/ink679.xml"/><Relationship Id="rId49" Type="http://schemas.openxmlformats.org/officeDocument/2006/relationships/image" Target="../media/image687.png"/><Relationship Id="rId114" Type="http://schemas.openxmlformats.org/officeDocument/2006/relationships/customXml" Target="../ink/ink722.xml"/><Relationship Id="rId60" Type="http://schemas.openxmlformats.org/officeDocument/2006/relationships/customXml" Target="../ink/ink695.xml"/><Relationship Id="rId81" Type="http://schemas.openxmlformats.org/officeDocument/2006/relationships/image" Target="../media/image702.png"/><Relationship Id="rId135" Type="http://schemas.openxmlformats.org/officeDocument/2006/relationships/image" Target="../media/image729.png"/><Relationship Id="rId156" Type="http://schemas.openxmlformats.org/officeDocument/2006/relationships/customXml" Target="../ink/ink743.xml"/><Relationship Id="rId177" Type="http://schemas.openxmlformats.org/officeDocument/2006/relationships/image" Target="../media/image750.png"/><Relationship Id="rId198" Type="http://schemas.openxmlformats.org/officeDocument/2006/relationships/customXml" Target="../ink/ink764.xml"/><Relationship Id="rId202" Type="http://schemas.openxmlformats.org/officeDocument/2006/relationships/customXml" Target="../ink/ink766.xml"/><Relationship Id="rId223" Type="http://schemas.openxmlformats.org/officeDocument/2006/relationships/image" Target="../media/image773.png"/><Relationship Id="rId244" Type="http://schemas.openxmlformats.org/officeDocument/2006/relationships/customXml" Target="../ink/ink787.xml"/><Relationship Id="rId18" Type="http://schemas.openxmlformats.org/officeDocument/2006/relationships/customXml" Target="../ink/ink674.xml"/><Relationship Id="rId39" Type="http://schemas.openxmlformats.org/officeDocument/2006/relationships/image" Target="../media/image682.png"/><Relationship Id="rId50" Type="http://schemas.openxmlformats.org/officeDocument/2006/relationships/customXml" Target="../ink/ink690.xml"/><Relationship Id="rId104" Type="http://schemas.openxmlformats.org/officeDocument/2006/relationships/customXml" Target="../ink/ink717.xml"/><Relationship Id="rId125" Type="http://schemas.openxmlformats.org/officeDocument/2006/relationships/image" Target="../media/image724.png"/><Relationship Id="rId146" Type="http://schemas.openxmlformats.org/officeDocument/2006/relationships/customXml" Target="../ink/ink738.xml"/><Relationship Id="rId167" Type="http://schemas.openxmlformats.org/officeDocument/2006/relationships/image" Target="../media/image745.png"/><Relationship Id="rId188" Type="http://schemas.openxmlformats.org/officeDocument/2006/relationships/customXml" Target="../ink/ink759.xml"/><Relationship Id="rId71" Type="http://schemas.openxmlformats.org/officeDocument/2006/relationships/image" Target="../media/image698.png"/><Relationship Id="rId92" Type="http://schemas.openxmlformats.org/officeDocument/2006/relationships/customXml" Target="../ink/ink711.xml"/><Relationship Id="rId213" Type="http://schemas.openxmlformats.org/officeDocument/2006/relationships/image" Target="../media/image768.png"/><Relationship Id="rId234" Type="http://schemas.openxmlformats.org/officeDocument/2006/relationships/customXml" Target="../ink/ink782.xml"/><Relationship Id="rId2" Type="http://schemas.openxmlformats.org/officeDocument/2006/relationships/customXml" Target="../ink/ink666.xml"/><Relationship Id="rId29" Type="http://schemas.openxmlformats.org/officeDocument/2006/relationships/image" Target="../media/image677.png"/><Relationship Id="rId255" Type="http://schemas.openxmlformats.org/officeDocument/2006/relationships/image" Target="../media/image788.png"/><Relationship Id="rId40" Type="http://schemas.openxmlformats.org/officeDocument/2006/relationships/customXml" Target="../ink/ink685.xml"/><Relationship Id="rId115" Type="http://schemas.openxmlformats.org/officeDocument/2006/relationships/image" Target="../media/image719.png"/><Relationship Id="rId136" Type="http://schemas.openxmlformats.org/officeDocument/2006/relationships/customXml" Target="../ink/ink733.xml"/><Relationship Id="rId157" Type="http://schemas.openxmlformats.org/officeDocument/2006/relationships/image" Target="../media/image740.png"/><Relationship Id="rId178" Type="http://schemas.openxmlformats.org/officeDocument/2006/relationships/customXml" Target="../ink/ink754.xml"/><Relationship Id="rId61" Type="http://schemas.openxmlformats.org/officeDocument/2006/relationships/image" Target="../media/image693.png"/><Relationship Id="rId82" Type="http://schemas.openxmlformats.org/officeDocument/2006/relationships/customXml" Target="../ink/ink706.xml"/><Relationship Id="rId199" Type="http://schemas.openxmlformats.org/officeDocument/2006/relationships/image" Target="../media/image761.png"/><Relationship Id="rId203" Type="http://schemas.openxmlformats.org/officeDocument/2006/relationships/image" Target="../media/image763.png"/><Relationship Id="rId19" Type="http://schemas.openxmlformats.org/officeDocument/2006/relationships/image" Target="../media/image672.png"/><Relationship Id="rId224" Type="http://schemas.openxmlformats.org/officeDocument/2006/relationships/customXml" Target="../ink/ink777.xml"/><Relationship Id="rId245" Type="http://schemas.openxmlformats.org/officeDocument/2006/relationships/image" Target="../media/image784.png"/><Relationship Id="rId30" Type="http://schemas.openxmlformats.org/officeDocument/2006/relationships/customXml" Target="../ink/ink680.xml"/><Relationship Id="rId105" Type="http://schemas.openxmlformats.org/officeDocument/2006/relationships/image" Target="../media/image714.png"/><Relationship Id="rId126" Type="http://schemas.openxmlformats.org/officeDocument/2006/relationships/customXml" Target="../ink/ink728.xml"/><Relationship Id="rId147" Type="http://schemas.openxmlformats.org/officeDocument/2006/relationships/image" Target="../media/image735.png"/><Relationship Id="rId168" Type="http://schemas.openxmlformats.org/officeDocument/2006/relationships/customXml" Target="../ink/ink749.xml"/><Relationship Id="rId51" Type="http://schemas.openxmlformats.org/officeDocument/2006/relationships/image" Target="../media/image688.png"/><Relationship Id="rId72" Type="http://schemas.openxmlformats.org/officeDocument/2006/relationships/customXml" Target="../ink/ink701.xml"/><Relationship Id="rId93" Type="http://schemas.openxmlformats.org/officeDocument/2006/relationships/image" Target="../media/image708.png"/><Relationship Id="rId189" Type="http://schemas.openxmlformats.org/officeDocument/2006/relationships/image" Target="../media/image756.png"/><Relationship Id="rId3" Type="http://schemas.openxmlformats.org/officeDocument/2006/relationships/image" Target="../media/image664.png"/><Relationship Id="rId214" Type="http://schemas.openxmlformats.org/officeDocument/2006/relationships/customXml" Target="../ink/ink772.xml"/><Relationship Id="rId235" Type="http://schemas.openxmlformats.org/officeDocument/2006/relationships/image" Target="../media/image779.png"/><Relationship Id="rId256" Type="http://schemas.openxmlformats.org/officeDocument/2006/relationships/customXml" Target="../ink/ink793.xml"/><Relationship Id="rId116" Type="http://schemas.openxmlformats.org/officeDocument/2006/relationships/customXml" Target="../ink/ink723.xml"/><Relationship Id="rId137" Type="http://schemas.openxmlformats.org/officeDocument/2006/relationships/image" Target="../media/image730.png"/><Relationship Id="rId158" Type="http://schemas.openxmlformats.org/officeDocument/2006/relationships/customXml" Target="../ink/ink744.xml"/><Relationship Id="rId20" Type="http://schemas.openxmlformats.org/officeDocument/2006/relationships/customXml" Target="../ink/ink675.xml"/><Relationship Id="rId41" Type="http://schemas.openxmlformats.org/officeDocument/2006/relationships/image" Target="../media/image683.png"/><Relationship Id="rId62" Type="http://schemas.openxmlformats.org/officeDocument/2006/relationships/customXml" Target="../ink/ink696.xml"/><Relationship Id="rId83" Type="http://schemas.openxmlformats.org/officeDocument/2006/relationships/image" Target="../media/image703.png"/><Relationship Id="rId179" Type="http://schemas.openxmlformats.org/officeDocument/2006/relationships/image" Target="../media/image751.png"/><Relationship Id="rId190" Type="http://schemas.openxmlformats.org/officeDocument/2006/relationships/customXml" Target="../ink/ink760.xml"/><Relationship Id="rId204" Type="http://schemas.openxmlformats.org/officeDocument/2006/relationships/customXml" Target="../ink/ink767.xml"/><Relationship Id="rId225" Type="http://schemas.openxmlformats.org/officeDocument/2006/relationships/image" Target="../media/image774.png"/><Relationship Id="rId246" Type="http://schemas.openxmlformats.org/officeDocument/2006/relationships/customXml" Target="../ink/ink788.xml"/><Relationship Id="rId106" Type="http://schemas.openxmlformats.org/officeDocument/2006/relationships/customXml" Target="../ink/ink718.xml"/><Relationship Id="rId127" Type="http://schemas.openxmlformats.org/officeDocument/2006/relationships/image" Target="../media/image725.png"/><Relationship Id="rId10" Type="http://schemas.openxmlformats.org/officeDocument/2006/relationships/customXml" Target="../ink/ink670.xml"/><Relationship Id="rId31" Type="http://schemas.openxmlformats.org/officeDocument/2006/relationships/image" Target="../media/image678.png"/><Relationship Id="rId52" Type="http://schemas.openxmlformats.org/officeDocument/2006/relationships/customXml" Target="../ink/ink691.xml"/><Relationship Id="rId73" Type="http://schemas.openxmlformats.org/officeDocument/2006/relationships/image" Target="../media/image699.png"/><Relationship Id="rId94" Type="http://schemas.openxmlformats.org/officeDocument/2006/relationships/customXml" Target="../ink/ink712.xml"/><Relationship Id="rId148" Type="http://schemas.openxmlformats.org/officeDocument/2006/relationships/customXml" Target="../ink/ink739.xml"/><Relationship Id="rId169" Type="http://schemas.openxmlformats.org/officeDocument/2006/relationships/image" Target="../media/image746.png"/><Relationship Id="rId4" Type="http://schemas.openxmlformats.org/officeDocument/2006/relationships/customXml" Target="../ink/ink667.xml"/><Relationship Id="rId180" Type="http://schemas.openxmlformats.org/officeDocument/2006/relationships/customXml" Target="../ink/ink755.xml"/><Relationship Id="rId215" Type="http://schemas.openxmlformats.org/officeDocument/2006/relationships/image" Target="../media/image769.png"/><Relationship Id="rId236" Type="http://schemas.openxmlformats.org/officeDocument/2006/relationships/customXml" Target="../ink/ink783.xml"/><Relationship Id="rId257" Type="http://schemas.openxmlformats.org/officeDocument/2006/relationships/image" Target="../media/image789.png"/><Relationship Id="rId42" Type="http://schemas.openxmlformats.org/officeDocument/2006/relationships/customXml" Target="../ink/ink686.xml"/><Relationship Id="rId84" Type="http://schemas.openxmlformats.org/officeDocument/2006/relationships/customXml" Target="../ink/ink707.xml"/><Relationship Id="rId138" Type="http://schemas.openxmlformats.org/officeDocument/2006/relationships/customXml" Target="../ink/ink734.xml"/></Relationships>
</file>

<file path=ppt/slides/_rels/slide1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849.png"/><Relationship Id="rId21" Type="http://schemas.openxmlformats.org/officeDocument/2006/relationships/image" Target="../media/image802.png"/><Relationship Id="rId42" Type="http://schemas.openxmlformats.org/officeDocument/2006/relationships/customXml" Target="../ink/ink817.xml"/><Relationship Id="rId63" Type="http://schemas.openxmlformats.org/officeDocument/2006/relationships/image" Target="../media/image823.png"/><Relationship Id="rId84" Type="http://schemas.openxmlformats.org/officeDocument/2006/relationships/customXml" Target="../ink/ink838.xml"/><Relationship Id="rId138" Type="http://schemas.openxmlformats.org/officeDocument/2006/relationships/customXml" Target="../ink/ink865.xml"/><Relationship Id="rId16" Type="http://schemas.openxmlformats.org/officeDocument/2006/relationships/customXml" Target="../ink/ink804.xml"/><Relationship Id="rId107" Type="http://schemas.openxmlformats.org/officeDocument/2006/relationships/image" Target="../media/image844.png"/><Relationship Id="rId11" Type="http://schemas.openxmlformats.org/officeDocument/2006/relationships/image" Target="../media/image797.png"/><Relationship Id="rId32" Type="http://schemas.openxmlformats.org/officeDocument/2006/relationships/customXml" Target="../ink/ink812.xml"/><Relationship Id="rId37" Type="http://schemas.openxmlformats.org/officeDocument/2006/relationships/image" Target="../media/image810.png"/><Relationship Id="rId53" Type="http://schemas.openxmlformats.org/officeDocument/2006/relationships/image" Target="../media/image818.png"/><Relationship Id="rId58" Type="http://schemas.openxmlformats.org/officeDocument/2006/relationships/customXml" Target="../ink/ink825.xml"/><Relationship Id="rId74" Type="http://schemas.openxmlformats.org/officeDocument/2006/relationships/customXml" Target="../ink/ink833.xml"/><Relationship Id="rId79" Type="http://schemas.openxmlformats.org/officeDocument/2006/relationships/image" Target="../media/image831.png"/><Relationship Id="rId102" Type="http://schemas.openxmlformats.org/officeDocument/2006/relationships/customXml" Target="../ink/ink847.xml"/><Relationship Id="rId123" Type="http://schemas.openxmlformats.org/officeDocument/2006/relationships/image" Target="../media/image852.png"/><Relationship Id="rId128" Type="http://schemas.openxmlformats.org/officeDocument/2006/relationships/customXml" Target="../ink/ink860.xml"/><Relationship Id="rId5" Type="http://schemas.openxmlformats.org/officeDocument/2006/relationships/image" Target="../media/image794.png"/><Relationship Id="rId90" Type="http://schemas.openxmlformats.org/officeDocument/2006/relationships/customXml" Target="../ink/ink841.xml"/><Relationship Id="rId95" Type="http://schemas.openxmlformats.org/officeDocument/2006/relationships/image" Target="../media/image839.png"/><Relationship Id="rId22" Type="http://schemas.openxmlformats.org/officeDocument/2006/relationships/customXml" Target="../ink/ink807.xml"/><Relationship Id="rId27" Type="http://schemas.openxmlformats.org/officeDocument/2006/relationships/image" Target="../media/image805.png"/><Relationship Id="rId43" Type="http://schemas.openxmlformats.org/officeDocument/2006/relationships/image" Target="../media/image813.png"/><Relationship Id="rId48" Type="http://schemas.openxmlformats.org/officeDocument/2006/relationships/customXml" Target="../ink/ink820.xml"/><Relationship Id="rId64" Type="http://schemas.openxmlformats.org/officeDocument/2006/relationships/customXml" Target="../ink/ink828.xml"/><Relationship Id="rId69" Type="http://schemas.openxmlformats.org/officeDocument/2006/relationships/image" Target="../media/image826.png"/><Relationship Id="rId113" Type="http://schemas.openxmlformats.org/officeDocument/2006/relationships/image" Target="../media/image847.png"/><Relationship Id="rId118" Type="http://schemas.openxmlformats.org/officeDocument/2006/relationships/customXml" Target="../ink/ink855.xml"/><Relationship Id="rId134" Type="http://schemas.openxmlformats.org/officeDocument/2006/relationships/customXml" Target="../ink/ink863.xml"/><Relationship Id="rId139" Type="http://schemas.openxmlformats.org/officeDocument/2006/relationships/image" Target="../media/image860.png"/><Relationship Id="rId80" Type="http://schemas.openxmlformats.org/officeDocument/2006/relationships/customXml" Target="../ink/ink836.xml"/><Relationship Id="rId85" Type="http://schemas.openxmlformats.org/officeDocument/2006/relationships/image" Target="../media/image834.png"/><Relationship Id="rId12" Type="http://schemas.openxmlformats.org/officeDocument/2006/relationships/customXml" Target="../ink/ink802.xml"/><Relationship Id="rId17" Type="http://schemas.openxmlformats.org/officeDocument/2006/relationships/image" Target="../media/image800.png"/><Relationship Id="rId33" Type="http://schemas.openxmlformats.org/officeDocument/2006/relationships/image" Target="../media/image808.png"/><Relationship Id="rId38" Type="http://schemas.openxmlformats.org/officeDocument/2006/relationships/customXml" Target="../ink/ink815.xml"/><Relationship Id="rId59" Type="http://schemas.openxmlformats.org/officeDocument/2006/relationships/image" Target="../media/image821.png"/><Relationship Id="rId103" Type="http://schemas.openxmlformats.org/officeDocument/2006/relationships/image" Target="../media/image842.png"/><Relationship Id="rId108" Type="http://schemas.openxmlformats.org/officeDocument/2006/relationships/customXml" Target="../ink/ink850.xml"/><Relationship Id="rId124" Type="http://schemas.openxmlformats.org/officeDocument/2006/relationships/customXml" Target="../ink/ink858.xml"/><Relationship Id="rId129" Type="http://schemas.openxmlformats.org/officeDocument/2006/relationships/image" Target="../media/image855.png"/><Relationship Id="rId54" Type="http://schemas.openxmlformats.org/officeDocument/2006/relationships/customXml" Target="../ink/ink823.xml"/><Relationship Id="rId70" Type="http://schemas.openxmlformats.org/officeDocument/2006/relationships/customXml" Target="../ink/ink831.xml"/><Relationship Id="rId75" Type="http://schemas.openxmlformats.org/officeDocument/2006/relationships/image" Target="../media/image829.png"/><Relationship Id="rId91" Type="http://schemas.openxmlformats.org/officeDocument/2006/relationships/image" Target="../media/image837.png"/><Relationship Id="rId96" Type="http://schemas.openxmlformats.org/officeDocument/2006/relationships/customXml" Target="../ink/ink844.xml"/><Relationship Id="rId1" Type="http://schemas.openxmlformats.org/officeDocument/2006/relationships/slideLayout" Target="../slideLayouts/slideLayout11.xml"/><Relationship Id="rId6" Type="http://schemas.openxmlformats.org/officeDocument/2006/relationships/customXml" Target="../ink/ink799.xml"/><Relationship Id="rId23" Type="http://schemas.openxmlformats.org/officeDocument/2006/relationships/image" Target="../media/image803.png"/><Relationship Id="rId28" Type="http://schemas.openxmlformats.org/officeDocument/2006/relationships/customXml" Target="../ink/ink810.xml"/><Relationship Id="rId49" Type="http://schemas.openxmlformats.org/officeDocument/2006/relationships/image" Target="../media/image816.png"/><Relationship Id="rId114" Type="http://schemas.openxmlformats.org/officeDocument/2006/relationships/customXml" Target="../ink/ink853.xml"/><Relationship Id="rId119" Type="http://schemas.openxmlformats.org/officeDocument/2006/relationships/image" Target="../media/image850.png"/><Relationship Id="rId44" Type="http://schemas.openxmlformats.org/officeDocument/2006/relationships/customXml" Target="../ink/ink818.xml"/><Relationship Id="rId60" Type="http://schemas.openxmlformats.org/officeDocument/2006/relationships/customXml" Target="../ink/ink826.xml"/><Relationship Id="rId65" Type="http://schemas.openxmlformats.org/officeDocument/2006/relationships/image" Target="../media/image824.png"/><Relationship Id="rId81" Type="http://schemas.openxmlformats.org/officeDocument/2006/relationships/image" Target="../media/image832.png"/><Relationship Id="rId86" Type="http://schemas.openxmlformats.org/officeDocument/2006/relationships/customXml" Target="../ink/ink839.xml"/><Relationship Id="rId130" Type="http://schemas.openxmlformats.org/officeDocument/2006/relationships/customXml" Target="../ink/ink861.xml"/><Relationship Id="rId135" Type="http://schemas.openxmlformats.org/officeDocument/2006/relationships/image" Target="../media/image858.png"/><Relationship Id="rId13" Type="http://schemas.openxmlformats.org/officeDocument/2006/relationships/image" Target="../media/image798.png"/><Relationship Id="rId18" Type="http://schemas.openxmlformats.org/officeDocument/2006/relationships/customXml" Target="../ink/ink805.xml"/><Relationship Id="rId39" Type="http://schemas.openxmlformats.org/officeDocument/2006/relationships/image" Target="../media/image811.png"/><Relationship Id="rId109" Type="http://schemas.openxmlformats.org/officeDocument/2006/relationships/image" Target="../media/image845.png"/><Relationship Id="rId34" Type="http://schemas.openxmlformats.org/officeDocument/2006/relationships/customXml" Target="../ink/ink813.xml"/><Relationship Id="rId50" Type="http://schemas.openxmlformats.org/officeDocument/2006/relationships/customXml" Target="../ink/ink821.xml"/><Relationship Id="rId55" Type="http://schemas.openxmlformats.org/officeDocument/2006/relationships/image" Target="../media/image819.png"/><Relationship Id="rId76" Type="http://schemas.openxmlformats.org/officeDocument/2006/relationships/customXml" Target="../ink/ink834.xml"/><Relationship Id="rId97" Type="http://schemas.openxmlformats.org/officeDocument/2006/relationships/image" Target="../media/image840.png"/><Relationship Id="rId104" Type="http://schemas.openxmlformats.org/officeDocument/2006/relationships/customXml" Target="../ink/ink848.xml"/><Relationship Id="rId120" Type="http://schemas.openxmlformats.org/officeDocument/2006/relationships/customXml" Target="../ink/ink856.xml"/><Relationship Id="rId125" Type="http://schemas.openxmlformats.org/officeDocument/2006/relationships/image" Target="../media/image853.png"/><Relationship Id="rId7" Type="http://schemas.openxmlformats.org/officeDocument/2006/relationships/image" Target="../media/image795.png"/><Relationship Id="rId71" Type="http://schemas.openxmlformats.org/officeDocument/2006/relationships/image" Target="../media/image827.png"/><Relationship Id="rId92" Type="http://schemas.openxmlformats.org/officeDocument/2006/relationships/customXml" Target="../ink/ink842.xml"/><Relationship Id="rId2" Type="http://schemas.openxmlformats.org/officeDocument/2006/relationships/customXml" Target="../ink/ink797.xml"/><Relationship Id="rId29" Type="http://schemas.openxmlformats.org/officeDocument/2006/relationships/image" Target="../media/image806.png"/><Relationship Id="rId24" Type="http://schemas.openxmlformats.org/officeDocument/2006/relationships/customXml" Target="../ink/ink808.xml"/><Relationship Id="rId40" Type="http://schemas.openxmlformats.org/officeDocument/2006/relationships/customXml" Target="../ink/ink816.xml"/><Relationship Id="rId45" Type="http://schemas.openxmlformats.org/officeDocument/2006/relationships/image" Target="../media/image814.png"/><Relationship Id="rId66" Type="http://schemas.openxmlformats.org/officeDocument/2006/relationships/customXml" Target="../ink/ink829.xml"/><Relationship Id="rId87" Type="http://schemas.openxmlformats.org/officeDocument/2006/relationships/image" Target="../media/image835.png"/><Relationship Id="rId110" Type="http://schemas.openxmlformats.org/officeDocument/2006/relationships/customXml" Target="../ink/ink851.xml"/><Relationship Id="rId115" Type="http://schemas.openxmlformats.org/officeDocument/2006/relationships/image" Target="../media/image848.png"/><Relationship Id="rId131" Type="http://schemas.openxmlformats.org/officeDocument/2006/relationships/image" Target="../media/image856.png"/><Relationship Id="rId136" Type="http://schemas.openxmlformats.org/officeDocument/2006/relationships/customXml" Target="../ink/ink864.xml"/><Relationship Id="rId61" Type="http://schemas.openxmlformats.org/officeDocument/2006/relationships/image" Target="../media/image822.png"/><Relationship Id="rId82" Type="http://schemas.openxmlformats.org/officeDocument/2006/relationships/customXml" Target="../ink/ink837.xml"/><Relationship Id="rId19" Type="http://schemas.openxmlformats.org/officeDocument/2006/relationships/image" Target="../media/image801.png"/><Relationship Id="rId14" Type="http://schemas.openxmlformats.org/officeDocument/2006/relationships/customXml" Target="../ink/ink803.xml"/><Relationship Id="rId30" Type="http://schemas.openxmlformats.org/officeDocument/2006/relationships/customXml" Target="../ink/ink811.xml"/><Relationship Id="rId35" Type="http://schemas.openxmlformats.org/officeDocument/2006/relationships/image" Target="../media/image809.png"/><Relationship Id="rId56" Type="http://schemas.openxmlformats.org/officeDocument/2006/relationships/customXml" Target="../ink/ink824.xml"/><Relationship Id="rId77" Type="http://schemas.openxmlformats.org/officeDocument/2006/relationships/image" Target="../media/image830.png"/><Relationship Id="rId100" Type="http://schemas.openxmlformats.org/officeDocument/2006/relationships/customXml" Target="../ink/ink846.xml"/><Relationship Id="rId105" Type="http://schemas.openxmlformats.org/officeDocument/2006/relationships/image" Target="../media/image843.png"/><Relationship Id="rId126" Type="http://schemas.openxmlformats.org/officeDocument/2006/relationships/customXml" Target="../ink/ink859.xml"/><Relationship Id="rId8" Type="http://schemas.openxmlformats.org/officeDocument/2006/relationships/customXml" Target="../ink/ink800.xml"/><Relationship Id="rId51" Type="http://schemas.openxmlformats.org/officeDocument/2006/relationships/image" Target="../media/image817.png"/><Relationship Id="rId72" Type="http://schemas.openxmlformats.org/officeDocument/2006/relationships/customXml" Target="../ink/ink832.xml"/><Relationship Id="rId93" Type="http://schemas.openxmlformats.org/officeDocument/2006/relationships/image" Target="../media/image838.png"/><Relationship Id="rId98" Type="http://schemas.openxmlformats.org/officeDocument/2006/relationships/customXml" Target="../ink/ink845.xml"/><Relationship Id="rId121" Type="http://schemas.openxmlformats.org/officeDocument/2006/relationships/image" Target="../media/image851.png"/><Relationship Id="rId3" Type="http://schemas.openxmlformats.org/officeDocument/2006/relationships/image" Target="../media/image793.png"/><Relationship Id="rId25" Type="http://schemas.openxmlformats.org/officeDocument/2006/relationships/image" Target="../media/image804.png"/><Relationship Id="rId46" Type="http://schemas.openxmlformats.org/officeDocument/2006/relationships/customXml" Target="../ink/ink819.xml"/><Relationship Id="rId67" Type="http://schemas.openxmlformats.org/officeDocument/2006/relationships/image" Target="../media/image825.png"/><Relationship Id="rId116" Type="http://schemas.openxmlformats.org/officeDocument/2006/relationships/customXml" Target="../ink/ink854.xml"/><Relationship Id="rId137" Type="http://schemas.openxmlformats.org/officeDocument/2006/relationships/image" Target="../media/image859.png"/><Relationship Id="rId20" Type="http://schemas.openxmlformats.org/officeDocument/2006/relationships/customXml" Target="../ink/ink806.xml"/><Relationship Id="rId41" Type="http://schemas.openxmlformats.org/officeDocument/2006/relationships/image" Target="../media/image812.png"/><Relationship Id="rId62" Type="http://schemas.openxmlformats.org/officeDocument/2006/relationships/customXml" Target="../ink/ink827.xml"/><Relationship Id="rId83" Type="http://schemas.openxmlformats.org/officeDocument/2006/relationships/image" Target="../media/image833.png"/><Relationship Id="rId88" Type="http://schemas.openxmlformats.org/officeDocument/2006/relationships/customXml" Target="../ink/ink840.xml"/><Relationship Id="rId111" Type="http://schemas.openxmlformats.org/officeDocument/2006/relationships/image" Target="../media/image846.png"/><Relationship Id="rId132" Type="http://schemas.openxmlformats.org/officeDocument/2006/relationships/customXml" Target="../ink/ink862.xml"/><Relationship Id="rId15" Type="http://schemas.openxmlformats.org/officeDocument/2006/relationships/image" Target="../media/image799.png"/><Relationship Id="rId36" Type="http://schemas.openxmlformats.org/officeDocument/2006/relationships/customXml" Target="../ink/ink814.xml"/><Relationship Id="rId57" Type="http://schemas.openxmlformats.org/officeDocument/2006/relationships/image" Target="../media/image820.png"/><Relationship Id="rId106" Type="http://schemas.openxmlformats.org/officeDocument/2006/relationships/customXml" Target="../ink/ink849.xml"/><Relationship Id="rId127" Type="http://schemas.openxmlformats.org/officeDocument/2006/relationships/image" Target="../media/image854.png"/><Relationship Id="rId10" Type="http://schemas.openxmlformats.org/officeDocument/2006/relationships/customXml" Target="../ink/ink801.xml"/><Relationship Id="rId31" Type="http://schemas.openxmlformats.org/officeDocument/2006/relationships/image" Target="../media/image807.png"/><Relationship Id="rId52" Type="http://schemas.openxmlformats.org/officeDocument/2006/relationships/customXml" Target="../ink/ink822.xml"/><Relationship Id="rId73" Type="http://schemas.openxmlformats.org/officeDocument/2006/relationships/image" Target="../media/image828.png"/><Relationship Id="rId78" Type="http://schemas.openxmlformats.org/officeDocument/2006/relationships/customXml" Target="../ink/ink835.xml"/><Relationship Id="rId94" Type="http://schemas.openxmlformats.org/officeDocument/2006/relationships/customXml" Target="../ink/ink843.xml"/><Relationship Id="rId99" Type="http://schemas.openxmlformats.org/officeDocument/2006/relationships/image" Target="../media/image841.png"/><Relationship Id="rId101" Type="http://schemas.openxmlformats.org/officeDocument/2006/relationships/image" Target="../media/image470.png"/><Relationship Id="rId122" Type="http://schemas.openxmlformats.org/officeDocument/2006/relationships/customXml" Target="../ink/ink857.xml"/><Relationship Id="rId4" Type="http://schemas.openxmlformats.org/officeDocument/2006/relationships/customXml" Target="../ink/ink798.xml"/><Relationship Id="rId9" Type="http://schemas.openxmlformats.org/officeDocument/2006/relationships/image" Target="../media/image796.png"/><Relationship Id="rId26" Type="http://schemas.openxmlformats.org/officeDocument/2006/relationships/customXml" Target="../ink/ink809.xml"/><Relationship Id="rId47" Type="http://schemas.openxmlformats.org/officeDocument/2006/relationships/image" Target="../media/image815.png"/><Relationship Id="rId68" Type="http://schemas.openxmlformats.org/officeDocument/2006/relationships/customXml" Target="../ink/ink830.xml"/><Relationship Id="rId89" Type="http://schemas.openxmlformats.org/officeDocument/2006/relationships/image" Target="../media/image836.png"/><Relationship Id="rId112" Type="http://schemas.openxmlformats.org/officeDocument/2006/relationships/customXml" Target="../ink/ink852.xml"/><Relationship Id="rId133" Type="http://schemas.openxmlformats.org/officeDocument/2006/relationships/image" Target="../media/image857.png"/></Relationships>
</file>

<file path=ppt/slides/_rels/slide1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918.png"/><Relationship Id="rId299" Type="http://schemas.openxmlformats.org/officeDocument/2006/relationships/customXml" Target="../ink/ink1015.xml"/><Relationship Id="rId21" Type="http://schemas.openxmlformats.org/officeDocument/2006/relationships/image" Target="../media/image870.png"/><Relationship Id="rId63" Type="http://schemas.openxmlformats.org/officeDocument/2006/relationships/image" Target="../media/image891.png"/><Relationship Id="rId159" Type="http://schemas.openxmlformats.org/officeDocument/2006/relationships/image" Target="../media/image939.png"/><Relationship Id="rId324" Type="http://schemas.openxmlformats.org/officeDocument/2006/relationships/image" Target="../media/image1020.png"/><Relationship Id="rId366" Type="http://schemas.openxmlformats.org/officeDocument/2006/relationships/image" Target="../media/image1041.png"/><Relationship Id="rId170" Type="http://schemas.openxmlformats.org/officeDocument/2006/relationships/customXml" Target="../ink/ink950.xml"/><Relationship Id="rId226" Type="http://schemas.openxmlformats.org/officeDocument/2006/relationships/customXml" Target="../ink/ink978.xml"/><Relationship Id="rId433" Type="http://schemas.openxmlformats.org/officeDocument/2006/relationships/customXml" Target="../ink/ink1082.xml"/><Relationship Id="rId268" Type="http://schemas.openxmlformats.org/officeDocument/2006/relationships/image" Target="../media/image993.png"/><Relationship Id="rId32" Type="http://schemas.openxmlformats.org/officeDocument/2006/relationships/customXml" Target="../ink/ink881.xml"/><Relationship Id="rId74" Type="http://schemas.openxmlformats.org/officeDocument/2006/relationships/customXml" Target="../ink/ink902.xml"/><Relationship Id="rId128" Type="http://schemas.openxmlformats.org/officeDocument/2006/relationships/customXml" Target="../ink/ink929.xml"/><Relationship Id="rId335" Type="http://schemas.openxmlformats.org/officeDocument/2006/relationships/customXml" Target="../ink/ink1033.xml"/><Relationship Id="rId377" Type="http://schemas.openxmlformats.org/officeDocument/2006/relationships/customXml" Target="../ink/ink1054.xml"/><Relationship Id="rId5" Type="http://schemas.openxmlformats.org/officeDocument/2006/relationships/image" Target="../media/image862.png"/><Relationship Id="rId181" Type="http://schemas.openxmlformats.org/officeDocument/2006/relationships/image" Target="../media/image950.png"/><Relationship Id="rId237" Type="http://schemas.openxmlformats.org/officeDocument/2006/relationships/image" Target="../media/image978.png"/><Relationship Id="rId402" Type="http://schemas.openxmlformats.org/officeDocument/2006/relationships/image" Target="../media/image1059.png"/><Relationship Id="rId279" Type="http://schemas.openxmlformats.org/officeDocument/2006/relationships/customXml" Target="../ink/ink1005.xml"/><Relationship Id="rId444" Type="http://schemas.openxmlformats.org/officeDocument/2006/relationships/image" Target="../media/image1080.png"/><Relationship Id="rId43" Type="http://schemas.openxmlformats.org/officeDocument/2006/relationships/image" Target="../media/image881.png"/><Relationship Id="rId139" Type="http://schemas.openxmlformats.org/officeDocument/2006/relationships/image" Target="../media/image929.png"/><Relationship Id="rId290" Type="http://schemas.openxmlformats.org/officeDocument/2006/relationships/image" Target="../media/image1004.png"/><Relationship Id="rId304" Type="http://schemas.openxmlformats.org/officeDocument/2006/relationships/image" Target="../media/image1011.png"/><Relationship Id="rId346" Type="http://schemas.openxmlformats.org/officeDocument/2006/relationships/image" Target="../media/image1031.png"/><Relationship Id="rId388" Type="http://schemas.openxmlformats.org/officeDocument/2006/relationships/image" Target="../media/image1052.png"/><Relationship Id="rId85" Type="http://schemas.openxmlformats.org/officeDocument/2006/relationships/image" Target="../media/image902.png"/><Relationship Id="rId150" Type="http://schemas.openxmlformats.org/officeDocument/2006/relationships/customXml" Target="../ink/ink940.xml"/><Relationship Id="rId192" Type="http://schemas.openxmlformats.org/officeDocument/2006/relationships/customXml" Target="../ink/ink961.xml"/><Relationship Id="rId206" Type="http://schemas.openxmlformats.org/officeDocument/2006/relationships/customXml" Target="../ink/ink968.xml"/><Relationship Id="rId413" Type="http://schemas.openxmlformats.org/officeDocument/2006/relationships/customXml" Target="../ink/ink1072.xml"/><Relationship Id="rId248" Type="http://schemas.openxmlformats.org/officeDocument/2006/relationships/customXml" Target="../ink/ink989.xml"/><Relationship Id="rId455" Type="http://schemas.openxmlformats.org/officeDocument/2006/relationships/customXml" Target="../ink/ink1093.xml"/><Relationship Id="rId12" Type="http://schemas.openxmlformats.org/officeDocument/2006/relationships/customXml" Target="../ink/ink871.xml"/><Relationship Id="rId108" Type="http://schemas.openxmlformats.org/officeDocument/2006/relationships/customXml" Target="../ink/ink919.xml"/><Relationship Id="rId315" Type="http://schemas.openxmlformats.org/officeDocument/2006/relationships/customXml" Target="../ink/ink1023.xml"/><Relationship Id="rId357" Type="http://schemas.openxmlformats.org/officeDocument/2006/relationships/customXml" Target="../ink/ink1044.xml"/><Relationship Id="rId54" Type="http://schemas.openxmlformats.org/officeDocument/2006/relationships/customXml" Target="../ink/ink892.xml"/><Relationship Id="rId96" Type="http://schemas.openxmlformats.org/officeDocument/2006/relationships/customXml" Target="../ink/ink913.xml"/><Relationship Id="rId161" Type="http://schemas.openxmlformats.org/officeDocument/2006/relationships/image" Target="../media/image940.png"/><Relationship Id="rId217" Type="http://schemas.openxmlformats.org/officeDocument/2006/relationships/image" Target="../media/image968.png"/><Relationship Id="rId399" Type="http://schemas.openxmlformats.org/officeDocument/2006/relationships/customXml" Target="../ink/ink1065.xml"/><Relationship Id="rId259" Type="http://schemas.openxmlformats.org/officeDocument/2006/relationships/customXml" Target="../ink/ink995.xml"/><Relationship Id="rId424" Type="http://schemas.openxmlformats.org/officeDocument/2006/relationships/image" Target="../media/image1070.png"/><Relationship Id="rId466" Type="http://schemas.openxmlformats.org/officeDocument/2006/relationships/image" Target="../media/image1091.png"/><Relationship Id="rId23" Type="http://schemas.openxmlformats.org/officeDocument/2006/relationships/image" Target="../media/image871.png"/><Relationship Id="rId119" Type="http://schemas.openxmlformats.org/officeDocument/2006/relationships/image" Target="../media/image919.png"/><Relationship Id="rId270" Type="http://schemas.openxmlformats.org/officeDocument/2006/relationships/image" Target="../media/image994.png"/><Relationship Id="rId326" Type="http://schemas.openxmlformats.org/officeDocument/2006/relationships/image" Target="../media/image1021.png"/><Relationship Id="rId65" Type="http://schemas.openxmlformats.org/officeDocument/2006/relationships/image" Target="../media/image892.png"/><Relationship Id="rId130" Type="http://schemas.openxmlformats.org/officeDocument/2006/relationships/customXml" Target="../ink/ink930.xml"/><Relationship Id="rId368" Type="http://schemas.openxmlformats.org/officeDocument/2006/relationships/image" Target="../media/image1042.png"/><Relationship Id="rId172" Type="http://schemas.openxmlformats.org/officeDocument/2006/relationships/customXml" Target="../ink/ink951.xml"/><Relationship Id="rId228" Type="http://schemas.openxmlformats.org/officeDocument/2006/relationships/customXml" Target="../ink/ink979.xml"/><Relationship Id="rId435" Type="http://schemas.openxmlformats.org/officeDocument/2006/relationships/customXml" Target="../ink/ink1083.xml"/><Relationship Id="rId281" Type="http://schemas.openxmlformats.org/officeDocument/2006/relationships/customXml" Target="../ink/ink1006.xml"/><Relationship Id="rId337" Type="http://schemas.openxmlformats.org/officeDocument/2006/relationships/customXml" Target="../ink/ink1034.xml"/><Relationship Id="rId34" Type="http://schemas.openxmlformats.org/officeDocument/2006/relationships/customXml" Target="../ink/ink882.xml"/><Relationship Id="rId76" Type="http://schemas.openxmlformats.org/officeDocument/2006/relationships/customXml" Target="../ink/ink903.xml"/><Relationship Id="rId141" Type="http://schemas.openxmlformats.org/officeDocument/2006/relationships/image" Target="../media/image930.png"/><Relationship Id="rId379" Type="http://schemas.openxmlformats.org/officeDocument/2006/relationships/customXml" Target="../ink/ink1055.xml"/><Relationship Id="rId7" Type="http://schemas.openxmlformats.org/officeDocument/2006/relationships/image" Target="../media/image863.png"/><Relationship Id="rId183" Type="http://schemas.openxmlformats.org/officeDocument/2006/relationships/image" Target="../media/image951.png"/><Relationship Id="rId239" Type="http://schemas.openxmlformats.org/officeDocument/2006/relationships/image" Target="../media/image979.png"/><Relationship Id="rId390" Type="http://schemas.openxmlformats.org/officeDocument/2006/relationships/image" Target="../media/image1053.png"/><Relationship Id="rId404" Type="http://schemas.openxmlformats.org/officeDocument/2006/relationships/image" Target="../media/image1060.png"/><Relationship Id="rId446" Type="http://schemas.openxmlformats.org/officeDocument/2006/relationships/image" Target="../media/image1081.png"/><Relationship Id="rId250" Type="http://schemas.openxmlformats.org/officeDocument/2006/relationships/customXml" Target="../ink/ink990.xml"/><Relationship Id="rId292" Type="http://schemas.openxmlformats.org/officeDocument/2006/relationships/image" Target="../media/image1005.png"/><Relationship Id="rId306" Type="http://schemas.openxmlformats.org/officeDocument/2006/relationships/image" Target="../media/image1012.png"/><Relationship Id="rId45" Type="http://schemas.openxmlformats.org/officeDocument/2006/relationships/image" Target="../media/image882.png"/><Relationship Id="rId87" Type="http://schemas.openxmlformats.org/officeDocument/2006/relationships/image" Target="../media/image903.png"/><Relationship Id="rId110" Type="http://schemas.openxmlformats.org/officeDocument/2006/relationships/customXml" Target="../ink/ink920.xml"/><Relationship Id="rId348" Type="http://schemas.openxmlformats.org/officeDocument/2006/relationships/image" Target="../media/image1032.png"/><Relationship Id="rId152" Type="http://schemas.openxmlformats.org/officeDocument/2006/relationships/customXml" Target="../ink/ink941.xml"/><Relationship Id="rId194" Type="http://schemas.openxmlformats.org/officeDocument/2006/relationships/customXml" Target="../ink/ink962.xml"/><Relationship Id="rId208" Type="http://schemas.openxmlformats.org/officeDocument/2006/relationships/customXml" Target="../ink/ink969.xml"/><Relationship Id="rId415" Type="http://schemas.openxmlformats.org/officeDocument/2006/relationships/customXml" Target="../ink/ink1073.xml"/><Relationship Id="rId457" Type="http://schemas.openxmlformats.org/officeDocument/2006/relationships/customXml" Target="../ink/ink1094.xml"/><Relationship Id="rId261" Type="http://schemas.openxmlformats.org/officeDocument/2006/relationships/customXml" Target="../ink/ink996.xml"/><Relationship Id="rId14" Type="http://schemas.openxmlformats.org/officeDocument/2006/relationships/customXml" Target="../ink/ink872.xml"/><Relationship Id="rId56" Type="http://schemas.openxmlformats.org/officeDocument/2006/relationships/customXml" Target="../ink/ink893.xml"/><Relationship Id="rId317" Type="http://schemas.openxmlformats.org/officeDocument/2006/relationships/customXml" Target="../ink/ink1024.xml"/><Relationship Id="rId359" Type="http://schemas.openxmlformats.org/officeDocument/2006/relationships/customXml" Target="../ink/ink1045.xml"/><Relationship Id="rId98" Type="http://schemas.openxmlformats.org/officeDocument/2006/relationships/customXml" Target="../ink/ink914.xml"/><Relationship Id="rId121" Type="http://schemas.openxmlformats.org/officeDocument/2006/relationships/image" Target="../media/image920.png"/><Relationship Id="rId163" Type="http://schemas.openxmlformats.org/officeDocument/2006/relationships/image" Target="../media/image941.png"/><Relationship Id="rId219" Type="http://schemas.openxmlformats.org/officeDocument/2006/relationships/image" Target="../media/image969.png"/><Relationship Id="rId370" Type="http://schemas.openxmlformats.org/officeDocument/2006/relationships/image" Target="../media/image1043.png"/><Relationship Id="rId426" Type="http://schemas.openxmlformats.org/officeDocument/2006/relationships/image" Target="../media/image1071.png"/><Relationship Id="rId230" Type="http://schemas.openxmlformats.org/officeDocument/2006/relationships/customXml" Target="../ink/ink980.xml"/><Relationship Id="rId25" Type="http://schemas.openxmlformats.org/officeDocument/2006/relationships/image" Target="../media/image872.png"/><Relationship Id="rId67" Type="http://schemas.openxmlformats.org/officeDocument/2006/relationships/image" Target="../media/image893.png"/><Relationship Id="rId272" Type="http://schemas.openxmlformats.org/officeDocument/2006/relationships/image" Target="../media/image995.png"/><Relationship Id="rId328" Type="http://schemas.openxmlformats.org/officeDocument/2006/relationships/image" Target="../media/image1022.png"/><Relationship Id="rId132" Type="http://schemas.openxmlformats.org/officeDocument/2006/relationships/customXml" Target="../ink/ink931.xml"/><Relationship Id="rId174" Type="http://schemas.openxmlformats.org/officeDocument/2006/relationships/customXml" Target="../ink/ink952.xml"/><Relationship Id="rId381" Type="http://schemas.openxmlformats.org/officeDocument/2006/relationships/customXml" Target="../ink/ink1056.xml"/><Relationship Id="rId241" Type="http://schemas.openxmlformats.org/officeDocument/2006/relationships/image" Target="../media/image980.png"/><Relationship Id="rId437" Type="http://schemas.openxmlformats.org/officeDocument/2006/relationships/customXml" Target="../ink/ink1084.xml"/><Relationship Id="rId36" Type="http://schemas.openxmlformats.org/officeDocument/2006/relationships/customXml" Target="../ink/ink883.xml"/><Relationship Id="rId283" Type="http://schemas.openxmlformats.org/officeDocument/2006/relationships/customXml" Target="../ink/ink1007.xml"/><Relationship Id="rId339" Type="http://schemas.openxmlformats.org/officeDocument/2006/relationships/customXml" Target="../ink/ink1035.xml"/><Relationship Id="rId78" Type="http://schemas.openxmlformats.org/officeDocument/2006/relationships/customXml" Target="../ink/ink904.xml"/><Relationship Id="rId101" Type="http://schemas.openxmlformats.org/officeDocument/2006/relationships/image" Target="../media/image910.png"/><Relationship Id="rId143" Type="http://schemas.openxmlformats.org/officeDocument/2006/relationships/image" Target="../media/image931.png"/><Relationship Id="rId185" Type="http://schemas.openxmlformats.org/officeDocument/2006/relationships/image" Target="../media/image952.png"/><Relationship Id="rId350" Type="http://schemas.openxmlformats.org/officeDocument/2006/relationships/image" Target="../media/image1033.png"/><Relationship Id="rId406" Type="http://schemas.openxmlformats.org/officeDocument/2006/relationships/image" Target="../media/image1061.png"/><Relationship Id="rId9" Type="http://schemas.openxmlformats.org/officeDocument/2006/relationships/image" Target="../media/image864.png"/><Relationship Id="rId210" Type="http://schemas.openxmlformats.org/officeDocument/2006/relationships/customXml" Target="../ink/ink970.xml"/><Relationship Id="rId392" Type="http://schemas.openxmlformats.org/officeDocument/2006/relationships/image" Target="../media/image1054.png"/><Relationship Id="rId448" Type="http://schemas.openxmlformats.org/officeDocument/2006/relationships/image" Target="../media/image1082.png"/><Relationship Id="rId252" Type="http://schemas.openxmlformats.org/officeDocument/2006/relationships/customXml" Target="../ink/ink991.xml"/><Relationship Id="rId294" Type="http://schemas.openxmlformats.org/officeDocument/2006/relationships/image" Target="../media/image1006.png"/><Relationship Id="rId308" Type="http://schemas.openxmlformats.org/officeDocument/2006/relationships/image" Target="../media/image1013.png"/><Relationship Id="rId47" Type="http://schemas.openxmlformats.org/officeDocument/2006/relationships/image" Target="../media/image883.png"/><Relationship Id="rId89" Type="http://schemas.openxmlformats.org/officeDocument/2006/relationships/image" Target="../media/image904.png"/><Relationship Id="rId112" Type="http://schemas.openxmlformats.org/officeDocument/2006/relationships/customXml" Target="../ink/ink921.xml"/><Relationship Id="rId154" Type="http://schemas.openxmlformats.org/officeDocument/2006/relationships/customXml" Target="../ink/ink942.xml"/><Relationship Id="rId361" Type="http://schemas.openxmlformats.org/officeDocument/2006/relationships/customXml" Target="../ink/ink1046.xml"/><Relationship Id="rId196" Type="http://schemas.openxmlformats.org/officeDocument/2006/relationships/customXml" Target="../ink/ink963.xml"/><Relationship Id="rId417" Type="http://schemas.openxmlformats.org/officeDocument/2006/relationships/customXml" Target="../ink/ink1074.xml"/><Relationship Id="rId459" Type="http://schemas.openxmlformats.org/officeDocument/2006/relationships/customXml" Target="../ink/ink1095.xml"/><Relationship Id="rId16" Type="http://schemas.openxmlformats.org/officeDocument/2006/relationships/customXml" Target="../ink/ink873.xml"/><Relationship Id="rId221" Type="http://schemas.openxmlformats.org/officeDocument/2006/relationships/image" Target="../media/image970.png"/><Relationship Id="rId263" Type="http://schemas.openxmlformats.org/officeDocument/2006/relationships/customXml" Target="../ink/ink997.xml"/><Relationship Id="rId319" Type="http://schemas.openxmlformats.org/officeDocument/2006/relationships/customXml" Target="../ink/ink1025.xml"/><Relationship Id="rId58" Type="http://schemas.openxmlformats.org/officeDocument/2006/relationships/customXml" Target="../ink/ink894.xml"/><Relationship Id="rId123" Type="http://schemas.openxmlformats.org/officeDocument/2006/relationships/image" Target="../media/image921.png"/><Relationship Id="rId330" Type="http://schemas.openxmlformats.org/officeDocument/2006/relationships/image" Target="../media/image1023.png"/><Relationship Id="rId165" Type="http://schemas.openxmlformats.org/officeDocument/2006/relationships/image" Target="../media/image942.png"/><Relationship Id="rId372" Type="http://schemas.openxmlformats.org/officeDocument/2006/relationships/image" Target="../media/image1044.png"/><Relationship Id="rId428" Type="http://schemas.openxmlformats.org/officeDocument/2006/relationships/image" Target="../media/image1072.png"/><Relationship Id="rId232" Type="http://schemas.openxmlformats.org/officeDocument/2006/relationships/customXml" Target="../ink/ink981.xml"/><Relationship Id="rId274" Type="http://schemas.openxmlformats.org/officeDocument/2006/relationships/image" Target="../media/image996.png"/><Relationship Id="rId27" Type="http://schemas.openxmlformats.org/officeDocument/2006/relationships/image" Target="../media/image873.png"/><Relationship Id="rId69" Type="http://schemas.openxmlformats.org/officeDocument/2006/relationships/image" Target="../media/image894.png"/><Relationship Id="rId134" Type="http://schemas.openxmlformats.org/officeDocument/2006/relationships/customXml" Target="../ink/ink932.xml"/><Relationship Id="rId80" Type="http://schemas.openxmlformats.org/officeDocument/2006/relationships/customXml" Target="../ink/ink905.xml"/><Relationship Id="rId176" Type="http://schemas.openxmlformats.org/officeDocument/2006/relationships/customXml" Target="../ink/ink953.xml"/><Relationship Id="rId341" Type="http://schemas.openxmlformats.org/officeDocument/2006/relationships/customXml" Target="../ink/ink1036.xml"/><Relationship Id="rId383" Type="http://schemas.openxmlformats.org/officeDocument/2006/relationships/customXml" Target="../ink/ink1057.xml"/><Relationship Id="rId439" Type="http://schemas.openxmlformats.org/officeDocument/2006/relationships/customXml" Target="../ink/ink1085.xml"/><Relationship Id="rId201" Type="http://schemas.openxmlformats.org/officeDocument/2006/relationships/image" Target="../media/image960.png"/><Relationship Id="rId243" Type="http://schemas.openxmlformats.org/officeDocument/2006/relationships/image" Target="../media/image981.png"/><Relationship Id="rId285" Type="http://schemas.openxmlformats.org/officeDocument/2006/relationships/customXml" Target="../ink/ink1008.xml"/><Relationship Id="rId450" Type="http://schemas.openxmlformats.org/officeDocument/2006/relationships/image" Target="../media/image1083.png"/><Relationship Id="rId38" Type="http://schemas.openxmlformats.org/officeDocument/2006/relationships/customXml" Target="../ink/ink884.xml"/><Relationship Id="rId103" Type="http://schemas.openxmlformats.org/officeDocument/2006/relationships/image" Target="../media/image911.png"/><Relationship Id="rId310" Type="http://schemas.openxmlformats.org/officeDocument/2006/relationships/image" Target="../media/image484.png"/><Relationship Id="rId91" Type="http://schemas.openxmlformats.org/officeDocument/2006/relationships/image" Target="../media/image905.png"/><Relationship Id="rId145" Type="http://schemas.openxmlformats.org/officeDocument/2006/relationships/image" Target="../media/image932.png"/><Relationship Id="rId187" Type="http://schemas.openxmlformats.org/officeDocument/2006/relationships/image" Target="../media/image953.png"/><Relationship Id="rId352" Type="http://schemas.openxmlformats.org/officeDocument/2006/relationships/image" Target="../media/image1034.png"/><Relationship Id="rId394" Type="http://schemas.openxmlformats.org/officeDocument/2006/relationships/image" Target="../media/image1055.png"/><Relationship Id="rId408" Type="http://schemas.openxmlformats.org/officeDocument/2006/relationships/image" Target="../media/image1062.png"/><Relationship Id="rId212" Type="http://schemas.openxmlformats.org/officeDocument/2006/relationships/customXml" Target="../ink/ink971.xml"/><Relationship Id="rId254" Type="http://schemas.openxmlformats.org/officeDocument/2006/relationships/customXml" Target="../ink/ink992.xml"/><Relationship Id="rId49" Type="http://schemas.openxmlformats.org/officeDocument/2006/relationships/image" Target="../media/image884.png"/><Relationship Id="rId114" Type="http://schemas.openxmlformats.org/officeDocument/2006/relationships/customXml" Target="../ink/ink922.xml"/><Relationship Id="rId296" Type="http://schemas.openxmlformats.org/officeDocument/2006/relationships/image" Target="../media/image1007.png"/><Relationship Id="rId461" Type="http://schemas.openxmlformats.org/officeDocument/2006/relationships/customXml" Target="../ink/ink1096.xml"/><Relationship Id="rId60" Type="http://schemas.openxmlformats.org/officeDocument/2006/relationships/customXml" Target="../ink/ink895.xml"/><Relationship Id="rId156" Type="http://schemas.openxmlformats.org/officeDocument/2006/relationships/customXml" Target="../ink/ink943.xml"/><Relationship Id="rId198" Type="http://schemas.openxmlformats.org/officeDocument/2006/relationships/customXml" Target="../ink/ink964.xml"/><Relationship Id="rId321" Type="http://schemas.openxmlformats.org/officeDocument/2006/relationships/customXml" Target="../ink/ink1026.xml"/><Relationship Id="rId363" Type="http://schemas.openxmlformats.org/officeDocument/2006/relationships/customXml" Target="../ink/ink1047.xml"/><Relationship Id="rId419" Type="http://schemas.openxmlformats.org/officeDocument/2006/relationships/customXml" Target="../ink/ink1075.xml"/><Relationship Id="rId223" Type="http://schemas.openxmlformats.org/officeDocument/2006/relationships/image" Target="../media/image971.png"/><Relationship Id="rId430" Type="http://schemas.openxmlformats.org/officeDocument/2006/relationships/image" Target="../media/image1073.png"/><Relationship Id="rId18" Type="http://schemas.openxmlformats.org/officeDocument/2006/relationships/customXml" Target="../ink/ink874.xml"/><Relationship Id="rId265" Type="http://schemas.openxmlformats.org/officeDocument/2006/relationships/customXml" Target="../ink/ink998.xml"/><Relationship Id="rId125" Type="http://schemas.openxmlformats.org/officeDocument/2006/relationships/image" Target="../media/image922.png"/><Relationship Id="rId167" Type="http://schemas.openxmlformats.org/officeDocument/2006/relationships/image" Target="../media/image943.png"/><Relationship Id="rId332" Type="http://schemas.openxmlformats.org/officeDocument/2006/relationships/image" Target="../media/image1024.png"/><Relationship Id="rId374" Type="http://schemas.openxmlformats.org/officeDocument/2006/relationships/image" Target="../media/image1045.png"/><Relationship Id="rId71" Type="http://schemas.openxmlformats.org/officeDocument/2006/relationships/image" Target="../media/image895.png"/><Relationship Id="rId234" Type="http://schemas.openxmlformats.org/officeDocument/2006/relationships/customXml" Target="../ink/ink982.xml"/><Relationship Id="rId2" Type="http://schemas.openxmlformats.org/officeDocument/2006/relationships/customXml" Target="../ink/ink866.xml"/><Relationship Id="rId29" Type="http://schemas.openxmlformats.org/officeDocument/2006/relationships/image" Target="../media/image874.png"/><Relationship Id="rId276" Type="http://schemas.openxmlformats.org/officeDocument/2006/relationships/image" Target="../media/image997.png"/><Relationship Id="rId441" Type="http://schemas.openxmlformats.org/officeDocument/2006/relationships/customXml" Target="../ink/ink1086.xml"/><Relationship Id="rId40" Type="http://schemas.openxmlformats.org/officeDocument/2006/relationships/customXml" Target="../ink/ink885.xml"/><Relationship Id="rId136" Type="http://schemas.openxmlformats.org/officeDocument/2006/relationships/customXml" Target="../ink/ink933.xml"/><Relationship Id="rId178" Type="http://schemas.openxmlformats.org/officeDocument/2006/relationships/customXml" Target="../ink/ink954.xml"/><Relationship Id="rId301" Type="http://schemas.openxmlformats.org/officeDocument/2006/relationships/customXml" Target="../ink/ink1016.xml"/><Relationship Id="rId343" Type="http://schemas.openxmlformats.org/officeDocument/2006/relationships/customXml" Target="../ink/ink1037.xml"/><Relationship Id="rId61" Type="http://schemas.openxmlformats.org/officeDocument/2006/relationships/image" Target="../media/image890.png"/><Relationship Id="rId82" Type="http://schemas.openxmlformats.org/officeDocument/2006/relationships/customXml" Target="../ink/ink906.xml"/><Relationship Id="rId199" Type="http://schemas.openxmlformats.org/officeDocument/2006/relationships/image" Target="../media/image959.png"/><Relationship Id="rId203" Type="http://schemas.openxmlformats.org/officeDocument/2006/relationships/image" Target="../media/image961.png"/><Relationship Id="rId385" Type="http://schemas.openxmlformats.org/officeDocument/2006/relationships/customXml" Target="../ink/ink1058.xml"/><Relationship Id="rId19" Type="http://schemas.openxmlformats.org/officeDocument/2006/relationships/image" Target="../media/image869.png"/><Relationship Id="rId224" Type="http://schemas.openxmlformats.org/officeDocument/2006/relationships/customXml" Target="../ink/ink977.xml"/><Relationship Id="rId245" Type="http://schemas.openxmlformats.org/officeDocument/2006/relationships/image" Target="../media/image982.png"/><Relationship Id="rId266" Type="http://schemas.openxmlformats.org/officeDocument/2006/relationships/image" Target="../media/image992.png"/><Relationship Id="rId287" Type="http://schemas.openxmlformats.org/officeDocument/2006/relationships/customXml" Target="../ink/ink1009.xml"/><Relationship Id="rId410" Type="http://schemas.openxmlformats.org/officeDocument/2006/relationships/image" Target="../media/image1063.png"/><Relationship Id="rId431" Type="http://schemas.openxmlformats.org/officeDocument/2006/relationships/customXml" Target="../ink/ink1081.xml"/><Relationship Id="rId452" Type="http://schemas.openxmlformats.org/officeDocument/2006/relationships/image" Target="../media/image1084.png"/><Relationship Id="rId30" Type="http://schemas.openxmlformats.org/officeDocument/2006/relationships/customXml" Target="../ink/ink880.xml"/><Relationship Id="rId105" Type="http://schemas.openxmlformats.org/officeDocument/2006/relationships/image" Target="../media/image912.png"/><Relationship Id="rId126" Type="http://schemas.openxmlformats.org/officeDocument/2006/relationships/customXml" Target="../ink/ink928.xml"/><Relationship Id="rId147" Type="http://schemas.openxmlformats.org/officeDocument/2006/relationships/image" Target="../media/image933.png"/><Relationship Id="rId168" Type="http://schemas.openxmlformats.org/officeDocument/2006/relationships/customXml" Target="../ink/ink949.xml"/><Relationship Id="rId312" Type="http://schemas.openxmlformats.org/officeDocument/2006/relationships/image" Target="../media/image1014.png"/><Relationship Id="rId333" Type="http://schemas.openxmlformats.org/officeDocument/2006/relationships/customXml" Target="../ink/ink1032.xml"/><Relationship Id="rId354" Type="http://schemas.openxmlformats.org/officeDocument/2006/relationships/image" Target="../media/image1035.png"/><Relationship Id="rId51" Type="http://schemas.openxmlformats.org/officeDocument/2006/relationships/image" Target="../media/image885.png"/><Relationship Id="rId72" Type="http://schemas.openxmlformats.org/officeDocument/2006/relationships/customXml" Target="../ink/ink901.xml"/><Relationship Id="rId93" Type="http://schemas.openxmlformats.org/officeDocument/2006/relationships/image" Target="../media/image906.png"/><Relationship Id="rId189" Type="http://schemas.openxmlformats.org/officeDocument/2006/relationships/image" Target="../media/image954.png"/><Relationship Id="rId375" Type="http://schemas.openxmlformats.org/officeDocument/2006/relationships/customXml" Target="../ink/ink1053.xml"/><Relationship Id="rId396" Type="http://schemas.openxmlformats.org/officeDocument/2006/relationships/image" Target="../media/image1056.png"/><Relationship Id="rId3" Type="http://schemas.openxmlformats.org/officeDocument/2006/relationships/image" Target="../media/image861.png"/><Relationship Id="rId214" Type="http://schemas.openxmlformats.org/officeDocument/2006/relationships/customXml" Target="../ink/ink972.xml"/><Relationship Id="rId235" Type="http://schemas.openxmlformats.org/officeDocument/2006/relationships/image" Target="../media/image977.png"/><Relationship Id="rId256" Type="http://schemas.openxmlformats.org/officeDocument/2006/relationships/customXml" Target="../ink/ink993.xml"/><Relationship Id="rId277" Type="http://schemas.openxmlformats.org/officeDocument/2006/relationships/customXml" Target="../ink/ink1004.xml"/><Relationship Id="rId298" Type="http://schemas.openxmlformats.org/officeDocument/2006/relationships/image" Target="../media/image1008.png"/><Relationship Id="rId400" Type="http://schemas.openxmlformats.org/officeDocument/2006/relationships/image" Target="../media/image1058.png"/><Relationship Id="rId421" Type="http://schemas.openxmlformats.org/officeDocument/2006/relationships/customXml" Target="../ink/ink1076.xml"/><Relationship Id="rId442" Type="http://schemas.openxmlformats.org/officeDocument/2006/relationships/image" Target="../media/image1079.png"/><Relationship Id="rId463" Type="http://schemas.openxmlformats.org/officeDocument/2006/relationships/customXml" Target="../ink/ink1097.xml"/><Relationship Id="rId116" Type="http://schemas.openxmlformats.org/officeDocument/2006/relationships/customXml" Target="../ink/ink923.xml"/><Relationship Id="rId137" Type="http://schemas.openxmlformats.org/officeDocument/2006/relationships/image" Target="../media/image928.png"/><Relationship Id="rId158" Type="http://schemas.openxmlformats.org/officeDocument/2006/relationships/customXml" Target="../ink/ink944.xml"/><Relationship Id="rId302" Type="http://schemas.openxmlformats.org/officeDocument/2006/relationships/image" Target="../media/image1010.png"/><Relationship Id="rId323" Type="http://schemas.openxmlformats.org/officeDocument/2006/relationships/customXml" Target="../ink/ink1027.xml"/><Relationship Id="rId344" Type="http://schemas.openxmlformats.org/officeDocument/2006/relationships/image" Target="../media/image1030.png"/><Relationship Id="rId20" Type="http://schemas.openxmlformats.org/officeDocument/2006/relationships/customXml" Target="../ink/ink875.xml"/><Relationship Id="rId41" Type="http://schemas.openxmlformats.org/officeDocument/2006/relationships/image" Target="../media/image880.png"/><Relationship Id="rId62" Type="http://schemas.openxmlformats.org/officeDocument/2006/relationships/customXml" Target="../ink/ink896.xml"/><Relationship Id="rId83" Type="http://schemas.openxmlformats.org/officeDocument/2006/relationships/image" Target="../media/image901.png"/><Relationship Id="rId179" Type="http://schemas.openxmlformats.org/officeDocument/2006/relationships/image" Target="../media/image949.png"/><Relationship Id="rId365" Type="http://schemas.openxmlformats.org/officeDocument/2006/relationships/customXml" Target="../ink/ink1048.xml"/><Relationship Id="rId386" Type="http://schemas.openxmlformats.org/officeDocument/2006/relationships/image" Target="../media/image1051.png"/><Relationship Id="rId190" Type="http://schemas.openxmlformats.org/officeDocument/2006/relationships/customXml" Target="../ink/ink960.xml"/><Relationship Id="rId204" Type="http://schemas.openxmlformats.org/officeDocument/2006/relationships/customXml" Target="../ink/ink967.xml"/><Relationship Id="rId225" Type="http://schemas.openxmlformats.org/officeDocument/2006/relationships/image" Target="../media/image972.png"/><Relationship Id="rId246" Type="http://schemas.openxmlformats.org/officeDocument/2006/relationships/customXml" Target="../ink/ink988.xml"/><Relationship Id="rId267" Type="http://schemas.openxmlformats.org/officeDocument/2006/relationships/customXml" Target="../ink/ink999.xml"/><Relationship Id="rId288" Type="http://schemas.openxmlformats.org/officeDocument/2006/relationships/image" Target="../media/image1003.png"/><Relationship Id="rId411" Type="http://schemas.openxmlformats.org/officeDocument/2006/relationships/customXml" Target="../ink/ink1071.xml"/><Relationship Id="rId432" Type="http://schemas.openxmlformats.org/officeDocument/2006/relationships/image" Target="../media/image1074.png"/><Relationship Id="rId453" Type="http://schemas.openxmlformats.org/officeDocument/2006/relationships/customXml" Target="../ink/ink1092.xml"/><Relationship Id="rId106" Type="http://schemas.openxmlformats.org/officeDocument/2006/relationships/customXml" Target="../ink/ink918.xml"/><Relationship Id="rId127" Type="http://schemas.openxmlformats.org/officeDocument/2006/relationships/image" Target="../media/image923.png"/><Relationship Id="rId313" Type="http://schemas.openxmlformats.org/officeDocument/2006/relationships/customXml" Target="../ink/ink1022.xml"/><Relationship Id="rId10" Type="http://schemas.openxmlformats.org/officeDocument/2006/relationships/customXml" Target="../ink/ink870.xml"/><Relationship Id="rId31" Type="http://schemas.openxmlformats.org/officeDocument/2006/relationships/image" Target="../media/image875.png"/><Relationship Id="rId52" Type="http://schemas.openxmlformats.org/officeDocument/2006/relationships/customXml" Target="../ink/ink891.xml"/><Relationship Id="rId73" Type="http://schemas.openxmlformats.org/officeDocument/2006/relationships/image" Target="../media/image896.png"/><Relationship Id="rId94" Type="http://schemas.openxmlformats.org/officeDocument/2006/relationships/customXml" Target="../ink/ink912.xml"/><Relationship Id="rId148" Type="http://schemas.openxmlformats.org/officeDocument/2006/relationships/customXml" Target="../ink/ink939.xml"/><Relationship Id="rId169" Type="http://schemas.openxmlformats.org/officeDocument/2006/relationships/image" Target="../media/image944.png"/><Relationship Id="rId334" Type="http://schemas.openxmlformats.org/officeDocument/2006/relationships/image" Target="../media/image1025.png"/><Relationship Id="rId355" Type="http://schemas.openxmlformats.org/officeDocument/2006/relationships/customXml" Target="../ink/ink1043.xml"/><Relationship Id="rId376" Type="http://schemas.openxmlformats.org/officeDocument/2006/relationships/image" Target="../media/image1046.png"/><Relationship Id="rId397" Type="http://schemas.openxmlformats.org/officeDocument/2006/relationships/customXml" Target="../ink/ink1064.xml"/><Relationship Id="rId4" Type="http://schemas.openxmlformats.org/officeDocument/2006/relationships/customXml" Target="../ink/ink867.xml"/><Relationship Id="rId180" Type="http://schemas.openxmlformats.org/officeDocument/2006/relationships/customXml" Target="../ink/ink955.xml"/><Relationship Id="rId215" Type="http://schemas.openxmlformats.org/officeDocument/2006/relationships/image" Target="../media/image967.png"/><Relationship Id="rId236" Type="http://schemas.openxmlformats.org/officeDocument/2006/relationships/customXml" Target="../ink/ink983.xml"/><Relationship Id="rId257" Type="http://schemas.openxmlformats.org/officeDocument/2006/relationships/customXml" Target="../ink/ink994.xml"/><Relationship Id="rId278" Type="http://schemas.openxmlformats.org/officeDocument/2006/relationships/image" Target="../media/image998.png"/><Relationship Id="rId401" Type="http://schemas.openxmlformats.org/officeDocument/2006/relationships/customXml" Target="../ink/ink1066.xml"/><Relationship Id="rId422" Type="http://schemas.openxmlformats.org/officeDocument/2006/relationships/image" Target="../media/image1069.png"/><Relationship Id="rId443" Type="http://schemas.openxmlformats.org/officeDocument/2006/relationships/customXml" Target="../ink/ink1087.xml"/><Relationship Id="rId464" Type="http://schemas.openxmlformats.org/officeDocument/2006/relationships/image" Target="../media/image1090.png"/><Relationship Id="rId303" Type="http://schemas.openxmlformats.org/officeDocument/2006/relationships/customXml" Target="../ink/ink1017.xml"/><Relationship Id="rId42" Type="http://schemas.openxmlformats.org/officeDocument/2006/relationships/customXml" Target="../ink/ink886.xml"/><Relationship Id="rId84" Type="http://schemas.openxmlformats.org/officeDocument/2006/relationships/customXml" Target="../ink/ink907.xml"/><Relationship Id="rId138" Type="http://schemas.openxmlformats.org/officeDocument/2006/relationships/customXml" Target="../ink/ink934.xml"/><Relationship Id="rId345" Type="http://schemas.openxmlformats.org/officeDocument/2006/relationships/customXml" Target="../ink/ink1038.xml"/><Relationship Id="rId387" Type="http://schemas.openxmlformats.org/officeDocument/2006/relationships/customXml" Target="../ink/ink1059.xml"/><Relationship Id="rId191" Type="http://schemas.openxmlformats.org/officeDocument/2006/relationships/image" Target="../media/image955.png"/><Relationship Id="rId205" Type="http://schemas.openxmlformats.org/officeDocument/2006/relationships/image" Target="../media/image962.png"/><Relationship Id="rId247" Type="http://schemas.openxmlformats.org/officeDocument/2006/relationships/image" Target="../media/image983.png"/><Relationship Id="rId412" Type="http://schemas.openxmlformats.org/officeDocument/2006/relationships/image" Target="../media/image1064.png"/><Relationship Id="rId107" Type="http://schemas.openxmlformats.org/officeDocument/2006/relationships/image" Target="../media/image913.png"/><Relationship Id="rId289" Type="http://schemas.openxmlformats.org/officeDocument/2006/relationships/customXml" Target="../ink/ink1010.xml"/><Relationship Id="rId454" Type="http://schemas.openxmlformats.org/officeDocument/2006/relationships/image" Target="../media/image1085.png"/><Relationship Id="rId11" Type="http://schemas.openxmlformats.org/officeDocument/2006/relationships/image" Target="../media/image865.png"/><Relationship Id="rId53" Type="http://schemas.openxmlformats.org/officeDocument/2006/relationships/image" Target="../media/image886.png"/><Relationship Id="rId149" Type="http://schemas.openxmlformats.org/officeDocument/2006/relationships/image" Target="../media/image934.png"/><Relationship Id="rId314" Type="http://schemas.openxmlformats.org/officeDocument/2006/relationships/image" Target="../media/image1015.png"/><Relationship Id="rId356" Type="http://schemas.openxmlformats.org/officeDocument/2006/relationships/image" Target="../media/image1036.png"/><Relationship Id="rId398" Type="http://schemas.openxmlformats.org/officeDocument/2006/relationships/image" Target="../media/image1057.png"/><Relationship Id="rId95" Type="http://schemas.openxmlformats.org/officeDocument/2006/relationships/image" Target="../media/image907.png"/><Relationship Id="rId160" Type="http://schemas.openxmlformats.org/officeDocument/2006/relationships/customXml" Target="../ink/ink945.xml"/><Relationship Id="rId216" Type="http://schemas.openxmlformats.org/officeDocument/2006/relationships/customXml" Target="../ink/ink973.xml"/><Relationship Id="rId423" Type="http://schemas.openxmlformats.org/officeDocument/2006/relationships/customXml" Target="../ink/ink1077.xml"/><Relationship Id="rId258" Type="http://schemas.openxmlformats.org/officeDocument/2006/relationships/image" Target="../media/image988.png"/><Relationship Id="rId465" Type="http://schemas.openxmlformats.org/officeDocument/2006/relationships/customXml" Target="../ink/ink1098.xml"/><Relationship Id="rId22" Type="http://schemas.openxmlformats.org/officeDocument/2006/relationships/customXml" Target="../ink/ink876.xml"/><Relationship Id="rId64" Type="http://schemas.openxmlformats.org/officeDocument/2006/relationships/customXml" Target="../ink/ink897.xml"/><Relationship Id="rId118" Type="http://schemas.openxmlformats.org/officeDocument/2006/relationships/customXml" Target="../ink/ink924.xml"/><Relationship Id="rId325" Type="http://schemas.openxmlformats.org/officeDocument/2006/relationships/customXml" Target="../ink/ink1028.xml"/><Relationship Id="rId367" Type="http://schemas.openxmlformats.org/officeDocument/2006/relationships/customXml" Target="../ink/ink1049.xml"/><Relationship Id="rId171" Type="http://schemas.openxmlformats.org/officeDocument/2006/relationships/image" Target="../media/image945.png"/><Relationship Id="rId227" Type="http://schemas.openxmlformats.org/officeDocument/2006/relationships/image" Target="../media/image973.png"/><Relationship Id="rId269" Type="http://schemas.openxmlformats.org/officeDocument/2006/relationships/customXml" Target="../ink/ink1000.xml"/><Relationship Id="rId434" Type="http://schemas.openxmlformats.org/officeDocument/2006/relationships/image" Target="../media/image1075.png"/><Relationship Id="rId33" Type="http://schemas.openxmlformats.org/officeDocument/2006/relationships/image" Target="../media/image876.png"/><Relationship Id="rId129" Type="http://schemas.openxmlformats.org/officeDocument/2006/relationships/image" Target="../media/image924.png"/><Relationship Id="rId280" Type="http://schemas.openxmlformats.org/officeDocument/2006/relationships/image" Target="../media/image999.png"/><Relationship Id="rId336" Type="http://schemas.openxmlformats.org/officeDocument/2006/relationships/image" Target="../media/image1026.png"/><Relationship Id="rId75" Type="http://schemas.openxmlformats.org/officeDocument/2006/relationships/image" Target="../media/image897.png"/><Relationship Id="rId140" Type="http://schemas.openxmlformats.org/officeDocument/2006/relationships/customXml" Target="../ink/ink935.xml"/><Relationship Id="rId182" Type="http://schemas.openxmlformats.org/officeDocument/2006/relationships/customXml" Target="../ink/ink956.xml"/><Relationship Id="rId378" Type="http://schemas.openxmlformats.org/officeDocument/2006/relationships/image" Target="../media/image1047.png"/><Relationship Id="rId403" Type="http://schemas.openxmlformats.org/officeDocument/2006/relationships/customXml" Target="../ink/ink1067.xml"/><Relationship Id="rId6" Type="http://schemas.openxmlformats.org/officeDocument/2006/relationships/customXml" Target="../ink/ink868.xml"/><Relationship Id="rId238" Type="http://schemas.openxmlformats.org/officeDocument/2006/relationships/customXml" Target="../ink/ink984.xml"/><Relationship Id="rId445" Type="http://schemas.openxmlformats.org/officeDocument/2006/relationships/customXml" Target="../ink/ink1088.xml"/><Relationship Id="rId291" Type="http://schemas.openxmlformats.org/officeDocument/2006/relationships/customXml" Target="../ink/ink1011.xml"/><Relationship Id="rId305" Type="http://schemas.openxmlformats.org/officeDocument/2006/relationships/customXml" Target="../ink/ink1018.xml"/><Relationship Id="rId347" Type="http://schemas.openxmlformats.org/officeDocument/2006/relationships/customXml" Target="../ink/ink1039.xml"/><Relationship Id="rId44" Type="http://schemas.openxmlformats.org/officeDocument/2006/relationships/customXml" Target="../ink/ink887.xml"/><Relationship Id="rId86" Type="http://schemas.openxmlformats.org/officeDocument/2006/relationships/customXml" Target="../ink/ink908.xml"/><Relationship Id="rId151" Type="http://schemas.openxmlformats.org/officeDocument/2006/relationships/image" Target="../media/image935.png"/><Relationship Id="rId389" Type="http://schemas.openxmlformats.org/officeDocument/2006/relationships/customXml" Target="../ink/ink1060.xml"/><Relationship Id="rId193" Type="http://schemas.openxmlformats.org/officeDocument/2006/relationships/image" Target="../media/image956.png"/><Relationship Id="rId207" Type="http://schemas.openxmlformats.org/officeDocument/2006/relationships/image" Target="../media/image963.png"/><Relationship Id="rId249" Type="http://schemas.openxmlformats.org/officeDocument/2006/relationships/image" Target="../media/image984.png"/><Relationship Id="rId414" Type="http://schemas.openxmlformats.org/officeDocument/2006/relationships/image" Target="../media/image1065.png"/><Relationship Id="rId456" Type="http://schemas.openxmlformats.org/officeDocument/2006/relationships/image" Target="../media/image1086.png"/><Relationship Id="rId13" Type="http://schemas.openxmlformats.org/officeDocument/2006/relationships/image" Target="../media/image866.png"/><Relationship Id="rId109" Type="http://schemas.openxmlformats.org/officeDocument/2006/relationships/image" Target="../media/image914.png"/><Relationship Id="rId260" Type="http://schemas.openxmlformats.org/officeDocument/2006/relationships/image" Target="../media/image989.png"/><Relationship Id="rId316" Type="http://schemas.openxmlformats.org/officeDocument/2006/relationships/image" Target="../media/image1016.png"/><Relationship Id="rId55" Type="http://schemas.openxmlformats.org/officeDocument/2006/relationships/image" Target="../media/image887.png"/><Relationship Id="rId97" Type="http://schemas.openxmlformats.org/officeDocument/2006/relationships/image" Target="../media/image908.png"/><Relationship Id="rId120" Type="http://schemas.openxmlformats.org/officeDocument/2006/relationships/customXml" Target="../ink/ink925.xml"/><Relationship Id="rId358" Type="http://schemas.openxmlformats.org/officeDocument/2006/relationships/image" Target="../media/image1037.png"/><Relationship Id="rId162" Type="http://schemas.openxmlformats.org/officeDocument/2006/relationships/customXml" Target="../ink/ink946.xml"/><Relationship Id="rId218" Type="http://schemas.openxmlformats.org/officeDocument/2006/relationships/customXml" Target="../ink/ink974.xml"/><Relationship Id="rId425" Type="http://schemas.openxmlformats.org/officeDocument/2006/relationships/customXml" Target="../ink/ink1078.xml"/><Relationship Id="rId271" Type="http://schemas.openxmlformats.org/officeDocument/2006/relationships/customXml" Target="../ink/ink1001.xml"/><Relationship Id="rId24" Type="http://schemas.openxmlformats.org/officeDocument/2006/relationships/customXml" Target="../ink/ink877.xml"/><Relationship Id="rId66" Type="http://schemas.openxmlformats.org/officeDocument/2006/relationships/customXml" Target="../ink/ink898.xml"/><Relationship Id="rId131" Type="http://schemas.openxmlformats.org/officeDocument/2006/relationships/image" Target="../media/image925.png"/><Relationship Id="rId327" Type="http://schemas.openxmlformats.org/officeDocument/2006/relationships/customXml" Target="../ink/ink1029.xml"/><Relationship Id="rId369" Type="http://schemas.openxmlformats.org/officeDocument/2006/relationships/customXml" Target="../ink/ink1050.xml"/><Relationship Id="rId173" Type="http://schemas.openxmlformats.org/officeDocument/2006/relationships/image" Target="../media/image946.png"/><Relationship Id="rId229" Type="http://schemas.openxmlformats.org/officeDocument/2006/relationships/image" Target="../media/image974.png"/><Relationship Id="rId380" Type="http://schemas.openxmlformats.org/officeDocument/2006/relationships/image" Target="../media/image1048.png"/><Relationship Id="rId436" Type="http://schemas.openxmlformats.org/officeDocument/2006/relationships/image" Target="../media/image1076.png"/><Relationship Id="rId240" Type="http://schemas.openxmlformats.org/officeDocument/2006/relationships/customXml" Target="../ink/ink985.xml"/><Relationship Id="rId35" Type="http://schemas.openxmlformats.org/officeDocument/2006/relationships/image" Target="../media/image877.png"/><Relationship Id="rId77" Type="http://schemas.openxmlformats.org/officeDocument/2006/relationships/image" Target="../media/image898.png"/><Relationship Id="rId100" Type="http://schemas.openxmlformats.org/officeDocument/2006/relationships/customXml" Target="../ink/ink915.xml"/><Relationship Id="rId282" Type="http://schemas.openxmlformats.org/officeDocument/2006/relationships/image" Target="../media/image1000.png"/><Relationship Id="rId338" Type="http://schemas.openxmlformats.org/officeDocument/2006/relationships/image" Target="../media/image1027.png"/><Relationship Id="rId8" Type="http://schemas.openxmlformats.org/officeDocument/2006/relationships/customXml" Target="../ink/ink869.xml"/><Relationship Id="rId142" Type="http://schemas.openxmlformats.org/officeDocument/2006/relationships/customXml" Target="../ink/ink936.xml"/><Relationship Id="rId184" Type="http://schemas.openxmlformats.org/officeDocument/2006/relationships/customXml" Target="../ink/ink957.xml"/><Relationship Id="rId391" Type="http://schemas.openxmlformats.org/officeDocument/2006/relationships/customXml" Target="../ink/ink1061.xml"/><Relationship Id="rId405" Type="http://schemas.openxmlformats.org/officeDocument/2006/relationships/customXml" Target="../ink/ink1068.xml"/><Relationship Id="rId447" Type="http://schemas.openxmlformats.org/officeDocument/2006/relationships/customXml" Target="../ink/ink1089.xml"/><Relationship Id="rId251" Type="http://schemas.openxmlformats.org/officeDocument/2006/relationships/image" Target="../media/image985.png"/><Relationship Id="rId46" Type="http://schemas.openxmlformats.org/officeDocument/2006/relationships/customXml" Target="../ink/ink888.xml"/><Relationship Id="rId293" Type="http://schemas.openxmlformats.org/officeDocument/2006/relationships/customXml" Target="../ink/ink1012.xml"/><Relationship Id="rId307" Type="http://schemas.openxmlformats.org/officeDocument/2006/relationships/customXml" Target="../ink/ink1019.xml"/><Relationship Id="rId349" Type="http://schemas.openxmlformats.org/officeDocument/2006/relationships/customXml" Target="../ink/ink1040.xml"/><Relationship Id="rId88" Type="http://schemas.openxmlformats.org/officeDocument/2006/relationships/customXml" Target="../ink/ink909.xml"/><Relationship Id="rId111" Type="http://schemas.openxmlformats.org/officeDocument/2006/relationships/image" Target="../media/image915.png"/><Relationship Id="rId153" Type="http://schemas.openxmlformats.org/officeDocument/2006/relationships/image" Target="../media/image936.png"/><Relationship Id="rId195" Type="http://schemas.openxmlformats.org/officeDocument/2006/relationships/image" Target="../media/image957.png"/><Relationship Id="rId209" Type="http://schemas.openxmlformats.org/officeDocument/2006/relationships/image" Target="../media/image964.png"/><Relationship Id="rId360" Type="http://schemas.openxmlformats.org/officeDocument/2006/relationships/image" Target="../media/image1038.png"/><Relationship Id="rId416" Type="http://schemas.openxmlformats.org/officeDocument/2006/relationships/image" Target="../media/image1066.png"/><Relationship Id="rId220" Type="http://schemas.openxmlformats.org/officeDocument/2006/relationships/customXml" Target="../ink/ink975.xml"/><Relationship Id="rId458" Type="http://schemas.openxmlformats.org/officeDocument/2006/relationships/image" Target="../media/image1087.png"/><Relationship Id="rId15" Type="http://schemas.openxmlformats.org/officeDocument/2006/relationships/image" Target="../media/image867.png"/><Relationship Id="rId57" Type="http://schemas.openxmlformats.org/officeDocument/2006/relationships/image" Target="../media/image888.png"/><Relationship Id="rId262" Type="http://schemas.openxmlformats.org/officeDocument/2006/relationships/image" Target="../media/image990.png"/><Relationship Id="rId318" Type="http://schemas.openxmlformats.org/officeDocument/2006/relationships/image" Target="../media/image1017.png"/><Relationship Id="rId99" Type="http://schemas.openxmlformats.org/officeDocument/2006/relationships/image" Target="../media/image909.png"/><Relationship Id="rId122" Type="http://schemas.openxmlformats.org/officeDocument/2006/relationships/customXml" Target="../ink/ink926.xml"/><Relationship Id="rId164" Type="http://schemas.openxmlformats.org/officeDocument/2006/relationships/customXml" Target="../ink/ink947.xml"/><Relationship Id="rId371" Type="http://schemas.openxmlformats.org/officeDocument/2006/relationships/customXml" Target="../ink/ink1051.xml"/><Relationship Id="rId427" Type="http://schemas.openxmlformats.org/officeDocument/2006/relationships/customXml" Target="../ink/ink1079.xml"/><Relationship Id="rId26" Type="http://schemas.openxmlformats.org/officeDocument/2006/relationships/customXml" Target="../ink/ink878.xml"/><Relationship Id="rId231" Type="http://schemas.openxmlformats.org/officeDocument/2006/relationships/image" Target="../media/image975.png"/><Relationship Id="rId273" Type="http://schemas.openxmlformats.org/officeDocument/2006/relationships/customXml" Target="../ink/ink1002.xml"/><Relationship Id="rId329" Type="http://schemas.openxmlformats.org/officeDocument/2006/relationships/customXml" Target="../ink/ink1030.xml"/><Relationship Id="rId68" Type="http://schemas.openxmlformats.org/officeDocument/2006/relationships/customXml" Target="../ink/ink899.xml"/><Relationship Id="rId133" Type="http://schemas.openxmlformats.org/officeDocument/2006/relationships/image" Target="../media/image926.png"/><Relationship Id="rId175" Type="http://schemas.openxmlformats.org/officeDocument/2006/relationships/image" Target="../media/image947.png"/><Relationship Id="rId340" Type="http://schemas.openxmlformats.org/officeDocument/2006/relationships/image" Target="../media/image1028.png"/><Relationship Id="rId200" Type="http://schemas.openxmlformats.org/officeDocument/2006/relationships/customXml" Target="../ink/ink965.xml"/><Relationship Id="rId382" Type="http://schemas.openxmlformats.org/officeDocument/2006/relationships/image" Target="../media/image1049.png"/><Relationship Id="rId438" Type="http://schemas.openxmlformats.org/officeDocument/2006/relationships/image" Target="../media/image1077.png"/><Relationship Id="rId242" Type="http://schemas.openxmlformats.org/officeDocument/2006/relationships/customXml" Target="../ink/ink986.xml"/><Relationship Id="rId284" Type="http://schemas.openxmlformats.org/officeDocument/2006/relationships/image" Target="../media/image1001.png"/><Relationship Id="rId37" Type="http://schemas.openxmlformats.org/officeDocument/2006/relationships/image" Target="../media/image878.png"/><Relationship Id="rId79" Type="http://schemas.openxmlformats.org/officeDocument/2006/relationships/image" Target="../media/image899.png"/><Relationship Id="rId102" Type="http://schemas.openxmlformats.org/officeDocument/2006/relationships/customXml" Target="../ink/ink916.xml"/><Relationship Id="rId144" Type="http://schemas.openxmlformats.org/officeDocument/2006/relationships/customXml" Target="../ink/ink937.xml"/><Relationship Id="rId90" Type="http://schemas.openxmlformats.org/officeDocument/2006/relationships/customXml" Target="../ink/ink910.xml"/><Relationship Id="rId186" Type="http://schemas.openxmlformats.org/officeDocument/2006/relationships/customXml" Target="../ink/ink958.xml"/><Relationship Id="rId351" Type="http://schemas.openxmlformats.org/officeDocument/2006/relationships/customXml" Target="../ink/ink1041.xml"/><Relationship Id="rId393" Type="http://schemas.openxmlformats.org/officeDocument/2006/relationships/customXml" Target="../ink/ink1062.xml"/><Relationship Id="rId407" Type="http://schemas.openxmlformats.org/officeDocument/2006/relationships/customXml" Target="../ink/ink1069.xml"/><Relationship Id="rId449" Type="http://schemas.openxmlformats.org/officeDocument/2006/relationships/customXml" Target="../ink/ink1090.xml"/><Relationship Id="rId211" Type="http://schemas.openxmlformats.org/officeDocument/2006/relationships/image" Target="../media/image965.png"/><Relationship Id="rId253" Type="http://schemas.openxmlformats.org/officeDocument/2006/relationships/image" Target="../media/image986.png"/><Relationship Id="rId295" Type="http://schemas.openxmlformats.org/officeDocument/2006/relationships/customXml" Target="../ink/ink1013.xml"/><Relationship Id="rId309" Type="http://schemas.openxmlformats.org/officeDocument/2006/relationships/customXml" Target="../ink/ink1020.xml"/><Relationship Id="rId460" Type="http://schemas.openxmlformats.org/officeDocument/2006/relationships/image" Target="../media/image1088.png"/><Relationship Id="rId48" Type="http://schemas.openxmlformats.org/officeDocument/2006/relationships/customXml" Target="../ink/ink889.xml"/><Relationship Id="rId113" Type="http://schemas.openxmlformats.org/officeDocument/2006/relationships/image" Target="../media/image916.png"/><Relationship Id="rId320" Type="http://schemas.openxmlformats.org/officeDocument/2006/relationships/image" Target="../media/image1018.png"/><Relationship Id="rId155" Type="http://schemas.openxmlformats.org/officeDocument/2006/relationships/image" Target="../media/image937.png"/><Relationship Id="rId197" Type="http://schemas.openxmlformats.org/officeDocument/2006/relationships/image" Target="../media/image958.png"/><Relationship Id="rId362" Type="http://schemas.openxmlformats.org/officeDocument/2006/relationships/image" Target="../media/image1039.png"/><Relationship Id="rId418" Type="http://schemas.openxmlformats.org/officeDocument/2006/relationships/image" Target="../media/image1067.png"/><Relationship Id="rId222" Type="http://schemas.openxmlformats.org/officeDocument/2006/relationships/customXml" Target="../ink/ink976.xml"/><Relationship Id="rId264" Type="http://schemas.openxmlformats.org/officeDocument/2006/relationships/image" Target="../media/image991.png"/><Relationship Id="rId17" Type="http://schemas.openxmlformats.org/officeDocument/2006/relationships/image" Target="../media/image868.png"/><Relationship Id="rId59" Type="http://schemas.openxmlformats.org/officeDocument/2006/relationships/image" Target="../media/image889.png"/><Relationship Id="rId124" Type="http://schemas.openxmlformats.org/officeDocument/2006/relationships/customXml" Target="../ink/ink927.xml"/><Relationship Id="rId70" Type="http://schemas.openxmlformats.org/officeDocument/2006/relationships/customXml" Target="../ink/ink900.xml"/><Relationship Id="rId166" Type="http://schemas.openxmlformats.org/officeDocument/2006/relationships/customXml" Target="../ink/ink948.xml"/><Relationship Id="rId331" Type="http://schemas.openxmlformats.org/officeDocument/2006/relationships/customXml" Target="../ink/ink1031.xml"/><Relationship Id="rId373" Type="http://schemas.openxmlformats.org/officeDocument/2006/relationships/customXml" Target="../ink/ink1052.xml"/><Relationship Id="rId429" Type="http://schemas.openxmlformats.org/officeDocument/2006/relationships/customXml" Target="../ink/ink1080.xml"/><Relationship Id="rId1" Type="http://schemas.openxmlformats.org/officeDocument/2006/relationships/slideLayout" Target="../slideLayouts/slideLayout11.xml"/><Relationship Id="rId233" Type="http://schemas.openxmlformats.org/officeDocument/2006/relationships/image" Target="../media/image976.png"/><Relationship Id="rId440" Type="http://schemas.openxmlformats.org/officeDocument/2006/relationships/image" Target="../media/image1078.png"/><Relationship Id="rId28" Type="http://schemas.openxmlformats.org/officeDocument/2006/relationships/customXml" Target="../ink/ink879.xml"/><Relationship Id="rId275" Type="http://schemas.openxmlformats.org/officeDocument/2006/relationships/customXml" Target="../ink/ink1003.xml"/><Relationship Id="rId300" Type="http://schemas.openxmlformats.org/officeDocument/2006/relationships/image" Target="../media/image1009.png"/><Relationship Id="rId81" Type="http://schemas.openxmlformats.org/officeDocument/2006/relationships/image" Target="../media/image900.png"/><Relationship Id="rId135" Type="http://schemas.openxmlformats.org/officeDocument/2006/relationships/image" Target="../media/image927.png"/><Relationship Id="rId177" Type="http://schemas.openxmlformats.org/officeDocument/2006/relationships/image" Target="../media/image948.png"/><Relationship Id="rId342" Type="http://schemas.openxmlformats.org/officeDocument/2006/relationships/image" Target="../media/image1029.png"/><Relationship Id="rId384" Type="http://schemas.openxmlformats.org/officeDocument/2006/relationships/image" Target="../media/image1050.png"/><Relationship Id="rId202" Type="http://schemas.openxmlformats.org/officeDocument/2006/relationships/customXml" Target="../ink/ink966.xml"/><Relationship Id="rId244" Type="http://schemas.openxmlformats.org/officeDocument/2006/relationships/customXml" Target="../ink/ink987.xml"/><Relationship Id="rId39" Type="http://schemas.openxmlformats.org/officeDocument/2006/relationships/image" Target="../media/image879.png"/><Relationship Id="rId286" Type="http://schemas.openxmlformats.org/officeDocument/2006/relationships/image" Target="../media/image1002.png"/><Relationship Id="rId451" Type="http://schemas.openxmlformats.org/officeDocument/2006/relationships/customXml" Target="../ink/ink1091.xml"/><Relationship Id="rId50" Type="http://schemas.openxmlformats.org/officeDocument/2006/relationships/customXml" Target="../ink/ink890.xml"/><Relationship Id="rId104" Type="http://schemas.openxmlformats.org/officeDocument/2006/relationships/customXml" Target="../ink/ink917.xml"/><Relationship Id="rId146" Type="http://schemas.openxmlformats.org/officeDocument/2006/relationships/customXml" Target="../ink/ink938.xml"/><Relationship Id="rId188" Type="http://schemas.openxmlformats.org/officeDocument/2006/relationships/customXml" Target="../ink/ink959.xml"/><Relationship Id="rId311" Type="http://schemas.openxmlformats.org/officeDocument/2006/relationships/customXml" Target="../ink/ink1021.xml"/><Relationship Id="rId353" Type="http://schemas.openxmlformats.org/officeDocument/2006/relationships/customXml" Target="../ink/ink1042.xml"/><Relationship Id="rId395" Type="http://schemas.openxmlformats.org/officeDocument/2006/relationships/customXml" Target="../ink/ink1063.xml"/><Relationship Id="rId409" Type="http://schemas.openxmlformats.org/officeDocument/2006/relationships/customXml" Target="../ink/ink1070.xml"/><Relationship Id="rId92" Type="http://schemas.openxmlformats.org/officeDocument/2006/relationships/customXml" Target="../ink/ink911.xml"/><Relationship Id="rId213" Type="http://schemas.openxmlformats.org/officeDocument/2006/relationships/image" Target="../media/image966.png"/><Relationship Id="rId420" Type="http://schemas.openxmlformats.org/officeDocument/2006/relationships/image" Target="../media/image1068.png"/><Relationship Id="rId255" Type="http://schemas.openxmlformats.org/officeDocument/2006/relationships/image" Target="../media/image987.png"/><Relationship Id="rId297" Type="http://schemas.openxmlformats.org/officeDocument/2006/relationships/customXml" Target="../ink/ink1014.xml"/><Relationship Id="rId462" Type="http://schemas.openxmlformats.org/officeDocument/2006/relationships/image" Target="../media/image1089.png"/><Relationship Id="rId115" Type="http://schemas.openxmlformats.org/officeDocument/2006/relationships/image" Target="../media/image917.png"/><Relationship Id="rId157" Type="http://schemas.openxmlformats.org/officeDocument/2006/relationships/image" Target="../media/image938.png"/><Relationship Id="rId322" Type="http://schemas.openxmlformats.org/officeDocument/2006/relationships/image" Target="../media/image1019.png"/><Relationship Id="rId364" Type="http://schemas.openxmlformats.org/officeDocument/2006/relationships/image" Target="../media/image1040.png"/></Relationships>
</file>

<file path=ppt/slides/_rels/slide1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149.png"/><Relationship Id="rId299" Type="http://schemas.openxmlformats.org/officeDocument/2006/relationships/image" Target="../media/image1239.png"/><Relationship Id="rId21" Type="http://schemas.openxmlformats.org/officeDocument/2006/relationships/image" Target="../media/image1101.png"/><Relationship Id="rId63" Type="http://schemas.openxmlformats.org/officeDocument/2006/relationships/image" Target="../media/image1122.png"/><Relationship Id="rId159" Type="http://schemas.openxmlformats.org/officeDocument/2006/relationships/image" Target="../media/image1169.png"/><Relationship Id="rId324" Type="http://schemas.openxmlformats.org/officeDocument/2006/relationships/customXml" Target="../ink/ink1260.xml"/><Relationship Id="rId366" Type="http://schemas.openxmlformats.org/officeDocument/2006/relationships/customXml" Target="../ink/ink1281.xml"/><Relationship Id="rId170" Type="http://schemas.openxmlformats.org/officeDocument/2006/relationships/customXml" Target="../ink/ink1183.xml"/><Relationship Id="rId226" Type="http://schemas.openxmlformats.org/officeDocument/2006/relationships/customXml" Target="../ink/ink1211.xml"/><Relationship Id="rId268" Type="http://schemas.openxmlformats.org/officeDocument/2006/relationships/customXml" Target="../ink/ink1232.xml"/><Relationship Id="rId32" Type="http://schemas.openxmlformats.org/officeDocument/2006/relationships/customXml" Target="../ink/ink1114.xml"/><Relationship Id="rId74" Type="http://schemas.openxmlformats.org/officeDocument/2006/relationships/customXml" Target="../ink/ink1135.xml"/><Relationship Id="rId128" Type="http://schemas.openxmlformats.org/officeDocument/2006/relationships/customXml" Target="../ink/ink1162.xml"/><Relationship Id="rId335" Type="http://schemas.openxmlformats.org/officeDocument/2006/relationships/image" Target="../media/image1257.png"/><Relationship Id="rId377" Type="http://schemas.openxmlformats.org/officeDocument/2006/relationships/image" Target="../media/image1278.png"/><Relationship Id="rId5" Type="http://schemas.openxmlformats.org/officeDocument/2006/relationships/image" Target="../media/image1093.png"/><Relationship Id="rId181" Type="http://schemas.openxmlformats.org/officeDocument/2006/relationships/image" Target="../media/image1180.png"/><Relationship Id="rId237" Type="http://schemas.openxmlformats.org/officeDocument/2006/relationships/image" Target="../media/image1208.png"/><Relationship Id="rId279" Type="http://schemas.openxmlformats.org/officeDocument/2006/relationships/image" Target="../media/image1229.png"/><Relationship Id="rId43" Type="http://schemas.openxmlformats.org/officeDocument/2006/relationships/image" Target="../media/image1112.png"/><Relationship Id="rId139" Type="http://schemas.openxmlformats.org/officeDocument/2006/relationships/image" Target="../media/image1159.png"/><Relationship Id="rId290" Type="http://schemas.openxmlformats.org/officeDocument/2006/relationships/customXml" Target="../ink/ink1243.xml"/><Relationship Id="rId304" Type="http://schemas.openxmlformats.org/officeDocument/2006/relationships/customXml" Target="../ink/ink1250.xml"/><Relationship Id="rId346" Type="http://schemas.openxmlformats.org/officeDocument/2006/relationships/customXml" Target="../ink/ink1271.xml"/><Relationship Id="rId85" Type="http://schemas.openxmlformats.org/officeDocument/2006/relationships/image" Target="../media/image1133.png"/><Relationship Id="rId150" Type="http://schemas.openxmlformats.org/officeDocument/2006/relationships/customXml" Target="../ink/ink1173.xml"/><Relationship Id="rId192" Type="http://schemas.openxmlformats.org/officeDocument/2006/relationships/customXml" Target="../ink/ink1194.xml"/><Relationship Id="rId206" Type="http://schemas.openxmlformats.org/officeDocument/2006/relationships/customXml" Target="../ink/ink1201.xml"/><Relationship Id="rId248" Type="http://schemas.openxmlformats.org/officeDocument/2006/relationships/customXml" Target="../ink/ink1222.xml"/><Relationship Id="rId12" Type="http://schemas.openxmlformats.org/officeDocument/2006/relationships/customXml" Target="../ink/ink1104.xml"/><Relationship Id="rId108" Type="http://schemas.openxmlformats.org/officeDocument/2006/relationships/customXml" Target="../ink/ink1152.xml"/><Relationship Id="rId315" Type="http://schemas.openxmlformats.org/officeDocument/2006/relationships/image" Target="../media/image1247.png"/><Relationship Id="rId357" Type="http://schemas.openxmlformats.org/officeDocument/2006/relationships/image" Target="../media/image1268.png"/><Relationship Id="rId54" Type="http://schemas.openxmlformats.org/officeDocument/2006/relationships/customXml" Target="../ink/ink1125.xml"/><Relationship Id="rId96" Type="http://schemas.openxmlformats.org/officeDocument/2006/relationships/customXml" Target="../ink/ink1146.xml"/><Relationship Id="rId161" Type="http://schemas.openxmlformats.org/officeDocument/2006/relationships/image" Target="../media/image1170.png"/><Relationship Id="rId217" Type="http://schemas.openxmlformats.org/officeDocument/2006/relationships/image" Target="../media/image1198.png"/><Relationship Id="rId259" Type="http://schemas.openxmlformats.org/officeDocument/2006/relationships/image" Target="../media/image1219.png"/><Relationship Id="rId23" Type="http://schemas.openxmlformats.org/officeDocument/2006/relationships/image" Target="../media/image1102.png"/><Relationship Id="rId119" Type="http://schemas.openxmlformats.org/officeDocument/2006/relationships/image" Target="../media/image1150.png"/><Relationship Id="rId270" Type="http://schemas.openxmlformats.org/officeDocument/2006/relationships/customXml" Target="../ink/ink1233.xml"/><Relationship Id="rId326" Type="http://schemas.openxmlformats.org/officeDocument/2006/relationships/customXml" Target="../ink/ink1261.xml"/><Relationship Id="rId65" Type="http://schemas.openxmlformats.org/officeDocument/2006/relationships/image" Target="../media/image1123.png"/><Relationship Id="rId130" Type="http://schemas.openxmlformats.org/officeDocument/2006/relationships/customXml" Target="../ink/ink1163.xml"/><Relationship Id="rId368" Type="http://schemas.openxmlformats.org/officeDocument/2006/relationships/customXml" Target="../ink/ink1282.xml"/><Relationship Id="rId172" Type="http://schemas.openxmlformats.org/officeDocument/2006/relationships/customXml" Target="../ink/ink1184.xml"/><Relationship Id="rId228" Type="http://schemas.openxmlformats.org/officeDocument/2006/relationships/customXml" Target="../ink/ink1212.xml"/><Relationship Id="rId281" Type="http://schemas.openxmlformats.org/officeDocument/2006/relationships/image" Target="../media/image1230.png"/><Relationship Id="rId337" Type="http://schemas.openxmlformats.org/officeDocument/2006/relationships/image" Target="../media/image1258.png"/><Relationship Id="rId34" Type="http://schemas.openxmlformats.org/officeDocument/2006/relationships/customXml" Target="../ink/ink1115.xml"/><Relationship Id="rId76" Type="http://schemas.openxmlformats.org/officeDocument/2006/relationships/customXml" Target="../ink/ink1136.xml"/><Relationship Id="rId141" Type="http://schemas.openxmlformats.org/officeDocument/2006/relationships/image" Target="../media/image1160.png"/><Relationship Id="rId379" Type="http://schemas.openxmlformats.org/officeDocument/2006/relationships/image" Target="../media/image1279.png"/><Relationship Id="rId7" Type="http://schemas.openxmlformats.org/officeDocument/2006/relationships/image" Target="../media/image1094.png"/><Relationship Id="rId183" Type="http://schemas.openxmlformats.org/officeDocument/2006/relationships/image" Target="../media/image1181.png"/><Relationship Id="rId239" Type="http://schemas.openxmlformats.org/officeDocument/2006/relationships/image" Target="../media/image1209.png"/><Relationship Id="rId250" Type="http://schemas.openxmlformats.org/officeDocument/2006/relationships/customXml" Target="../ink/ink1223.xml"/><Relationship Id="rId292" Type="http://schemas.openxmlformats.org/officeDocument/2006/relationships/customXml" Target="../ink/ink1244.xml"/><Relationship Id="rId306" Type="http://schemas.openxmlformats.org/officeDocument/2006/relationships/customXml" Target="../ink/ink1251.xml"/><Relationship Id="rId45" Type="http://schemas.openxmlformats.org/officeDocument/2006/relationships/image" Target="../media/image1113.png"/><Relationship Id="rId87" Type="http://schemas.openxmlformats.org/officeDocument/2006/relationships/image" Target="../media/image1134.png"/><Relationship Id="rId110" Type="http://schemas.openxmlformats.org/officeDocument/2006/relationships/customXml" Target="../ink/ink1153.xml"/><Relationship Id="rId348" Type="http://schemas.openxmlformats.org/officeDocument/2006/relationships/customXml" Target="../ink/ink1272.xml"/><Relationship Id="rId152" Type="http://schemas.openxmlformats.org/officeDocument/2006/relationships/customXml" Target="../ink/ink1174.xml"/><Relationship Id="rId194" Type="http://schemas.openxmlformats.org/officeDocument/2006/relationships/customXml" Target="../ink/ink1195.xml"/><Relationship Id="rId208" Type="http://schemas.openxmlformats.org/officeDocument/2006/relationships/customXml" Target="../ink/ink1202.xml"/><Relationship Id="rId261" Type="http://schemas.openxmlformats.org/officeDocument/2006/relationships/image" Target="../media/image1220.png"/><Relationship Id="rId14" Type="http://schemas.openxmlformats.org/officeDocument/2006/relationships/customXml" Target="../ink/ink1105.xml"/><Relationship Id="rId56" Type="http://schemas.openxmlformats.org/officeDocument/2006/relationships/customXml" Target="../ink/ink1126.xml"/><Relationship Id="rId317" Type="http://schemas.openxmlformats.org/officeDocument/2006/relationships/image" Target="../media/image1248.png"/><Relationship Id="rId359" Type="http://schemas.openxmlformats.org/officeDocument/2006/relationships/image" Target="../media/image1269.png"/><Relationship Id="rId98" Type="http://schemas.openxmlformats.org/officeDocument/2006/relationships/customXml" Target="../ink/ink1147.xml"/><Relationship Id="rId121" Type="http://schemas.openxmlformats.org/officeDocument/2006/relationships/image" Target="../media/image847.png"/><Relationship Id="rId163" Type="http://schemas.openxmlformats.org/officeDocument/2006/relationships/image" Target="../media/image1171.png"/><Relationship Id="rId219" Type="http://schemas.openxmlformats.org/officeDocument/2006/relationships/image" Target="../media/image1199.png"/><Relationship Id="rId370" Type="http://schemas.openxmlformats.org/officeDocument/2006/relationships/customXml" Target="../ink/ink1283.xml"/><Relationship Id="rId230" Type="http://schemas.openxmlformats.org/officeDocument/2006/relationships/customXml" Target="../ink/ink1213.xml"/><Relationship Id="rId25" Type="http://schemas.openxmlformats.org/officeDocument/2006/relationships/image" Target="../media/image1103.png"/><Relationship Id="rId67" Type="http://schemas.openxmlformats.org/officeDocument/2006/relationships/image" Target="../media/image1124.png"/><Relationship Id="rId272" Type="http://schemas.openxmlformats.org/officeDocument/2006/relationships/customXml" Target="../ink/ink1234.xml"/><Relationship Id="rId328" Type="http://schemas.openxmlformats.org/officeDocument/2006/relationships/customXml" Target="../ink/ink1262.xml"/><Relationship Id="rId132" Type="http://schemas.openxmlformats.org/officeDocument/2006/relationships/customXml" Target="../ink/ink1164.xml"/><Relationship Id="rId174" Type="http://schemas.openxmlformats.org/officeDocument/2006/relationships/customXml" Target="../ink/ink1185.xml"/><Relationship Id="rId381" Type="http://schemas.openxmlformats.org/officeDocument/2006/relationships/image" Target="../media/image1280.png"/><Relationship Id="rId241" Type="http://schemas.openxmlformats.org/officeDocument/2006/relationships/image" Target="../media/image1210.png"/><Relationship Id="rId36" Type="http://schemas.openxmlformats.org/officeDocument/2006/relationships/customXml" Target="../ink/ink1116.xml"/><Relationship Id="rId283" Type="http://schemas.openxmlformats.org/officeDocument/2006/relationships/image" Target="../media/image1231.png"/><Relationship Id="rId339" Type="http://schemas.openxmlformats.org/officeDocument/2006/relationships/image" Target="../media/image1259.png"/><Relationship Id="rId78" Type="http://schemas.openxmlformats.org/officeDocument/2006/relationships/customXml" Target="../ink/ink1137.xml"/><Relationship Id="rId101" Type="http://schemas.openxmlformats.org/officeDocument/2006/relationships/image" Target="../media/image1141.png"/><Relationship Id="rId143" Type="http://schemas.openxmlformats.org/officeDocument/2006/relationships/image" Target="../media/image1161.png"/><Relationship Id="rId185" Type="http://schemas.openxmlformats.org/officeDocument/2006/relationships/image" Target="../media/image1182.png"/><Relationship Id="rId350" Type="http://schemas.openxmlformats.org/officeDocument/2006/relationships/customXml" Target="../ink/ink1273.xml"/><Relationship Id="rId9" Type="http://schemas.openxmlformats.org/officeDocument/2006/relationships/image" Target="../media/image1095.png"/><Relationship Id="rId210" Type="http://schemas.openxmlformats.org/officeDocument/2006/relationships/customXml" Target="../ink/ink1203.xml"/><Relationship Id="rId252" Type="http://schemas.openxmlformats.org/officeDocument/2006/relationships/customXml" Target="../ink/ink1224.xml"/><Relationship Id="rId294" Type="http://schemas.openxmlformats.org/officeDocument/2006/relationships/customXml" Target="../ink/ink1245.xml"/><Relationship Id="rId308" Type="http://schemas.openxmlformats.org/officeDocument/2006/relationships/customXml" Target="../ink/ink1252.xml"/><Relationship Id="rId47" Type="http://schemas.openxmlformats.org/officeDocument/2006/relationships/image" Target="../media/image1114.png"/><Relationship Id="rId68" Type="http://schemas.openxmlformats.org/officeDocument/2006/relationships/customXml" Target="../ink/ink1132.xml"/><Relationship Id="rId89" Type="http://schemas.openxmlformats.org/officeDocument/2006/relationships/image" Target="../media/image1135.png"/><Relationship Id="rId112" Type="http://schemas.openxmlformats.org/officeDocument/2006/relationships/customXml" Target="../ink/ink1154.xml"/><Relationship Id="rId133" Type="http://schemas.openxmlformats.org/officeDocument/2006/relationships/image" Target="../media/image1156.png"/><Relationship Id="rId154" Type="http://schemas.openxmlformats.org/officeDocument/2006/relationships/customXml" Target="../ink/ink1175.xml"/><Relationship Id="rId175" Type="http://schemas.openxmlformats.org/officeDocument/2006/relationships/image" Target="../media/image1177.png"/><Relationship Id="rId340" Type="http://schemas.openxmlformats.org/officeDocument/2006/relationships/customXml" Target="../ink/ink1268.xml"/><Relationship Id="rId361" Type="http://schemas.openxmlformats.org/officeDocument/2006/relationships/image" Target="../media/image1270.png"/><Relationship Id="rId196" Type="http://schemas.openxmlformats.org/officeDocument/2006/relationships/customXml" Target="../ink/ink1196.xml"/><Relationship Id="rId200" Type="http://schemas.openxmlformats.org/officeDocument/2006/relationships/customXml" Target="../ink/ink1198.xml"/><Relationship Id="rId382" Type="http://schemas.openxmlformats.org/officeDocument/2006/relationships/customXml" Target="../ink/ink1289.xml"/><Relationship Id="rId16" Type="http://schemas.openxmlformats.org/officeDocument/2006/relationships/customXml" Target="../ink/ink1106.xml"/><Relationship Id="rId221" Type="http://schemas.openxmlformats.org/officeDocument/2006/relationships/image" Target="../media/image1200.png"/><Relationship Id="rId242" Type="http://schemas.openxmlformats.org/officeDocument/2006/relationships/customXml" Target="../ink/ink1219.xml"/><Relationship Id="rId263" Type="http://schemas.openxmlformats.org/officeDocument/2006/relationships/image" Target="../media/image1221.png"/><Relationship Id="rId284" Type="http://schemas.openxmlformats.org/officeDocument/2006/relationships/customXml" Target="../ink/ink1240.xml"/><Relationship Id="rId319" Type="http://schemas.openxmlformats.org/officeDocument/2006/relationships/image" Target="../media/image1249.png"/><Relationship Id="rId37" Type="http://schemas.openxmlformats.org/officeDocument/2006/relationships/image" Target="../media/image1109.png"/><Relationship Id="rId58" Type="http://schemas.openxmlformats.org/officeDocument/2006/relationships/customXml" Target="../ink/ink1127.xml"/><Relationship Id="rId79" Type="http://schemas.openxmlformats.org/officeDocument/2006/relationships/image" Target="../media/image1130.png"/><Relationship Id="rId102" Type="http://schemas.openxmlformats.org/officeDocument/2006/relationships/customXml" Target="../ink/ink1149.xml"/><Relationship Id="rId123" Type="http://schemas.openxmlformats.org/officeDocument/2006/relationships/image" Target="../media/image1151.png"/><Relationship Id="rId144" Type="http://schemas.openxmlformats.org/officeDocument/2006/relationships/customXml" Target="../ink/ink1170.xml"/><Relationship Id="rId330" Type="http://schemas.openxmlformats.org/officeDocument/2006/relationships/customXml" Target="../ink/ink1263.xml"/><Relationship Id="rId90" Type="http://schemas.openxmlformats.org/officeDocument/2006/relationships/customXml" Target="../ink/ink1143.xml"/><Relationship Id="rId165" Type="http://schemas.openxmlformats.org/officeDocument/2006/relationships/image" Target="../media/image1172.png"/><Relationship Id="rId186" Type="http://schemas.openxmlformats.org/officeDocument/2006/relationships/customXml" Target="../ink/ink1191.xml"/><Relationship Id="rId351" Type="http://schemas.openxmlformats.org/officeDocument/2006/relationships/image" Target="../media/image1265.png"/><Relationship Id="rId372" Type="http://schemas.openxmlformats.org/officeDocument/2006/relationships/customXml" Target="../ink/ink1284.xml"/><Relationship Id="rId211" Type="http://schemas.openxmlformats.org/officeDocument/2006/relationships/image" Target="../media/image1195.png"/><Relationship Id="rId232" Type="http://schemas.openxmlformats.org/officeDocument/2006/relationships/customXml" Target="../ink/ink1214.xml"/><Relationship Id="rId253" Type="http://schemas.openxmlformats.org/officeDocument/2006/relationships/image" Target="../media/image1216.png"/><Relationship Id="rId274" Type="http://schemas.openxmlformats.org/officeDocument/2006/relationships/customXml" Target="../ink/ink1235.xml"/><Relationship Id="rId295" Type="http://schemas.openxmlformats.org/officeDocument/2006/relationships/image" Target="../media/image1237.png"/><Relationship Id="rId309" Type="http://schemas.openxmlformats.org/officeDocument/2006/relationships/image" Target="../media/image1244.png"/><Relationship Id="rId27" Type="http://schemas.openxmlformats.org/officeDocument/2006/relationships/image" Target="../media/image1104.png"/><Relationship Id="rId48" Type="http://schemas.openxmlformats.org/officeDocument/2006/relationships/customXml" Target="../ink/ink1122.xml"/><Relationship Id="rId69" Type="http://schemas.openxmlformats.org/officeDocument/2006/relationships/image" Target="../media/image1125.png"/><Relationship Id="rId113" Type="http://schemas.openxmlformats.org/officeDocument/2006/relationships/image" Target="../media/image1147.png"/><Relationship Id="rId134" Type="http://schemas.openxmlformats.org/officeDocument/2006/relationships/customXml" Target="../ink/ink1165.xml"/><Relationship Id="rId320" Type="http://schemas.openxmlformats.org/officeDocument/2006/relationships/customXml" Target="../ink/ink1258.xml"/><Relationship Id="rId80" Type="http://schemas.openxmlformats.org/officeDocument/2006/relationships/customXml" Target="../ink/ink1138.xml"/><Relationship Id="rId155" Type="http://schemas.openxmlformats.org/officeDocument/2006/relationships/image" Target="../media/image1167.png"/><Relationship Id="rId176" Type="http://schemas.openxmlformats.org/officeDocument/2006/relationships/customXml" Target="../ink/ink1186.xml"/><Relationship Id="rId197" Type="http://schemas.openxmlformats.org/officeDocument/2006/relationships/image" Target="../media/image1188.png"/><Relationship Id="rId341" Type="http://schemas.openxmlformats.org/officeDocument/2006/relationships/image" Target="../media/image1260.png"/><Relationship Id="rId362" Type="http://schemas.openxmlformats.org/officeDocument/2006/relationships/customXml" Target="../ink/ink1279.xml"/><Relationship Id="rId383" Type="http://schemas.openxmlformats.org/officeDocument/2006/relationships/image" Target="../media/image1281.png"/><Relationship Id="rId201" Type="http://schemas.openxmlformats.org/officeDocument/2006/relationships/image" Target="../media/image1190.png"/><Relationship Id="rId222" Type="http://schemas.openxmlformats.org/officeDocument/2006/relationships/customXml" Target="../ink/ink1209.xml"/><Relationship Id="rId243" Type="http://schemas.openxmlformats.org/officeDocument/2006/relationships/image" Target="../media/image1211.png"/><Relationship Id="rId264" Type="http://schemas.openxmlformats.org/officeDocument/2006/relationships/customXml" Target="../ink/ink1230.xml"/><Relationship Id="rId285" Type="http://schemas.openxmlformats.org/officeDocument/2006/relationships/image" Target="../media/image1232.png"/><Relationship Id="rId17" Type="http://schemas.openxmlformats.org/officeDocument/2006/relationships/image" Target="../media/image1099.png"/><Relationship Id="rId38" Type="http://schemas.openxmlformats.org/officeDocument/2006/relationships/customXml" Target="../ink/ink1117.xml"/><Relationship Id="rId59" Type="http://schemas.openxmlformats.org/officeDocument/2006/relationships/image" Target="../media/image1120.png"/><Relationship Id="rId103" Type="http://schemas.openxmlformats.org/officeDocument/2006/relationships/image" Target="../media/image1142.png"/><Relationship Id="rId124" Type="http://schemas.openxmlformats.org/officeDocument/2006/relationships/customXml" Target="../ink/ink1160.xml"/><Relationship Id="rId310" Type="http://schemas.openxmlformats.org/officeDocument/2006/relationships/customXml" Target="../ink/ink1253.xml"/><Relationship Id="rId70" Type="http://schemas.openxmlformats.org/officeDocument/2006/relationships/customXml" Target="../ink/ink1133.xml"/><Relationship Id="rId91" Type="http://schemas.openxmlformats.org/officeDocument/2006/relationships/image" Target="../media/image1136.png"/><Relationship Id="rId145" Type="http://schemas.openxmlformats.org/officeDocument/2006/relationships/image" Target="../media/image1162.png"/><Relationship Id="rId166" Type="http://schemas.openxmlformats.org/officeDocument/2006/relationships/customXml" Target="../ink/ink1181.xml"/><Relationship Id="rId187" Type="http://schemas.openxmlformats.org/officeDocument/2006/relationships/image" Target="../media/image1183.png"/><Relationship Id="rId331" Type="http://schemas.openxmlformats.org/officeDocument/2006/relationships/image" Target="../media/image1255.png"/><Relationship Id="rId352" Type="http://schemas.openxmlformats.org/officeDocument/2006/relationships/customXml" Target="../ink/ink1274.xml"/><Relationship Id="rId373" Type="http://schemas.openxmlformats.org/officeDocument/2006/relationships/image" Target="../media/image1276.png"/><Relationship Id="rId1" Type="http://schemas.openxmlformats.org/officeDocument/2006/relationships/slideLayout" Target="../slideLayouts/slideLayout11.xml"/><Relationship Id="rId212" Type="http://schemas.openxmlformats.org/officeDocument/2006/relationships/customXml" Target="../ink/ink1204.xml"/><Relationship Id="rId233" Type="http://schemas.openxmlformats.org/officeDocument/2006/relationships/image" Target="../media/image1206.png"/><Relationship Id="rId254" Type="http://schemas.openxmlformats.org/officeDocument/2006/relationships/customXml" Target="../ink/ink1225.xml"/><Relationship Id="rId28" Type="http://schemas.openxmlformats.org/officeDocument/2006/relationships/customXml" Target="../ink/ink1112.xml"/><Relationship Id="rId49" Type="http://schemas.openxmlformats.org/officeDocument/2006/relationships/image" Target="../media/image1115.png"/><Relationship Id="rId114" Type="http://schemas.openxmlformats.org/officeDocument/2006/relationships/customXml" Target="../ink/ink1155.xml"/><Relationship Id="rId275" Type="http://schemas.openxmlformats.org/officeDocument/2006/relationships/image" Target="../media/image1227.png"/><Relationship Id="rId296" Type="http://schemas.openxmlformats.org/officeDocument/2006/relationships/customXml" Target="../ink/ink1246.xml"/><Relationship Id="rId300" Type="http://schemas.openxmlformats.org/officeDocument/2006/relationships/customXml" Target="../ink/ink1248.xml"/><Relationship Id="rId60" Type="http://schemas.openxmlformats.org/officeDocument/2006/relationships/customXml" Target="../ink/ink1128.xml"/><Relationship Id="rId81" Type="http://schemas.openxmlformats.org/officeDocument/2006/relationships/image" Target="../media/image1131.png"/><Relationship Id="rId135" Type="http://schemas.openxmlformats.org/officeDocument/2006/relationships/image" Target="../media/image1157.png"/><Relationship Id="rId156" Type="http://schemas.openxmlformats.org/officeDocument/2006/relationships/customXml" Target="../ink/ink1176.xml"/><Relationship Id="rId177" Type="http://schemas.openxmlformats.org/officeDocument/2006/relationships/image" Target="../media/image1178.png"/><Relationship Id="rId198" Type="http://schemas.openxmlformats.org/officeDocument/2006/relationships/customXml" Target="../ink/ink1197.xml"/><Relationship Id="rId321" Type="http://schemas.openxmlformats.org/officeDocument/2006/relationships/image" Target="../media/image1250.png"/><Relationship Id="rId342" Type="http://schemas.openxmlformats.org/officeDocument/2006/relationships/customXml" Target="../ink/ink1269.xml"/><Relationship Id="rId363" Type="http://schemas.openxmlformats.org/officeDocument/2006/relationships/image" Target="../media/image1271.png"/><Relationship Id="rId384" Type="http://schemas.openxmlformats.org/officeDocument/2006/relationships/customXml" Target="../ink/ink1290.xml"/><Relationship Id="rId202" Type="http://schemas.openxmlformats.org/officeDocument/2006/relationships/customXml" Target="../ink/ink1199.xml"/><Relationship Id="rId223" Type="http://schemas.openxmlformats.org/officeDocument/2006/relationships/image" Target="../media/image1201.png"/><Relationship Id="rId244" Type="http://schemas.openxmlformats.org/officeDocument/2006/relationships/customXml" Target="../ink/ink1220.xml"/><Relationship Id="rId18" Type="http://schemas.openxmlformats.org/officeDocument/2006/relationships/customXml" Target="../ink/ink1107.xml"/><Relationship Id="rId39" Type="http://schemas.openxmlformats.org/officeDocument/2006/relationships/image" Target="../media/image1110.png"/><Relationship Id="rId265" Type="http://schemas.openxmlformats.org/officeDocument/2006/relationships/image" Target="../media/image1222.png"/><Relationship Id="rId286" Type="http://schemas.openxmlformats.org/officeDocument/2006/relationships/customXml" Target="../ink/ink1241.xml"/><Relationship Id="rId50" Type="http://schemas.openxmlformats.org/officeDocument/2006/relationships/customXml" Target="../ink/ink1123.xml"/><Relationship Id="rId104" Type="http://schemas.openxmlformats.org/officeDocument/2006/relationships/customXml" Target="../ink/ink1150.xml"/><Relationship Id="rId125" Type="http://schemas.openxmlformats.org/officeDocument/2006/relationships/image" Target="../media/image1152.png"/><Relationship Id="rId146" Type="http://schemas.openxmlformats.org/officeDocument/2006/relationships/customXml" Target="../ink/ink1171.xml"/><Relationship Id="rId167" Type="http://schemas.openxmlformats.org/officeDocument/2006/relationships/image" Target="../media/image1173.png"/><Relationship Id="rId188" Type="http://schemas.openxmlformats.org/officeDocument/2006/relationships/customXml" Target="../ink/ink1192.xml"/><Relationship Id="rId311" Type="http://schemas.openxmlformats.org/officeDocument/2006/relationships/image" Target="../media/image1245.png"/><Relationship Id="rId332" Type="http://schemas.openxmlformats.org/officeDocument/2006/relationships/customXml" Target="../ink/ink1264.xml"/><Relationship Id="rId353" Type="http://schemas.openxmlformats.org/officeDocument/2006/relationships/image" Target="../media/image1266.png"/><Relationship Id="rId374" Type="http://schemas.openxmlformats.org/officeDocument/2006/relationships/customXml" Target="../ink/ink1285.xml"/><Relationship Id="rId71" Type="http://schemas.openxmlformats.org/officeDocument/2006/relationships/image" Target="../media/image1126.png"/><Relationship Id="rId92" Type="http://schemas.openxmlformats.org/officeDocument/2006/relationships/customXml" Target="../ink/ink1144.xml"/><Relationship Id="rId213" Type="http://schemas.openxmlformats.org/officeDocument/2006/relationships/image" Target="../media/image1196.png"/><Relationship Id="rId234" Type="http://schemas.openxmlformats.org/officeDocument/2006/relationships/customXml" Target="../ink/ink1215.xml"/><Relationship Id="rId2" Type="http://schemas.openxmlformats.org/officeDocument/2006/relationships/customXml" Target="../ink/ink1099.xml"/><Relationship Id="rId29" Type="http://schemas.openxmlformats.org/officeDocument/2006/relationships/image" Target="../media/image1105.png"/><Relationship Id="rId255" Type="http://schemas.openxmlformats.org/officeDocument/2006/relationships/image" Target="../media/image1217.png"/><Relationship Id="rId276" Type="http://schemas.openxmlformats.org/officeDocument/2006/relationships/customXml" Target="../ink/ink1236.xml"/><Relationship Id="rId297" Type="http://schemas.openxmlformats.org/officeDocument/2006/relationships/image" Target="../media/image1238.png"/><Relationship Id="rId40" Type="http://schemas.openxmlformats.org/officeDocument/2006/relationships/customXml" Target="../ink/ink1118.xml"/><Relationship Id="rId115" Type="http://schemas.openxmlformats.org/officeDocument/2006/relationships/image" Target="../media/image1148.png"/><Relationship Id="rId136" Type="http://schemas.openxmlformats.org/officeDocument/2006/relationships/customXml" Target="../ink/ink1166.xml"/><Relationship Id="rId157" Type="http://schemas.openxmlformats.org/officeDocument/2006/relationships/image" Target="../media/image1168.png"/><Relationship Id="rId178" Type="http://schemas.openxmlformats.org/officeDocument/2006/relationships/customXml" Target="../ink/ink1187.xml"/><Relationship Id="rId301" Type="http://schemas.openxmlformats.org/officeDocument/2006/relationships/image" Target="../media/image1240.png"/><Relationship Id="rId322" Type="http://schemas.openxmlformats.org/officeDocument/2006/relationships/customXml" Target="../ink/ink1259.xml"/><Relationship Id="rId343" Type="http://schemas.openxmlformats.org/officeDocument/2006/relationships/image" Target="../media/image1261.png"/><Relationship Id="rId364" Type="http://schemas.openxmlformats.org/officeDocument/2006/relationships/customXml" Target="../ink/ink1280.xml"/><Relationship Id="rId61" Type="http://schemas.openxmlformats.org/officeDocument/2006/relationships/image" Target="../media/image1121.png"/><Relationship Id="rId82" Type="http://schemas.openxmlformats.org/officeDocument/2006/relationships/customXml" Target="../ink/ink1139.xml"/><Relationship Id="rId199" Type="http://schemas.openxmlformats.org/officeDocument/2006/relationships/image" Target="../media/image1189.png"/><Relationship Id="rId203" Type="http://schemas.openxmlformats.org/officeDocument/2006/relationships/image" Target="../media/image1191.png"/><Relationship Id="rId385" Type="http://schemas.openxmlformats.org/officeDocument/2006/relationships/image" Target="../media/image1282.png"/><Relationship Id="rId19" Type="http://schemas.openxmlformats.org/officeDocument/2006/relationships/image" Target="../media/image1100.png"/><Relationship Id="rId224" Type="http://schemas.openxmlformats.org/officeDocument/2006/relationships/customXml" Target="../ink/ink1210.xml"/><Relationship Id="rId245" Type="http://schemas.openxmlformats.org/officeDocument/2006/relationships/image" Target="../media/image1212.png"/><Relationship Id="rId266" Type="http://schemas.openxmlformats.org/officeDocument/2006/relationships/customXml" Target="../ink/ink1231.xml"/><Relationship Id="rId287" Type="http://schemas.openxmlformats.org/officeDocument/2006/relationships/image" Target="../media/image1233.png"/><Relationship Id="rId30" Type="http://schemas.openxmlformats.org/officeDocument/2006/relationships/customXml" Target="../ink/ink1113.xml"/><Relationship Id="rId105" Type="http://schemas.openxmlformats.org/officeDocument/2006/relationships/image" Target="../media/image1143.png"/><Relationship Id="rId126" Type="http://schemas.openxmlformats.org/officeDocument/2006/relationships/customXml" Target="../ink/ink1161.xml"/><Relationship Id="rId147" Type="http://schemas.openxmlformats.org/officeDocument/2006/relationships/image" Target="../media/image1163.png"/><Relationship Id="rId168" Type="http://schemas.openxmlformats.org/officeDocument/2006/relationships/customXml" Target="../ink/ink1182.xml"/><Relationship Id="rId312" Type="http://schemas.openxmlformats.org/officeDocument/2006/relationships/customXml" Target="../ink/ink1254.xml"/><Relationship Id="rId333" Type="http://schemas.openxmlformats.org/officeDocument/2006/relationships/image" Target="../media/image1256.png"/><Relationship Id="rId354" Type="http://schemas.openxmlformats.org/officeDocument/2006/relationships/customXml" Target="../ink/ink1275.xml"/><Relationship Id="rId51" Type="http://schemas.openxmlformats.org/officeDocument/2006/relationships/image" Target="../media/image1116.png"/><Relationship Id="rId72" Type="http://schemas.openxmlformats.org/officeDocument/2006/relationships/customXml" Target="../ink/ink1134.xml"/><Relationship Id="rId93" Type="http://schemas.openxmlformats.org/officeDocument/2006/relationships/image" Target="../media/image1137.png"/><Relationship Id="rId189" Type="http://schemas.openxmlformats.org/officeDocument/2006/relationships/image" Target="../media/image1184.png"/><Relationship Id="rId375" Type="http://schemas.openxmlformats.org/officeDocument/2006/relationships/image" Target="../media/image1277.png"/><Relationship Id="rId3" Type="http://schemas.openxmlformats.org/officeDocument/2006/relationships/image" Target="../media/image1092.png"/><Relationship Id="rId214" Type="http://schemas.openxmlformats.org/officeDocument/2006/relationships/customXml" Target="../ink/ink1205.xml"/><Relationship Id="rId235" Type="http://schemas.openxmlformats.org/officeDocument/2006/relationships/image" Target="../media/image1207.png"/><Relationship Id="rId256" Type="http://schemas.openxmlformats.org/officeDocument/2006/relationships/customXml" Target="../ink/ink1226.xml"/><Relationship Id="rId277" Type="http://schemas.openxmlformats.org/officeDocument/2006/relationships/image" Target="../media/image1228.png"/><Relationship Id="rId298" Type="http://schemas.openxmlformats.org/officeDocument/2006/relationships/customXml" Target="../ink/ink1247.xml"/><Relationship Id="rId116" Type="http://schemas.openxmlformats.org/officeDocument/2006/relationships/customXml" Target="../ink/ink1156.xml"/><Relationship Id="rId137" Type="http://schemas.openxmlformats.org/officeDocument/2006/relationships/image" Target="../media/image1158.png"/><Relationship Id="rId158" Type="http://schemas.openxmlformats.org/officeDocument/2006/relationships/customXml" Target="../ink/ink1177.xml"/><Relationship Id="rId302" Type="http://schemas.openxmlformats.org/officeDocument/2006/relationships/customXml" Target="../ink/ink1249.xml"/><Relationship Id="rId323" Type="http://schemas.openxmlformats.org/officeDocument/2006/relationships/image" Target="../media/image1251.png"/><Relationship Id="rId344" Type="http://schemas.openxmlformats.org/officeDocument/2006/relationships/customXml" Target="../ink/ink1270.xml"/><Relationship Id="rId20" Type="http://schemas.openxmlformats.org/officeDocument/2006/relationships/customXml" Target="../ink/ink1108.xml"/><Relationship Id="rId41" Type="http://schemas.openxmlformats.org/officeDocument/2006/relationships/image" Target="../media/image1111.png"/><Relationship Id="rId62" Type="http://schemas.openxmlformats.org/officeDocument/2006/relationships/customXml" Target="../ink/ink1129.xml"/><Relationship Id="rId83" Type="http://schemas.openxmlformats.org/officeDocument/2006/relationships/image" Target="../media/image1132.png"/><Relationship Id="rId179" Type="http://schemas.openxmlformats.org/officeDocument/2006/relationships/image" Target="../media/image1179.png"/><Relationship Id="rId365" Type="http://schemas.openxmlformats.org/officeDocument/2006/relationships/image" Target="../media/image1272.png"/><Relationship Id="rId190" Type="http://schemas.openxmlformats.org/officeDocument/2006/relationships/customXml" Target="../ink/ink1193.xml"/><Relationship Id="rId204" Type="http://schemas.openxmlformats.org/officeDocument/2006/relationships/customXml" Target="../ink/ink1200.xml"/><Relationship Id="rId225" Type="http://schemas.openxmlformats.org/officeDocument/2006/relationships/image" Target="../media/image1202.png"/><Relationship Id="rId246" Type="http://schemas.openxmlformats.org/officeDocument/2006/relationships/customXml" Target="../ink/ink1221.xml"/><Relationship Id="rId267" Type="http://schemas.openxmlformats.org/officeDocument/2006/relationships/image" Target="../media/image1223.png"/><Relationship Id="rId288" Type="http://schemas.openxmlformats.org/officeDocument/2006/relationships/customXml" Target="../ink/ink1242.xml"/><Relationship Id="rId106" Type="http://schemas.openxmlformats.org/officeDocument/2006/relationships/customXml" Target="../ink/ink1151.xml"/><Relationship Id="rId127" Type="http://schemas.openxmlformats.org/officeDocument/2006/relationships/image" Target="../media/image1153.png"/><Relationship Id="rId313" Type="http://schemas.openxmlformats.org/officeDocument/2006/relationships/image" Target="../media/image1246.png"/><Relationship Id="rId10" Type="http://schemas.openxmlformats.org/officeDocument/2006/relationships/customXml" Target="../ink/ink1103.xml"/><Relationship Id="rId31" Type="http://schemas.openxmlformats.org/officeDocument/2006/relationships/image" Target="../media/image1106.png"/><Relationship Id="rId52" Type="http://schemas.openxmlformats.org/officeDocument/2006/relationships/customXml" Target="../ink/ink1124.xml"/><Relationship Id="rId73" Type="http://schemas.openxmlformats.org/officeDocument/2006/relationships/image" Target="../media/image1127.png"/><Relationship Id="rId94" Type="http://schemas.openxmlformats.org/officeDocument/2006/relationships/customXml" Target="../ink/ink1145.xml"/><Relationship Id="rId148" Type="http://schemas.openxmlformats.org/officeDocument/2006/relationships/customXml" Target="../ink/ink1172.xml"/><Relationship Id="rId169" Type="http://schemas.openxmlformats.org/officeDocument/2006/relationships/image" Target="../media/image1174.png"/><Relationship Id="rId334" Type="http://schemas.openxmlformats.org/officeDocument/2006/relationships/customXml" Target="../ink/ink1265.xml"/><Relationship Id="rId355" Type="http://schemas.openxmlformats.org/officeDocument/2006/relationships/image" Target="../media/image1267.png"/><Relationship Id="rId376" Type="http://schemas.openxmlformats.org/officeDocument/2006/relationships/customXml" Target="../ink/ink1286.xml"/><Relationship Id="rId4" Type="http://schemas.openxmlformats.org/officeDocument/2006/relationships/customXml" Target="../ink/ink1100.xml"/><Relationship Id="rId180" Type="http://schemas.openxmlformats.org/officeDocument/2006/relationships/customXml" Target="../ink/ink1188.xml"/><Relationship Id="rId215" Type="http://schemas.openxmlformats.org/officeDocument/2006/relationships/image" Target="../media/image1197.png"/><Relationship Id="rId236" Type="http://schemas.openxmlformats.org/officeDocument/2006/relationships/customXml" Target="../ink/ink1216.xml"/><Relationship Id="rId257" Type="http://schemas.openxmlformats.org/officeDocument/2006/relationships/image" Target="../media/image1218.png"/><Relationship Id="rId278" Type="http://schemas.openxmlformats.org/officeDocument/2006/relationships/customXml" Target="../ink/ink1237.xml"/><Relationship Id="rId303" Type="http://schemas.openxmlformats.org/officeDocument/2006/relationships/image" Target="../media/image1241.png"/><Relationship Id="rId42" Type="http://schemas.openxmlformats.org/officeDocument/2006/relationships/customXml" Target="../ink/ink1119.xml"/><Relationship Id="rId84" Type="http://schemas.openxmlformats.org/officeDocument/2006/relationships/customXml" Target="../ink/ink1140.xml"/><Relationship Id="rId138" Type="http://schemas.openxmlformats.org/officeDocument/2006/relationships/customXml" Target="../ink/ink1167.xml"/><Relationship Id="rId345" Type="http://schemas.openxmlformats.org/officeDocument/2006/relationships/image" Target="../media/image1262.png"/><Relationship Id="rId191" Type="http://schemas.openxmlformats.org/officeDocument/2006/relationships/image" Target="../media/image1185.png"/><Relationship Id="rId205" Type="http://schemas.openxmlformats.org/officeDocument/2006/relationships/image" Target="../media/image1192.png"/><Relationship Id="rId247" Type="http://schemas.openxmlformats.org/officeDocument/2006/relationships/image" Target="../media/image1213.png"/><Relationship Id="rId107" Type="http://schemas.openxmlformats.org/officeDocument/2006/relationships/image" Target="../media/image1144.png"/><Relationship Id="rId289" Type="http://schemas.openxmlformats.org/officeDocument/2006/relationships/image" Target="../media/image1234.png"/><Relationship Id="rId11" Type="http://schemas.openxmlformats.org/officeDocument/2006/relationships/image" Target="../media/image1096.png"/><Relationship Id="rId53" Type="http://schemas.openxmlformats.org/officeDocument/2006/relationships/image" Target="../media/image1117.png"/><Relationship Id="rId149" Type="http://schemas.openxmlformats.org/officeDocument/2006/relationships/image" Target="../media/image1164.png"/><Relationship Id="rId314" Type="http://schemas.openxmlformats.org/officeDocument/2006/relationships/customXml" Target="../ink/ink1255.xml"/><Relationship Id="rId356" Type="http://schemas.openxmlformats.org/officeDocument/2006/relationships/customXml" Target="../ink/ink1276.xml"/><Relationship Id="rId95" Type="http://schemas.openxmlformats.org/officeDocument/2006/relationships/image" Target="../media/image1138.png"/><Relationship Id="rId160" Type="http://schemas.openxmlformats.org/officeDocument/2006/relationships/customXml" Target="../ink/ink1178.xml"/><Relationship Id="rId216" Type="http://schemas.openxmlformats.org/officeDocument/2006/relationships/customXml" Target="../ink/ink1206.xml"/><Relationship Id="rId258" Type="http://schemas.openxmlformats.org/officeDocument/2006/relationships/customXml" Target="../ink/ink1227.xml"/><Relationship Id="rId22" Type="http://schemas.openxmlformats.org/officeDocument/2006/relationships/customXml" Target="../ink/ink1109.xml"/><Relationship Id="rId64" Type="http://schemas.openxmlformats.org/officeDocument/2006/relationships/customXml" Target="../ink/ink1130.xml"/><Relationship Id="rId118" Type="http://schemas.openxmlformats.org/officeDocument/2006/relationships/customXml" Target="../ink/ink1157.xml"/><Relationship Id="rId325" Type="http://schemas.openxmlformats.org/officeDocument/2006/relationships/image" Target="../media/image1252.png"/><Relationship Id="rId367" Type="http://schemas.openxmlformats.org/officeDocument/2006/relationships/image" Target="../media/image1273.png"/><Relationship Id="rId171" Type="http://schemas.openxmlformats.org/officeDocument/2006/relationships/image" Target="../media/image1175.png"/><Relationship Id="rId227" Type="http://schemas.openxmlformats.org/officeDocument/2006/relationships/image" Target="../media/image1203.png"/><Relationship Id="rId269" Type="http://schemas.openxmlformats.org/officeDocument/2006/relationships/image" Target="../media/image1224.png"/><Relationship Id="rId33" Type="http://schemas.openxmlformats.org/officeDocument/2006/relationships/image" Target="../media/image1107.png"/><Relationship Id="rId129" Type="http://schemas.openxmlformats.org/officeDocument/2006/relationships/image" Target="../media/image1154.png"/><Relationship Id="rId280" Type="http://schemas.openxmlformats.org/officeDocument/2006/relationships/customXml" Target="../ink/ink1238.xml"/><Relationship Id="rId336" Type="http://schemas.openxmlformats.org/officeDocument/2006/relationships/customXml" Target="../ink/ink1266.xml"/><Relationship Id="rId75" Type="http://schemas.openxmlformats.org/officeDocument/2006/relationships/image" Target="../media/image1128.png"/><Relationship Id="rId140" Type="http://schemas.openxmlformats.org/officeDocument/2006/relationships/customXml" Target="../ink/ink1168.xml"/><Relationship Id="rId182" Type="http://schemas.openxmlformats.org/officeDocument/2006/relationships/customXml" Target="../ink/ink1189.xml"/><Relationship Id="rId378" Type="http://schemas.openxmlformats.org/officeDocument/2006/relationships/customXml" Target="../ink/ink1287.xml"/><Relationship Id="rId6" Type="http://schemas.openxmlformats.org/officeDocument/2006/relationships/customXml" Target="../ink/ink1101.xml"/><Relationship Id="rId238" Type="http://schemas.openxmlformats.org/officeDocument/2006/relationships/customXml" Target="../ink/ink1217.xml"/><Relationship Id="rId291" Type="http://schemas.openxmlformats.org/officeDocument/2006/relationships/image" Target="../media/image1235.png"/><Relationship Id="rId305" Type="http://schemas.openxmlformats.org/officeDocument/2006/relationships/image" Target="../media/image1242.png"/><Relationship Id="rId347" Type="http://schemas.openxmlformats.org/officeDocument/2006/relationships/image" Target="../media/image1263.png"/><Relationship Id="rId44" Type="http://schemas.openxmlformats.org/officeDocument/2006/relationships/customXml" Target="../ink/ink1120.xml"/><Relationship Id="rId86" Type="http://schemas.openxmlformats.org/officeDocument/2006/relationships/customXml" Target="../ink/ink1141.xml"/><Relationship Id="rId151" Type="http://schemas.openxmlformats.org/officeDocument/2006/relationships/image" Target="../media/image1165.png"/><Relationship Id="rId193" Type="http://schemas.openxmlformats.org/officeDocument/2006/relationships/image" Target="../media/image1186.png"/><Relationship Id="rId207" Type="http://schemas.openxmlformats.org/officeDocument/2006/relationships/image" Target="../media/image1193.png"/><Relationship Id="rId249" Type="http://schemas.openxmlformats.org/officeDocument/2006/relationships/image" Target="../media/image1214.png"/><Relationship Id="rId13" Type="http://schemas.openxmlformats.org/officeDocument/2006/relationships/image" Target="../media/image1097.png"/><Relationship Id="rId109" Type="http://schemas.openxmlformats.org/officeDocument/2006/relationships/image" Target="../media/image1145.png"/><Relationship Id="rId260" Type="http://schemas.openxmlformats.org/officeDocument/2006/relationships/customXml" Target="../ink/ink1228.xml"/><Relationship Id="rId316" Type="http://schemas.openxmlformats.org/officeDocument/2006/relationships/customXml" Target="../ink/ink1256.xml"/><Relationship Id="rId55" Type="http://schemas.openxmlformats.org/officeDocument/2006/relationships/image" Target="../media/image1118.png"/><Relationship Id="rId97" Type="http://schemas.openxmlformats.org/officeDocument/2006/relationships/image" Target="../media/image1139.png"/><Relationship Id="rId120" Type="http://schemas.openxmlformats.org/officeDocument/2006/relationships/customXml" Target="../ink/ink1158.xml"/><Relationship Id="rId358" Type="http://schemas.openxmlformats.org/officeDocument/2006/relationships/customXml" Target="../ink/ink1277.xml"/><Relationship Id="rId162" Type="http://schemas.openxmlformats.org/officeDocument/2006/relationships/customXml" Target="../ink/ink1179.xml"/><Relationship Id="rId218" Type="http://schemas.openxmlformats.org/officeDocument/2006/relationships/customXml" Target="../ink/ink1207.xml"/><Relationship Id="rId271" Type="http://schemas.openxmlformats.org/officeDocument/2006/relationships/image" Target="../media/image1225.png"/><Relationship Id="rId24" Type="http://schemas.openxmlformats.org/officeDocument/2006/relationships/customXml" Target="../ink/ink1110.xml"/><Relationship Id="rId66" Type="http://schemas.openxmlformats.org/officeDocument/2006/relationships/customXml" Target="../ink/ink1131.xml"/><Relationship Id="rId131" Type="http://schemas.openxmlformats.org/officeDocument/2006/relationships/image" Target="../media/image1155.png"/><Relationship Id="rId327" Type="http://schemas.openxmlformats.org/officeDocument/2006/relationships/image" Target="../media/image1253.png"/><Relationship Id="rId369" Type="http://schemas.openxmlformats.org/officeDocument/2006/relationships/image" Target="../media/image1274.png"/><Relationship Id="rId173" Type="http://schemas.openxmlformats.org/officeDocument/2006/relationships/image" Target="../media/image1176.png"/><Relationship Id="rId229" Type="http://schemas.openxmlformats.org/officeDocument/2006/relationships/image" Target="../media/image1204.png"/><Relationship Id="rId380" Type="http://schemas.openxmlformats.org/officeDocument/2006/relationships/customXml" Target="../ink/ink1288.xml"/><Relationship Id="rId240" Type="http://schemas.openxmlformats.org/officeDocument/2006/relationships/customXml" Target="../ink/ink1218.xml"/><Relationship Id="rId35" Type="http://schemas.openxmlformats.org/officeDocument/2006/relationships/image" Target="../media/image1108.png"/><Relationship Id="rId77" Type="http://schemas.openxmlformats.org/officeDocument/2006/relationships/image" Target="../media/image1129.png"/><Relationship Id="rId100" Type="http://schemas.openxmlformats.org/officeDocument/2006/relationships/customXml" Target="../ink/ink1148.xml"/><Relationship Id="rId282" Type="http://schemas.openxmlformats.org/officeDocument/2006/relationships/customXml" Target="../ink/ink1239.xml"/><Relationship Id="rId338" Type="http://schemas.openxmlformats.org/officeDocument/2006/relationships/customXml" Target="../ink/ink1267.xml"/><Relationship Id="rId8" Type="http://schemas.openxmlformats.org/officeDocument/2006/relationships/customXml" Target="../ink/ink1102.xml"/><Relationship Id="rId142" Type="http://schemas.openxmlformats.org/officeDocument/2006/relationships/customXml" Target="../ink/ink1169.xml"/><Relationship Id="rId184" Type="http://schemas.openxmlformats.org/officeDocument/2006/relationships/customXml" Target="../ink/ink1190.xml"/><Relationship Id="rId251" Type="http://schemas.openxmlformats.org/officeDocument/2006/relationships/image" Target="../media/image1215.png"/><Relationship Id="rId46" Type="http://schemas.openxmlformats.org/officeDocument/2006/relationships/customXml" Target="../ink/ink1121.xml"/><Relationship Id="rId293" Type="http://schemas.openxmlformats.org/officeDocument/2006/relationships/image" Target="../media/image1236.png"/><Relationship Id="rId307" Type="http://schemas.openxmlformats.org/officeDocument/2006/relationships/image" Target="../media/image1243.png"/><Relationship Id="rId349" Type="http://schemas.openxmlformats.org/officeDocument/2006/relationships/image" Target="../media/image1264.png"/><Relationship Id="rId88" Type="http://schemas.openxmlformats.org/officeDocument/2006/relationships/customXml" Target="../ink/ink1142.xml"/><Relationship Id="rId111" Type="http://schemas.openxmlformats.org/officeDocument/2006/relationships/image" Target="../media/image1146.png"/><Relationship Id="rId153" Type="http://schemas.openxmlformats.org/officeDocument/2006/relationships/image" Target="../media/image1166.png"/><Relationship Id="rId195" Type="http://schemas.openxmlformats.org/officeDocument/2006/relationships/image" Target="../media/image1187.png"/><Relationship Id="rId209" Type="http://schemas.openxmlformats.org/officeDocument/2006/relationships/image" Target="../media/image1194.png"/><Relationship Id="rId360" Type="http://schemas.openxmlformats.org/officeDocument/2006/relationships/customXml" Target="../ink/ink1278.xml"/><Relationship Id="rId220" Type="http://schemas.openxmlformats.org/officeDocument/2006/relationships/customXml" Target="../ink/ink1208.xml"/><Relationship Id="rId15" Type="http://schemas.openxmlformats.org/officeDocument/2006/relationships/image" Target="../media/image1098.png"/><Relationship Id="rId57" Type="http://schemas.openxmlformats.org/officeDocument/2006/relationships/image" Target="../media/image1119.png"/><Relationship Id="rId262" Type="http://schemas.openxmlformats.org/officeDocument/2006/relationships/customXml" Target="../ink/ink1229.xml"/><Relationship Id="rId318" Type="http://schemas.openxmlformats.org/officeDocument/2006/relationships/customXml" Target="../ink/ink1257.xml"/><Relationship Id="rId99" Type="http://schemas.openxmlformats.org/officeDocument/2006/relationships/image" Target="../media/image1140.png"/><Relationship Id="rId122" Type="http://schemas.openxmlformats.org/officeDocument/2006/relationships/customXml" Target="../ink/ink1159.xml"/><Relationship Id="rId164" Type="http://schemas.openxmlformats.org/officeDocument/2006/relationships/customXml" Target="../ink/ink1180.xml"/><Relationship Id="rId371" Type="http://schemas.openxmlformats.org/officeDocument/2006/relationships/image" Target="../media/image1275.png"/><Relationship Id="rId26" Type="http://schemas.openxmlformats.org/officeDocument/2006/relationships/customXml" Target="../ink/ink1111.xml"/><Relationship Id="rId231" Type="http://schemas.openxmlformats.org/officeDocument/2006/relationships/image" Target="../media/image1205.png"/><Relationship Id="rId273" Type="http://schemas.openxmlformats.org/officeDocument/2006/relationships/image" Target="../media/image1226.png"/><Relationship Id="rId329" Type="http://schemas.openxmlformats.org/officeDocument/2006/relationships/image" Target="../media/image1254.png"/></Relationships>
</file>

<file path=ppt/slides/_rels/slide1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730.png"/><Relationship Id="rId21" Type="http://schemas.openxmlformats.org/officeDocument/2006/relationships/image" Target="../media/image3250.png"/><Relationship Id="rId63" Type="http://schemas.openxmlformats.org/officeDocument/2006/relationships/image" Target="../media/image3460.png"/><Relationship Id="rId159" Type="http://schemas.openxmlformats.org/officeDocument/2006/relationships/image" Target="../media/image3940.png"/><Relationship Id="rId170" Type="http://schemas.openxmlformats.org/officeDocument/2006/relationships/customXml" Target="../ink/ink1375.xml"/><Relationship Id="rId191" Type="http://schemas.openxmlformats.org/officeDocument/2006/relationships/image" Target="../media/image4100.png"/><Relationship Id="rId205" Type="http://schemas.openxmlformats.org/officeDocument/2006/relationships/image" Target="../media/image4170.png"/><Relationship Id="rId226" Type="http://schemas.openxmlformats.org/officeDocument/2006/relationships/customXml" Target="../ink/ink1403.xml"/><Relationship Id="rId247" Type="http://schemas.openxmlformats.org/officeDocument/2006/relationships/image" Target="../media/image4380.png"/><Relationship Id="rId107" Type="http://schemas.openxmlformats.org/officeDocument/2006/relationships/image" Target="../media/image3680.png"/><Relationship Id="rId11" Type="http://schemas.openxmlformats.org/officeDocument/2006/relationships/image" Target="../media/image3200.png"/><Relationship Id="rId32" Type="http://schemas.openxmlformats.org/officeDocument/2006/relationships/customXml" Target="../ink/ink1306.xml"/><Relationship Id="rId53" Type="http://schemas.openxmlformats.org/officeDocument/2006/relationships/image" Target="../media/image3410.png"/><Relationship Id="rId74" Type="http://schemas.openxmlformats.org/officeDocument/2006/relationships/customXml" Target="../ink/ink1327.xml"/><Relationship Id="rId128" Type="http://schemas.openxmlformats.org/officeDocument/2006/relationships/customXml" Target="../ink/ink1354.xml"/><Relationship Id="rId149" Type="http://schemas.openxmlformats.org/officeDocument/2006/relationships/image" Target="../media/image3890.png"/><Relationship Id="rId5" Type="http://schemas.openxmlformats.org/officeDocument/2006/relationships/image" Target="../media/image3170.png"/><Relationship Id="rId95" Type="http://schemas.openxmlformats.org/officeDocument/2006/relationships/image" Target="../media/image3620.png"/><Relationship Id="rId160" Type="http://schemas.openxmlformats.org/officeDocument/2006/relationships/customXml" Target="../ink/ink1370.xml"/><Relationship Id="rId181" Type="http://schemas.openxmlformats.org/officeDocument/2006/relationships/image" Target="../media/image4050.png"/><Relationship Id="rId216" Type="http://schemas.openxmlformats.org/officeDocument/2006/relationships/customXml" Target="../ink/ink1398.xml"/><Relationship Id="rId237" Type="http://schemas.openxmlformats.org/officeDocument/2006/relationships/image" Target="../media/image4330.png"/><Relationship Id="rId258" Type="http://schemas.openxmlformats.org/officeDocument/2006/relationships/customXml" Target="../ink/ink1419.xml"/><Relationship Id="rId22" Type="http://schemas.openxmlformats.org/officeDocument/2006/relationships/customXml" Target="../ink/ink1301.xml"/><Relationship Id="rId43" Type="http://schemas.openxmlformats.org/officeDocument/2006/relationships/image" Target="../media/image3360.png"/><Relationship Id="rId64" Type="http://schemas.openxmlformats.org/officeDocument/2006/relationships/customXml" Target="../ink/ink1322.xml"/><Relationship Id="rId118" Type="http://schemas.openxmlformats.org/officeDocument/2006/relationships/customXml" Target="../ink/ink1349.xml"/><Relationship Id="rId139" Type="http://schemas.openxmlformats.org/officeDocument/2006/relationships/image" Target="../media/image3840.png"/><Relationship Id="rId85" Type="http://schemas.openxmlformats.org/officeDocument/2006/relationships/image" Target="../media/image3570.png"/><Relationship Id="rId150" Type="http://schemas.openxmlformats.org/officeDocument/2006/relationships/customXml" Target="../ink/ink1365.xml"/><Relationship Id="rId171" Type="http://schemas.openxmlformats.org/officeDocument/2006/relationships/image" Target="../media/image4000.png"/><Relationship Id="rId192" Type="http://schemas.openxmlformats.org/officeDocument/2006/relationships/customXml" Target="../ink/ink1386.xml"/><Relationship Id="rId206" Type="http://schemas.openxmlformats.org/officeDocument/2006/relationships/customXml" Target="../ink/ink1393.xml"/><Relationship Id="rId227" Type="http://schemas.openxmlformats.org/officeDocument/2006/relationships/image" Target="../media/image4280.png"/><Relationship Id="rId248" Type="http://schemas.openxmlformats.org/officeDocument/2006/relationships/customXml" Target="../ink/ink1414.xml"/><Relationship Id="rId12" Type="http://schemas.openxmlformats.org/officeDocument/2006/relationships/customXml" Target="../ink/ink1296.xml"/><Relationship Id="rId33" Type="http://schemas.openxmlformats.org/officeDocument/2006/relationships/image" Target="../media/image3310.png"/><Relationship Id="rId108" Type="http://schemas.openxmlformats.org/officeDocument/2006/relationships/customXml" Target="../ink/ink1344.xml"/><Relationship Id="rId129" Type="http://schemas.openxmlformats.org/officeDocument/2006/relationships/image" Target="../media/image3790.png"/><Relationship Id="rId54" Type="http://schemas.openxmlformats.org/officeDocument/2006/relationships/customXml" Target="../ink/ink1317.xml"/><Relationship Id="rId75" Type="http://schemas.openxmlformats.org/officeDocument/2006/relationships/image" Target="../media/image3520.png"/><Relationship Id="rId96" Type="http://schemas.openxmlformats.org/officeDocument/2006/relationships/customXml" Target="../ink/ink1338.xml"/><Relationship Id="rId140" Type="http://schemas.openxmlformats.org/officeDocument/2006/relationships/customXml" Target="../ink/ink1360.xml"/><Relationship Id="rId161" Type="http://schemas.openxmlformats.org/officeDocument/2006/relationships/image" Target="../media/image3950.png"/><Relationship Id="rId182" Type="http://schemas.openxmlformats.org/officeDocument/2006/relationships/customXml" Target="../ink/ink1381.xml"/><Relationship Id="rId217" Type="http://schemas.openxmlformats.org/officeDocument/2006/relationships/image" Target="../media/image4230.png"/><Relationship Id="rId6" Type="http://schemas.openxmlformats.org/officeDocument/2006/relationships/customXml" Target="../ink/ink1293.xml"/><Relationship Id="rId238" Type="http://schemas.openxmlformats.org/officeDocument/2006/relationships/customXml" Target="../ink/ink1409.xml"/><Relationship Id="rId259" Type="http://schemas.openxmlformats.org/officeDocument/2006/relationships/image" Target="../media/image4440.png"/><Relationship Id="rId23" Type="http://schemas.openxmlformats.org/officeDocument/2006/relationships/image" Target="../media/image3260.png"/><Relationship Id="rId119" Type="http://schemas.openxmlformats.org/officeDocument/2006/relationships/image" Target="../media/image3740.png"/><Relationship Id="rId44" Type="http://schemas.openxmlformats.org/officeDocument/2006/relationships/customXml" Target="../ink/ink1312.xml"/><Relationship Id="rId65" Type="http://schemas.openxmlformats.org/officeDocument/2006/relationships/image" Target="../media/image3470.png"/><Relationship Id="rId86" Type="http://schemas.openxmlformats.org/officeDocument/2006/relationships/customXml" Target="../ink/ink1333.xml"/><Relationship Id="rId130" Type="http://schemas.openxmlformats.org/officeDocument/2006/relationships/customXml" Target="../ink/ink1355.xml"/><Relationship Id="rId151" Type="http://schemas.openxmlformats.org/officeDocument/2006/relationships/image" Target="../media/image3900.png"/><Relationship Id="rId172" Type="http://schemas.openxmlformats.org/officeDocument/2006/relationships/customXml" Target="../ink/ink1376.xml"/><Relationship Id="rId193" Type="http://schemas.openxmlformats.org/officeDocument/2006/relationships/image" Target="../media/image4110.png"/><Relationship Id="rId207" Type="http://schemas.openxmlformats.org/officeDocument/2006/relationships/image" Target="../media/image4180.png"/><Relationship Id="rId228" Type="http://schemas.openxmlformats.org/officeDocument/2006/relationships/customXml" Target="../ink/ink1404.xml"/><Relationship Id="rId249" Type="http://schemas.openxmlformats.org/officeDocument/2006/relationships/image" Target="../media/image4390.png"/><Relationship Id="rId13" Type="http://schemas.openxmlformats.org/officeDocument/2006/relationships/image" Target="../media/image3210.png"/><Relationship Id="rId109" Type="http://schemas.openxmlformats.org/officeDocument/2006/relationships/image" Target="../media/image3690.png"/><Relationship Id="rId260" Type="http://schemas.openxmlformats.org/officeDocument/2006/relationships/customXml" Target="../ink/ink1420.xml"/><Relationship Id="rId34" Type="http://schemas.openxmlformats.org/officeDocument/2006/relationships/customXml" Target="../ink/ink1307.xml"/><Relationship Id="rId55" Type="http://schemas.openxmlformats.org/officeDocument/2006/relationships/image" Target="../media/image3420.png"/><Relationship Id="rId76" Type="http://schemas.openxmlformats.org/officeDocument/2006/relationships/customXml" Target="../ink/ink1328.xml"/><Relationship Id="rId97" Type="http://schemas.openxmlformats.org/officeDocument/2006/relationships/image" Target="../media/image3630.png"/><Relationship Id="rId120" Type="http://schemas.openxmlformats.org/officeDocument/2006/relationships/customXml" Target="../ink/ink1350.xml"/><Relationship Id="rId141" Type="http://schemas.openxmlformats.org/officeDocument/2006/relationships/image" Target="../media/image3850.png"/><Relationship Id="rId7" Type="http://schemas.openxmlformats.org/officeDocument/2006/relationships/image" Target="../media/image3180.png"/><Relationship Id="rId162" Type="http://schemas.openxmlformats.org/officeDocument/2006/relationships/customXml" Target="../ink/ink1371.xml"/><Relationship Id="rId183" Type="http://schemas.openxmlformats.org/officeDocument/2006/relationships/image" Target="../media/image4060.png"/><Relationship Id="rId218" Type="http://schemas.openxmlformats.org/officeDocument/2006/relationships/customXml" Target="../ink/ink1399.xml"/><Relationship Id="rId239" Type="http://schemas.openxmlformats.org/officeDocument/2006/relationships/image" Target="../media/image4340.png"/><Relationship Id="rId250" Type="http://schemas.openxmlformats.org/officeDocument/2006/relationships/customXml" Target="../ink/ink1415.xml"/><Relationship Id="rId24" Type="http://schemas.openxmlformats.org/officeDocument/2006/relationships/customXml" Target="../ink/ink1302.xml"/><Relationship Id="rId45" Type="http://schemas.openxmlformats.org/officeDocument/2006/relationships/image" Target="../media/image3370.png"/><Relationship Id="rId66" Type="http://schemas.openxmlformats.org/officeDocument/2006/relationships/customXml" Target="../ink/ink1323.xml"/><Relationship Id="rId87" Type="http://schemas.openxmlformats.org/officeDocument/2006/relationships/image" Target="../media/image3580.png"/><Relationship Id="rId110" Type="http://schemas.openxmlformats.org/officeDocument/2006/relationships/customXml" Target="../ink/ink1345.xml"/><Relationship Id="rId131" Type="http://schemas.openxmlformats.org/officeDocument/2006/relationships/image" Target="../media/image3800.png"/><Relationship Id="rId152" Type="http://schemas.openxmlformats.org/officeDocument/2006/relationships/customXml" Target="../ink/ink1366.xml"/><Relationship Id="rId173" Type="http://schemas.openxmlformats.org/officeDocument/2006/relationships/image" Target="../media/image4010.png"/><Relationship Id="rId194" Type="http://schemas.openxmlformats.org/officeDocument/2006/relationships/customXml" Target="../ink/ink1387.xml"/><Relationship Id="rId208" Type="http://schemas.openxmlformats.org/officeDocument/2006/relationships/customXml" Target="../ink/ink1394.xml"/><Relationship Id="rId229" Type="http://schemas.openxmlformats.org/officeDocument/2006/relationships/image" Target="../media/image4290.png"/><Relationship Id="rId240" Type="http://schemas.openxmlformats.org/officeDocument/2006/relationships/customXml" Target="../ink/ink1410.xml"/><Relationship Id="rId261" Type="http://schemas.openxmlformats.org/officeDocument/2006/relationships/image" Target="../media/image4450.png"/><Relationship Id="rId14" Type="http://schemas.openxmlformats.org/officeDocument/2006/relationships/customXml" Target="../ink/ink1297.xml"/><Relationship Id="rId35" Type="http://schemas.openxmlformats.org/officeDocument/2006/relationships/image" Target="../media/image3320.png"/><Relationship Id="rId56" Type="http://schemas.openxmlformats.org/officeDocument/2006/relationships/customXml" Target="../ink/ink1318.xml"/><Relationship Id="rId77" Type="http://schemas.openxmlformats.org/officeDocument/2006/relationships/image" Target="../media/image3530.png"/><Relationship Id="rId100" Type="http://schemas.openxmlformats.org/officeDocument/2006/relationships/customXml" Target="../ink/ink1340.xml"/><Relationship Id="rId8" Type="http://schemas.openxmlformats.org/officeDocument/2006/relationships/customXml" Target="../ink/ink1294.xml"/><Relationship Id="rId98" Type="http://schemas.openxmlformats.org/officeDocument/2006/relationships/customXml" Target="../ink/ink1339.xml"/><Relationship Id="rId121" Type="http://schemas.openxmlformats.org/officeDocument/2006/relationships/image" Target="../media/image3750.png"/><Relationship Id="rId142" Type="http://schemas.openxmlformats.org/officeDocument/2006/relationships/customXml" Target="../ink/ink1361.xml"/><Relationship Id="rId163" Type="http://schemas.openxmlformats.org/officeDocument/2006/relationships/image" Target="../media/image3960.png"/><Relationship Id="rId184" Type="http://schemas.openxmlformats.org/officeDocument/2006/relationships/customXml" Target="../ink/ink1382.xml"/><Relationship Id="rId219" Type="http://schemas.openxmlformats.org/officeDocument/2006/relationships/image" Target="../media/image4240.png"/><Relationship Id="rId230" Type="http://schemas.openxmlformats.org/officeDocument/2006/relationships/customXml" Target="../ink/ink1405.xml"/><Relationship Id="rId251" Type="http://schemas.openxmlformats.org/officeDocument/2006/relationships/image" Target="../media/image4400.png"/><Relationship Id="rId25" Type="http://schemas.openxmlformats.org/officeDocument/2006/relationships/image" Target="../media/image3270.png"/><Relationship Id="rId46" Type="http://schemas.openxmlformats.org/officeDocument/2006/relationships/customXml" Target="../ink/ink1313.xml"/><Relationship Id="rId67" Type="http://schemas.openxmlformats.org/officeDocument/2006/relationships/image" Target="../media/image3480.png"/><Relationship Id="rId88" Type="http://schemas.openxmlformats.org/officeDocument/2006/relationships/customXml" Target="../ink/ink1334.xml"/><Relationship Id="rId111" Type="http://schemas.openxmlformats.org/officeDocument/2006/relationships/image" Target="../media/image3700.png"/><Relationship Id="rId132" Type="http://schemas.openxmlformats.org/officeDocument/2006/relationships/customXml" Target="../ink/ink1356.xml"/><Relationship Id="rId153" Type="http://schemas.openxmlformats.org/officeDocument/2006/relationships/image" Target="../media/image3910.png"/><Relationship Id="rId174" Type="http://schemas.openxmlformats.org/officeDocument/2006/relationships/customXml" Target="../ink/ink1377.xml"/><Relationship Id="rId195" Type="http://schemas.openxmlformats.org/officeDocument/2006/relationships/image" Target="../media/image4120.png"/><Relationship Id="rId209" Type="http://schemas.openxmlformats.org/officeDocument/2006/relationships/image" Target="../media/image4190.png"/><Relationship Id="rId220" Type="http://schemas.openxmlformats.org/officeDocument/2006/relationships/customXml" Target="../ink/ink1400.xml"/><Relationship Id="rId241" Type="http://schemas.openxmlformats.org/officeDocument/2006/relationships/image" Target="../media/image4350.png"/><Relationship Id="rId15" Type="http://schemas.openxmlformats.org/officeDocument/2006/relationships/image" Target="../media/image3220.png"/><Relationship Id="rId36" Type="http://schemas.openxmlformats.org/officeDocument/2006/relationships/customXml" Target="../ink/ink1308.xml"/><Relationship Id="rId57" Type="http://schemas.openxmlformats.org/officeDocument/2006/relationships/image" Target="../media/image3430.png"/><Relationship Id="rId262" Type="http://schemas.openxmlformats.org/officeDocument/2006/relationships/customXml" Target="../ink/ink1421.xml"/><Relationship Id="rId78" Type="http://schemas.openxmlformats.org/officeDocument/2006/relationships/customXml" Target="../ink/ink1329.xml"/><Relationship Id="rId99" Type="http://schemas.openxmlformats.org/officeDocument/2006/relationships/image" Target="../media/image3640.png"/><Relationship Id="rId101" Type="http://schemas.openxmlformats.org/officeDocument/2006/relationships/image" Target="../media/image3650.png"/><Relationship Id="rId122" Type="http://schemas.openxmlformats.org/officeDocument/2006/relationships/customXml" Target="../ink/ink1351.xml"/><Relationship Id="rId143" Type="http://schemas.openxmlformats.org/officeDocument/2006/relationships/image" Target="../media/image3860.png"/><Relationship Id="rId164" Type="http://schemas.openxmlformats.org/officeDocument/2006/relationships/customXml" Target="../ink/ink1372.xml"/><Relationship Id="rId185" Type="http://schemas.openxmlformats.org/officeDocument/2006/relationships/image" Target="../media/image4070.png"/><Relationship Id="rId9" Type="http://schemas.openxmlformats.org/officeDocument/2006/relationships/image" Target="../media/image3190.png"/><Relationship Id="rId210" Type="http://schemas.openxmlformats.org/officeDocument/2006/relationships/customXml" Target="../ink/ink1395.xml"/><Relationship Id="rId26" Type="http://schemas.openxmlformats.org/officeDocument/2006/relationships/customXml" Target="../ink/ink1303.xml"/><Relationship Id="rId231" Type="http://schemas.openxmlformats.org/officeDocument/2006/relationships/image" Target="../media/image4300.png"/><Relationship Id="rId252" Type="http://schemas.openxmlformats.org/officeDocument/2006/relationships/customXml" Target="../ink/ink1416.xml"/><Relationship Id="rId47" Type="http://schemas.openxmlformats.org/officeDocument/2006/relationships/image" Target="../media/image3380.png"/><Relationship Id="rId68" Type="http://schemas.openxmlformats.org/officeDocument/2006/relationships/customXml" Target="../ink/ink1324.xml"/><Relationship Id="rId89" Type="http://schemas.openxmlformats.org/officeDocument/2006/relationships/image" Target="../media/image3590.png"/><Relationship Id="rId112" Type="http://schemas.openxmlformats.org/officeDocument/2006/relationships/customXml" Target="../ink/ink1346.xml"/><Relationship Id="rId133" Type="http://schemas.openxmlformats.org/officeDocument/2006/relationships/image" Target="../media/image3810.png"/><Relationship Id="rId154" Type="http://schemas.openxmlformats.org/officeDocument/2006/relationships/customXml" Target="../ink/ink1367.xml"/><Relationship Id="rId175" Type="http://schemas.openxmlformats.org/officeDocument/2006/relationships/image" Target="../media/image4020.png"/><Relationship Id="rId196" Type="http://schemas.openxmlformats.org/officeDocument/2006/relationships/customXml" Target="../ink/ink1388.xml"/><Relationship Id="rId200" Type="http://schemas.openxmlformats.org/officeDocument/2006/relationships/customXml" Target="../ink/ink1390.xml"/><Relationship Id="rId16" Type="http://schemas.openxmlformats.org/officeDocument/2006/relationships/customXml" Target="../ink/ink1298.xml"/><Relationship Id="rId221" Type="http://schemas.openxmlformats.org/officeDocument/2006/relationships/image" Target="../media/image4250.png"/><Relationship Id="rId242" Type="http://schemas.openxmlformats.org/officeDocument/2006/relationships/customXml" Target="../ink/ink1411.xml"/><Relationship Id="rId263" Type="http://schemas.openxmlformats.org/officeDocument/2006/relationships/image" Target="../media/image4460.png"/><Relationship Id="rId37" Type="http://schemas.openxmlformats.org/officeDocument/2006/relationships/image" Target="../media/image3330.png"/><Relationship Id="rId58" Type="http://schemas.openxmlformats.org/officeDocument/2006/relationships/customXml" Target="../ink/ink1319.xml"/><Relationship Id="rId79" Type="http://schemas.openxmlformats.org/officeDocument/2006/relationships/image" Target="../media/image3540.png"/><Relationship Id="rId102" Type="http://schemas.openxmlformats.org/officeDocument/2006/relationships/customXml" Target="../ink/ink1341.xml"/><Relationship Id="rId123" Type="http://schemas.openxmlformats.org/officeDocument/2006/relationships/image" Target="../media/image3760.png"/><Relationship Id="rId144" Type="http://schemas.openxmlformats.org/officeDocument/2006/relationships/customXml" Target="../ink/ink1362.xml"/><Relationship Id="rId90" Type="http://schemas.openxmlformats.org/officeDocument/2006/relationships/customXml" Target="../ink/ink1335.xml"/><Relationship Id="rId165" Type="http://schemas.openxmlformats.org/officeDocument/2006/relationships/image" Target="../media/image3970.png"/><Relationship Id="rId186" Type="http://schemas.openxmlformats.org/officeDocument/2006/relationships/customXml" Target="../ink/ink1383.xml"/><Relationship Id="rId211" Type="http://schemas.openxmlformats.org/officeDocument/2006/relationships/image" Target="../media/image4200.png"/><Relationship Id="rId232" Type="http://schemas.openxmlformats.org/officeDocument/2006/relationships/customXml" Target="../ink/ink1406.xml"/><Relationship Id="rId253" Type="http://schemas.openxmlformats.org/officeDocument/2006/relationships/image" Target="../media/image4410.png"/><Relationship Id="rId27" Type="http://schemas.openxmlformats.org/officeDocument/2006/relationships/image" Target="../media/image3280.png"/><Relationship Id="rId48" Type="http://schemas.openxmlformats.org/officeDocument/2006/relationships/customXml" Target="../ink/ink1314.xml"/><Relationship Id="rId69" Type="http://schemas.openxmlformats.org/officeDocument/2006/relationships/image" Target="../media/image3490.png"/><Relationship Id="rId113" Type="http://schemas.openxmlformats.org/officeDocument/2006/relationships/image" Target="../media/image3710.png"/><Relationship Id="rId134" Type="http://schemas.openxmlformats.org/officeDocument/2006/relationships/customXml" Target="../ink/ink1357.xml"/><Relationship Id="rId80" Type="http://schemas.openxmlformats.org/officeDocument/2006/relationships/customXml" Target="../ink/ink1330.xml"/><Relationship Id="rId155" Type="http://schemas.openxmlformats.org/officeDocument/2006/relationships/image" Target="../media/image3920.png"/><Relationship Id="rId176" Type="http://schemas.openxmlformats.org/officeDocument/2006/relationships/customXml" Target="../ink/ink1378.xml"/><Relationship Id="rId197" Type="http://schemas.openxmlformats.org/officeDocument/2006/relationships/image" Target="../media/image4130.png"/><Relationship Id="rId201" Type="http://schemas.openxmlformats.org/officeDocument/2006/relationships/image" Target="../media/image4150.png"/><Relationship Id="rId222" Type="http://schemas.openxmlformats.org/officeDocument/2006/relationships/customXml" Target="../ink/ink1401.xml"/><Relationship Id="rId243" Type="http://schemas.openxmlformats.org/officeDocument/2006/relationships/image" Target="../media/image4360.png"/><Relationship Id="rId17" Type="http://schemas.openxmlformats.org/officeDocument/2006/relationships/image" Target="../media/image3230.png"/><Relationship Id="rId38" Type="http://schemas.openxmlformats.org/officeDocument/2006/relationships/customXml" Target="../ink/ink1309.xml"/><Relationship Id="rId59" Type="http://schemas.openxmlformats.org/officeDocument/2006/relationships/image" Target="../media/image3440.png"/><Relationship Id="rId103" Type="http://schemas.openxmlformats.org/officeDocument/2006/relationships/image" Target="../media/image3660.png"/><Relationship Id="rId124" Type="http://schemas.openxmlformats.org/officeDocument/2006/relationships/customXml" Target="../ink/ink1352.xml"/><Relationship Id="rId70" Type="http://schemas.openxmlformats.org/officeDocument/2006/relationships/customXml" Target="../ink/ink1325.xml"/><Relationship Id="rId91" Type="http://schemas.openxmlformats.org/officeDocument/2006/relationships/image" Target="../media/image3600.png"/><Relationship Id="rId145" Type="http://schemas.openxmlformats.org/officeDocument/2006/relationships/image" Target="../media/image3870.png"/><Relationship Id="rId166" Type="http://schemas.openxmlformats.org/officeDocument/2006/relationships/customXml" Target="../ink/ink1373.xml"/><Relationship Id="rId187" Type="http://schemas.openxmlformats.org/officeDocument/2006/relationships/image" Target="../media/image4080.png"/><Relationship Id="rId1" Type="http://schemas.openxmlformats.org/officeDocument/2006/relationships/slideLayout" Target="../slideLayouts/slideLayout11.xml"/><Relationship Id="rId212" Type="http://schemas.openxmlformats.org/officeDocument/2006/relationships/customXml" Target="../ink/ink1396.xml"/><Relationship Id="rId233" Type="http://schemas.openxmlformats.org/officeDocument/2006/relationships/image" Target="../media/image4310.png"/><Relationship Id="rId254" Type="http://schemas.openxmlformats.org/officeDocument/2006/relationships/customXml" Target="../ink/ink1417.xml"/><Relationship Id="rId28" Type="http://schemas.openxmlformats.org/officeDocument/2006/relationships/customXml" Target="../ink/ink1304.xml"/><Relationship Id="rId49" Type="http://schemas.openxmlformats.org/officeDocument/2006/relationships/image" Target="../media/image3390.png"/><Relationship Id="rId114" Type="http://schemas.openxmlformats.org/officeDocument/2006/relationships/customXml" Target="../ink/ink1347.xml"/><Relationship Id="rId60" Type="http://schemas.openxmlformats.org/officeDocument/2006/relationships/customXml" Target="../ink/ink1320.xml"/><Relationship Id="rId81" Type="http://schemas.openxmlformats.org/officeDocument/2006/relationships/image" Target="../media/image3550.png"/><Relationship Id="rId135" Type="http://schemas.openxmlformats.org/officeDocument/2006/relationships/image" Target="../media/image3820.png"/><Relationship Id="rId156" Type="http://schemas.openxmlformats.org/officeDocument/2006/relationships/customXml" Target="../ink/ink1368.xml"/><Relationship Id="rId177" Type="http://schemas.openxmlformats.org/officeDocument/2006/relationships/image" Target="../media/image4030.png"/><Relationship Id="rId198" Type="http://schemas.openxmlformats.org/officeDocument/2006/relationships/customXml" Target="../ink/ink1389.xml"/><Relationship Id="rId202" Type="http://schemas.openxmlformats.org/officeDocument/2006/relationships/customXml" Target="../ink/ink1391.xml"/><Relationship Id="rId223" Type="http://schemas.openxmlformats.org/officeDocument/2006/relationships/image" Target="../media/image4260.png"/><Relationship Id="rId244" Type="http://schemas.openxmlformats.org/officeDocument/2006/relationships/customXml" Target="../ink/ink1412.xml"/><Relationship Id="rId18" Type="http://schemas.openxmlformats.org/officeDocument/2006/relationships/customXml" Target="../ink/ink1299.xml"/><Relationship Id="rId39" Type="http://schemas.openxmlformats.org/officeDocument/2006/relationships/image" Target="../media/image3340.png"/><Relationship Id="rId50" Type="http://schemas.openxmlformats.org/officeDocument/2006/relationships/customXml" Target="../ink/ink1315.xml"/><Relationship Id="rId104" Type="http://schemas.openxmlformats.org/officeDocument/2006/relationships/customXml" Target="../ink/ink1342.xml"/><Relationship Id="rId125" Type="http://schemas.openxmlformats.org/officeDocument/2006/relationships/image" Target="../media/image3770.png"/><Relationship Id="rId146" Type="http://schemas.openxmlformats.org/officeDocument/2006/relationships/customXml" Target="../ink/ink1363.xml"/><Relationship Id="rId167" Type="http://schemas.openxmlformats.org/officeDocument/2006/relationships/image" Target="../media/image3980.png"/><Relationship Id="rId188" Type="http://schemas.openxmlformats.org/officeDocument/2006/relationships/customXml" Target="../ink/ink1384.xml"/><Relationship Id="rId71" Type="http://schemas.openxmlformats.org/officeDocument/2006/relationships/image" Target="../media/image3500.png"/><Relationship Id="rId92" Type="http://schemas.openxmlformats.org/officeDocument/2006/relationships/customXml" Target="../ink/ink1336.xml"/><Relationship Id="rId213" Type="http://schemas.openxmlformats.org/officeDocument/2006/relationships/image" Target="../media/image4210.png"/><Relationship Id="rId234" Type="http://schemas.openxmlformats.org/officeDocument/2006/relationships/customXml" Target="../ink/ink1407.xml"/><Relationship Id="rId2" Type="http://schemas.openxmlformats.org/officeDocument/2006/relationships/customXml" Target="../ink/ink1291.xml"/><Relationship Id="rId29" Type="http://schemas.openxmlformats.org/officeDocument/2006/relationships/image" Target="../media/image3290.png"/><Relationship Id="rId255" Type="http://schemas.openxmlformats.org/officeDocument/2006/relationships/image" Target="../media/image4420.png"/><Relationship Id="rId40" Type="http://schemas.openxmlformats.org/officeDocument/2006/relationships/customXml" Target="../ink/ink1310.xml"/><Relationship Id="rId115" Type="http://schemas.openxmlformats.org/officeDocument/2006/relationships/image" Target="../media/image3720.png"/><Relationship Id="rId136" Type="http://schemas.openxmlformats.org/officeDocument/2006/relationships/customXml" Target="../ink/ink1358.xml"/><Relationship Id="rId157" Type="http://schemas.openxmlformats.org/officeDocument/2006/relationships/image" Target="../media/image3930.png"/><Relationship Id="rId178" Type="http://schemas.openxmlformats.org/officeDocument/2006/relationships/customXml" Target="../ink/ink1379.xml"/><Relationship Id="rId61" Type="http://schemas.openxmlformats.org/officeDocument/2006/relationships/image" Target="../media/image3450.png"/><Relationship Id="rId82" Type="http://schemas.openxmlformats.org/officeDocument/2006/relationships/customXml" Target="../ink/ink1331.xml"/><Relationship Id="rId199" Type="http://schemas.openxmlformats.org/officeDocument/2006/relationships/image" Target="../media/image4140.png"/><Relationship Id="rId203" Type="http://schemas.openxmlformats.org/officeDocument/2006/relationships/image" Target="../media/image4160.png"/><Relationship Id="rId19" Type="http://schemas.openxmlformats.org/officeDocument/2006/relationships/image" Target="../media/image3240.png"/><Relationship Id="rId224" Type="http://schemas.openxmlformats.org/officeDocument/2006/relationships/customXml" Target="../ink/ink1402.xml"/><Relationship Id="rId245" Type="http://schemas.openxmlformats.org/officeDocument/2006/relationships/image" Target="../media/image4370.png"/><Relationship Id="rId30" Type="http://schemas.openxmlformats.org/officeDocument/2006/relationships/customXml" Target="../ink/ink1305.xml"/><Relationship Id="rId105" Type="http://schemas.openxmlformats.org/officeDocument/2006/relationships/image" Target="../media/image3670.png"/><Relationship Id="rId126" Type="http://schemas.openxmlformats.org/officeDocument/2006/relationships/customXml" Target="../ink/ink1353.xml"/><Relationship Id="rId147" Type="http://schemas.openxmlformats.org/officeDocument/2006/relationships/image" Target="../media/image3880.png"/><Relationship Id="rId168" Type="http://schemas.openxmlformats.org/officeDocument/2006/relationships/customXml" Target="../ink/ink1374.xml"/><Relationship Id="rId51" Type="http://schemas.openxmlformats.org/officeDocument/2006/relationships/image" Target="../media/image3400.png"/><Relationship Id="rId72" Type="http://schemas.openxmlformats.org/officeDocument/2006/relationships/customXml" Target="../ink/ink1326.xml"/><Relationship Id="rId93" Type="http://schemas.openxmlformats.org/officeDocument/2006/relationships/image" Target="../media/image3610.png"/><Relationship Id="rId189" Type="http://schemas.openxmlformats.org/officeDocument/2006/relationships/image" Target="../media/image4090.png"/><Relationship Id="rId3" Type="http://schemas.openxmlformats.org/officeDocument/2006/relationships/image" Target="../media/image3160.png"/><Relationship Id="rId214" Type="http://schemas.openxmlformats.org/officeDocument/2006/relationships/customXml" Target="../ink/ink1397.xml"/><Relationship Id="rId235" Type="http://schemas.openxmlformats.org/officeDocument/2006/relationships/image" Target="../media/image4320.png"/><Relationship Id="rId256" Type="http://schemas.openxmlformats.org/officeDocument/2006/relationships/customXml" Target="../ink/ink1418.xml"/><Relationship Id="rId116" Type="http://schemas.openxmlformats.org/officeDocument/2006/relationships/customXml" Target="../ink/ink1348.xml"/><Relationship Id="rId137" Type="http://schemas.openxmlformats.org/officeDocument/2006/relationships/image" Target="../media/image3830.png"/><Relationship Id="rId158" Type="http://schemas.openxmlformats.org/officeDocument/2006/relationships/customXml" Target="../ink/ink1369.xml"/><Relationship Id="rId20" Type="http://schemas.openxmlformats.org/officeDocument/2006/relationships/customXml" Target="../ink/ink1300.xml"/><Relationship Id="rId41" Type="http://schemas.openxmlformats.org/officeDocument/2006/relationships/image" Target="../media/image3350.png"/><Relationship Id="rId62" Type="http://schemas.openxmlformats.org/officeDocument/2006/relationships/customXml" Target="../ink/ink1321.xml"/><Relationship Id="rId83" Type="http://schemas.openxmlformats.org/officeDocument/2006/relationships/image" Target="../media/image3560.png"/><Relationship Id="rId179" Type="http://schemas.openxmlformats.org/officeDocument/2006/relationships/image" Target="../media/image4040.png"/><Relationship Id="rId190" Type="http://schemas.openxmlformats.org/officeDocument/2006/relationships/customXml" Target="../ink/ink1385.xml"/><Relationship Id="rId204" Type="http://schemas.openxmlformats.org/officeDocument/2006/relationships/customXml" Target="../ink/ink1392.xml"/><Relationship Id="rId225" Type="http://schemas.openxmlformats.org/officeDocument/2006/relationships/image" Target="../media/image4270.png"/><Relationship Id="rId246" Type="http://schemas.openxmlformats.org/officeDocument/2006/relationships/customXml" Target="../ink/ink1413.xml"/><Relationship Id="rId106" Type="http://schemas.openxmlformats.org/officeDocument/2006/relationships/customXml" Target="../ink/ink1343.xml"/><Relationship Id="rId127" Type="http://schemas.openxmlformats.org/officeDocument/2006/relationships/image" Target="../media/image3780.png"/><Relationship Id="rId10" Type="http://schemas.openxmlformats.org/officeDocument/2006/relationships/customXml" Target="../ink/ink1295.xml"/><Relationship Id="rId31" Type="http://schemas.openxmlformats.org/officeDocument/2006/relationships/image" Target="../media/image3300.png"/><Relationship Id="rId52" Type="http://schemas.openxmlformats.org/officeDocument/2006/relationships/customXml" Target="../ink/ink1316.xml"/><Relationship Id="rId73" Type="http://schemas.openxmlformats.org/officeDocument/2006/relationships/image" Target="../media/image3510.png"/><Relationship Id="rId94" Type="http://schemas.openxmlformats.org/officeDocument/2006/relationships/customXml" Target="../ink/ink1337.xml"/><Relationship Id="rId148" Type="http://schemas.openxmlformats.org/officeDocument/2006/relationships/customXml" Target="../ink/ink1364.xml"/><Relationship Id="rId169" Type="http://schemas.openxmlformats.org/officeDocument/2006/relationships/image" Target="../media/image3990.png"/><Relationship Id="rId4" Type="http://schemas.openxmlformats.org/officeDocument/2006/relationships/customXml" Target="../ink/ink1292.xml"/><Relationship Id="rId180" Type="http://schemas.openxmlformats.org/officeDocument/2006/relationships/customXml" Target="../ink/ink1380.xml"/><Relationship Id="rId215" Type="http://schemas.openxmlformats.org/officeDocument/2006/relationships/image" Target="../media/image4220.png"/><Relationship Id="rId236" Type="http://schemas.openxmlformats.org/officeDocument/2006/relationships/customXml" Target="../ink/ink1408.xml"/><Relationship Id="rId257" Type="http://schemas.openxmlformats.org/officeDocument/2006/relationships/image" Target="../media/image4430.png"/><Relationship Id="rId42" Type="http://schemas.openxmlformats.org/officeDocument/2006/relationships/customXml" Target="../ink/ink1311.xml"/><Relationship Id="rId84" Type="http://schemas.openxmlformats.org/officeDocument/2006/relationships/customXml" Target="../ink/ink1332.xml"/><Relationship Id="rId138" Type="http://schemas.openxmlformats.org/officeDocument/2006/relationships/customXml" Target="../ink/ink135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>
            <a:spLocks noGrp="1"/>
          </p:cNvSpPr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Recurrence Relation Solving : Master’s Theorem</a:t>
            </a:r>
            <a:endParaRPr dirty="0"/>
          </a:p>
        </p:txBody>
      </p:sp>
      <p:sp>
        <p:nvSpPr>
          <p:cNvPr id="60" name="Google Shape;60;p13"/>
          <p:cNvSpPr txBox="1">
            <a:spLocks noGrp="1"/>
          </p:cNvSpPr>
          <p:nvPr>
            <p:ph type="subTitle" idx="1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2860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Mentor : Priya Bhatia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Master’s Theorem</a:t>
            </a:r>
            <a:endParaRPr dirty="0"/>
          </a:p>
        </p:txBody>
      </p:sp>
      <p:sp>
        <p:nvSpPr>
          <p:cNvPr id="66" name="Google Shape;66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Easiest Method or Direct Method to find out the recurrence relation but can be worked only for the recurrences that can be transformed or like 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IN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			T(n) = a T(n/b) + f(n), where a &gt;= 1 or b &gt; 1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IN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Here, f(n) is some positive function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		</a:t>
            </a:r>
            <a:endParaRPr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FFE929F-F22D-498C-8063-DA92881A8DA4}"/>
                  </a:ext>
                </a:extLst>
              </p14:cNvPr>
              <p14:cNvContentPartPr/>
              <p14:nvPr/>
            </p14:nvContentPartPr>
            <p14:xfrm>
              <a:off x="836100" y="1539660"/>
              <a:ext cx="502200" cy="144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FFE929F-F22D-498C-8063-DA92881A8DA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27100" y="1531020"/>
                <a:ext cx="519840" cy="3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8256B50-6467-413B-B484-C9707932677F}"/>
                  </a:ext>
                </a:extLst>
              </p14:cNvPr>
              <p14:cNvContentPartPr/>
              <p14:nvPr/>
            </p14:nvContentPartPr>
            <p14:xfrm>
              <a:off x="2528460" y="1564140"/>
              <a:ext cx="653040" cy="140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8256B50-6467-413B-B484-C9707932677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519820" y="1555500"/>
                <a:ext cx="670680" cy="3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1F87D67-33F5-434C-B2B3-1365B5059790}"/>
                  </a:ext>
                </a:extLst>
              </p14:cNvPr>
              <p14:cNvContentPartPr/>
              <p14:nvPr/>
            </p14:nvContentPartPr>
            <p14:xfrm>
              <a:off x="3056940" y="538140"/>
              <a:ext cx="455760" cy="1872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1F87D67-33F5-434C-B2B3-1365B505979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047940" y="529500"/>
                <a:ext cx="473400" cy="204840"/>
              </a:xfrm>
              <a:prstGeom prst="rect">
                <a:avLst/>
              </a:prstGeom>
            </p:spPr>
          </p:pic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2B7D85E3-AE1C-4178-8FF1-D2A7915A6866}"/>
              </a:ext>
            </a:extLst>
          </p:cNvPr>
          <p:cNvGrpSpPr/>
          <p:nvPr/>
        </p:nvGrpSpPr>
        <p:grpSpPr>
          <a:xfrm>
            <a:off x="3162780" y="2518860"/>
            <a:ext cx="1860480" cy="122400"/>
            <a:chOff x="3162780" y="2518860"/>
            <a:chExt cx="1860480" cy="122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DE1F65B4-2A0A-4634-ADAD-5AEC8A2AD97C}"/>
                    </a:ext>
                  </a:extLst>
                </p14:cNvPr>
                <p14:cNvContentPartPr/>
                <p14:nvPr/>
              </p14:nvContentPartPr>
              <p14:xfrm>
                <a:off x="3162780" y="2518860"/>
                <a:ext cx="324360" cy="374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DE1F65B4-2A0A-4634-ADAD-5AEC8A2AD97C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153780" y="2509860"/>
                  <a:ext cx="34200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7692EFB4-5A3D-420C-BCCE-FA7F4FF2873D}"/>
                    </a:ext>
                  </a:extLst>
                </p14:cNvPr>
                <p14:cNvContentPartPr/>
                <p14:nvPr/>
              </p14:nvContentPartPr>
              <p14:xfrm>
                <a:off x="3831660" y="2524260"/>
                <a:ext cx="1116720" cy="565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7692EFB4-5A3D-420C-BCCE-FA7F4FF2873D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823020" y="2515260"/>
                  <a:ext cx="113436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7F547659-D3BE-43F5-8D7A-377F651BC8B4}"/>
                    </a:ext>
                  </a:extLst>
                </p14:cNvPr>
                <p14:cNvContentPartPr/>
                <p14:nvPr/>
              </p14:nvContentPartPr>
              <p14:xfrm>
                <a:off x="3826260" y="2544780"/>
                <a:ext cx="1197000" cy="212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7F547659-D3BE-43F5-8D7A-377F651BC8B4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817260" y="2535780"/>
                  <a:ext cx="121464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FD0575B9-2EAB-42E2-B95F-2511B7C7C1DB}"/>
                    </a:ext>
                  </a:extLst>
                </p14:cNvPr>
                <p14:cNvContentPartPr/>
                <p14:nvPr/>
              </p14:nvContentPartPr>
              <p14:xfrm>
                <a:off x="3885660" y="2577540"/>
                <a:ext cx="1010160" cy="637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FD0575B9-2EAB-42E2-B95F-2511B7C7C1DB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876660" y="2568900"/>
                  <a:ext cx="1027800" cy="81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2129673-F14D-4CCB-86A5-40BBD95C258B}"/>
              </a:ext>
            </a:extLst>
          </p:cNvPr>
          <p:cNvGrpSpPr/>
          <p:nvPr/>
        </p:nvGrpSpPr>
        <p:grpSpPr>
          <a:xfrm>
            <a:off x="3573180" y="3440460"/>
            <a:ext cx="2986560" cy="803160"/>
            <a:chOff x="3573180" y="3440460"/>
            <a:chExt cx="2986560" cy="803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C3A5FE9F-59A9-4942-933F-0D3C4F08361A}"/>
                    </a:ext>
                  </a:extLst>
                </p14:cNvPr>
                <p14:cNvContentPartPr/>
                <p14:nvPr/>
              </p14:nvContentPartPr>
              <p14:xfrm>
                <a:off x="3573180" y="3637020"/>
                <a:ext cx="360000" cy="2376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C3A5FE9F-59A9-4942-933F-0D3C4F08361A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564540" y="3628020"/>
                  <a:ext cx="37764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7A81B013-1E30-4AC8-A086-B9A6A15DFF6D}"/>
                    </a:ext>
                  </a:extLst>
                </p14:cNvPr>
                <p14:cNvContentPartPr/>
                <p14:nvPr/>
              </p14:nvContentPartPr>
              <p14:xfrm>
                <a:off x="4016340" y="3631620"/>
                <a:ext cx="135720" cy="2336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7A81B013-1E30-4AC8-A086-B9A6A15DFF6D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007340" y="3622620"/>
                  <a:ext cx="15336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2887C23-1149-45D7-80A4-36CFE6EFBEE1}"/>
                    </a:ext>
                  </a:extLst>
                </p14:cNvPr>
                <p14:cNvContentPartPr/>
                <p14:nvPr/>
              </p14:nvContentPartPr>
              <p14:xfrm>
                <a:off x="4328460" y="3521100"/>
                <a:ext cx="195840" cy="6915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2887C23-1149-45D7-80A4-36CFE6EFBEE1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319460" y="3512100"/>
                  <a:ext cx="213480" cy="70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3471CD07-FE5D-4436-B7F1-BEEAD454ADF2}"/>
                    </a:ext>
                  </a:extLst>
                </p14:cNvPr>
                <p14:cNvContentPartPr/>
                <p14:nvPr/>
              </p14:nvContentPartPr>
              <p14:xfrm>
                <a:off x="4496940" y="3616860"/>
                <a:ext cx="186840" cy="2160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3471CD07-FE5D-4436-B7F1-BEEAD454ADF2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4487940" y="3608220"/>
                  <a:ext cx="20448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E68F89A2-8600-4FD9-8562-3D0FEFA893BC}"/>
                    </a:ext>
                  </a:extLst>
                </p14:cNvPr>
                <p14:cNvContentPartPr/>
                <p14:nvPr/>
              </p14:nvContentPartPr>
              <p14:xfrm>
                <a:off x="4458420" y="3919260"/>
                <a:ext cx="297720" cy="126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E68F89A2-8600-4FD9-8562-3D0FEFA893BC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4449420" y="3910620"/>
                  <a:ext cx="31536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A940D1A8-D05A-4DE2-B6E3-BA337F53719C}"/>
                    </a:ext>
                  </a:extLst>
                </p14:cNvPr>
                <p14:cNvContentPartPr/>
                <p14:nvPr/>
              </p14:nvContentPartPr>
              <p14:xfrm>
                <a:off x="4534380" y="4013220"/>
                <a:ext cx="138240" cy="1440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A940D1A8-D05A-4DE2-B6E3-BA337F53719C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4525380" y="4004220"/>
                  <a:ext cx="15588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7265B3E0-8BB5-495E-A5DC-4792FBBB2175}"/>
                    </a:ext>
                  </a:extLst>
                </p14:cNvPr>
                <p14:cNvContentPartPr/>
                <p14:nvPr/>
              </p14:nvContentPartPr>
              <p14:xfrm>
                <a:off x="4858740" y="3440460"/>
                <a:ext cx="321840" cy="8031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7265B3E0-8BB5-495E-A5DC-4792FBBB2175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4849740" y="3431460"/>
                  <a:ext cx="339480" cy="82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D31E95EB-5814-4B3C-8406-19E1B32C1709}"/>
                    </a:ext>
                  </a:extLst>
                </p14:cNvPr>
                <p14:cNvContentPartPr/>
                <p14:nvPr/>
              </p14:nvContentPartPr>
              <p14:xfrm>
                <a:off x="5244660" y="3739980"/>
                <a:ext cx="212760" cy="331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D31E95EB-5814-4B3C-8406-19E1B32C1709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5236020" y="3731340"/>
                  <a:ext cx="23040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16FEAD92-81AC-4BCC-B35F-2B0932E690E9}"/>
                    </a:ext>
                  </a:extLst>
                </p14:cNvPr>
                <p14:cNvContentPartPr/>
                <p14:nvPr/>
              </p14:nvContentPartPr>
              <p14:xfrm>
                <a:off x="5376420" y="3659700"/>
                <a:ext cx="39960" cy="2746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16FEAD92-81AC-4BCC-B35F-2B0932E690E9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5367780" y="3651060"/>
                  <a:ext cx="5760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D31ED540-64A9-4487-8F60-44B9A4440399}"/>
                    </a:ext>
                  </a:extLst>
                </p14:cNvPr>
                <p14:cNvContentPartPr/>
                <p14:nvPr/>
              </p14:nvContentPartPr>
              <p14:xfrm>
                <a:off x="5791140" y="3486540"/>
                <a:ext cx="139320" cy="3787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31ED540-64A9-4487-8F60-44B9A4440399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5782140" y="3477540"/>
                  <a:ext cx="156960" cy="39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2DC49ED5-017A-4BFD-8C95-4BC407AF8229}"/>
                    </a:ext>
                  </a:extLst>
                </p14:cNvPr>
                <p14:cNvContentPartPr/>
                <p14:nvPr/>
              </p14:nvContentPartPr>
              <p14:xfrm>
                <a:off x="5762340" y="3684540"/>
                <a:ext cx="214920" cy="367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2DC49ED5-017A-4BFD-8C95-4BC407AF8229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5753700" y="3675900"/>
                  <a:ext cx="23256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EDA2D27-0915-4353-A787-FEB38C391A6C}"/>
                    </a:ext>
                  </a:extLst>
                </p14:cNvPr>
                <p14:cNvContentPartPr/>
                <p14:nvPr/>
              </p14:nvContentPartPr>
              <p14:xfrm>
                <a:off x="6022980" y="3545940"/>
                <a:ext cx="92880" cy="3045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EDA2D27-0915-4353-A787-FEB38C391A6C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6014340" y="3537300"/>
                  <a:ext cx="11052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C2190C2-0853-4D3A-9153-E55E4EE2351F}"/>
                    </a:ext>
                  </a:extLst>
                </p14:cNvPr>
                <p14:cNvContentPartPr/>
                <p14:nvPr/>
              </p14:nvContentPartPr>
              <p14:xfrm>
                <a:off x="6186780" y="3512100"/>
                <a:ext cx="372960" cy="4179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C2190C2-0853-4D3A-9153-E55E4EE2351F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6178140" y="3503460"/>
                  <a:ext cx="390600" cy="435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0A90C692-ADA5-4416-8596-2220E22F6590}"/>
              </a:ext>
            </a:extLst>
          </p:cNvPr>
          <p:cNvGrpSpPr/>
          <p:nvPr/>
        </p:nvGrpSpPr>
        <p:grpSpPr>
          <a:xfrm>
            <a:off x="2259180" y="3594540"/>
            <a:ext cx="996480" cy="472320"/>
            <a:chOff x="2259180" y="3594540"/>
            <a:chExt cx="996480" cy="472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06D63366-E03A-4BB1-9708-C454F997EF88}"/>
                    </a:ext>
                  </a:extLst>
                </p14:cNvPr>
                <p14:cNvContentPartPr/>
                <p14:nvPr/>
              </p14:nvContentPartPr>
              <p14:xfrm>
                <a:off x="3126420" y="3717660"/>
                <a:ext cx="122760" cy="140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06D63366-E03A-4BB1-9708-C454F997EF88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3117420" y="3708660"/>
                  <a:ext cx="14040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FA058106-7DE9-4B5E-80E7-51E1D79563EA}"/>
                    </a:ext>
                  </a:extLst>
                </p14:cNvPr>
                <p14:cNvContentPartPr/>
                <p14:nvPr/>
              </p14:nvContentPartPr>
              <p14:xfrm>
                <a:off x="3108060" y="3789300"/>
                <a:ext cx="147600" cy="176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FA058106-7DE9-4B5E-80E7-51E1D79563EA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3099060" y="3780660"/>
                  <a:ext cx="16524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35ED3BDB-FE73-4FD3-8F7E-543081ECAB3A}"/>
                    </a:ext>
                  </a:extLst>
                </p14:cNvPr>
                <p14:cNvContentPartPr/>
                <p14:nvPr/>
              </p14:nvContentPartPr>
              <p14:xfrm>
                <a:off x="2259180" y="3698940"/>
                <a:ext cx="110160" cy="2494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35ED3BDB-FE73-4FD3-8F7E-543081ECAB3A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250180" y="3690300"/>
                  <a:ext cx="12780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E0DE6CC7-D86F-475F-9AFE-D34EDEAD30D1}"/>
                    </a:ext>
                  </a:extLst>
                </p14:cNvPr>
                <p14:cNvContentPartPr/>
                <p14:nvPr/>
              </p14:nvContentPartPr>
              <p14:xfrm>
                <a:off x="2475540" y="3640620"/>
                <a:ext cx="65880" cy="3416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E0DE6CC7-D86F-475F-9AFE-D34EDEAD30D1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2466900" y="3631620"/>
                  <a:ext cx="83520" cy="35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1B850FB-E934-4191-8FB3-3734741B89A3}"/>
                    </a:ext>
                  </a:extLst>
                </p14:cNvPr>
                <p14:cNvContentPartPr/>
                <p14:nvPr/>
              </p14:nvContentPartPr>
              <p14:xfrm>
                <a:off x="2566980" y="3765180"/>
                <a:ext cx="180720" cy="1735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1B850FB-E934-4191-8FB3-3734741B89A3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2557980" y="3756540"/>
                  <a:ext cx="19836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55287103-EE0C-4324-AA68-13EE45FF2708}"/>
                    </a:ext>
                  </a:extLst>
                </p14:cNvPr>
                <p14:cNvContentPartPr/>
                <p14:nvPr/>
              </p14:nvContentPartPr>
              <p14:xfrm>
                <a:off x="2861460" y="3594540"/>
                <a:ext cx="66600" cy="4723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55287103-EE0C-4324-AA68-13EE45FF2708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2852820" y="3585900"/>
                  <a:ext cx="84240" cy="489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5DBBB0A4-7DDA-45F0-8B59-45CCB1A875F6}"/>
              </a:ext>
            </a:extLst>
          </p:cNvPr>
          <p:cNvGrpSpPr/>
          <p:nvPr/>
        </p:nvGrpSpPr>
        <p:grpSpPr>
          <a:xfrm>
            <a:off x="5909940" y="2493300"/>
            <a:ext cx="1280160" cy="83880"/>
            <a:chOff x="5909940" y="2493300"/>
            <a:chExt cx="1280160" cy="83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2C75EC23-DE7F-4231-98E9-FE3A96855687}"/>
                    </a:ext>
                  </a:extLst>
                </p14:cNvPr>
                <p14:cNvContentPartPr/>
                <p14:nvPr/>
              </p14:nvContentPartPr>
              <p14:xfrm>
                <a:off x="5909940" y="2493300"/>
                <a:ext cx="466920" cy="151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2C75EC23-DE7F-4231-98E9-FE3A96855687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5900940" y="2484660"/>
                  <a:ext cx="48456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9FFD67CB-4CB7-48AF-8E9B-E25655CC0400}"/>
                    </a:ext>
                  </a:extLst>
                </p14:cNvPr>
                <p14:cNvContentPartPr/>
                <p14:nvPr/>
              </p14:nvContentPartPr>
              <p14:xfrm>
                <a:off x="6735420" y="2563860"/>
                <a:ext cx="454680" cy="133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9FFD67CB-4CB7-48AF-8E9B-E25655CC0400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6726780" y="2554860"/>
                  <a:ext cx="472320" cy="3096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4D08A-29F7-46F5-AB17-0D9D193AA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Three Cases of Master’s Theorem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B9BBC5-C760-4E1A-A8AB-78E2502A6F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 algn="l" fontAlgn="base">
              <a:buNone/>
            </a:pPr>
            <a:r>
              <a:rPr lang="en-IN" b="0" i="0" dirty="0">
                <a:solidFill>
                  <a:srgbClr val="40424E"/>
                </a:solidFill>
                <a:effectLst/>
                <a:latin typeface="urw-din"/>
              </a:rPr>
              <a:t>There are following three </a:t>
            </a:r>
            <a:r>
              <a:rPr lang="en-IN" b="0" i="0">
                <a:solidFill>
                  <a:srgbClr val="40424E"/>
                </a:solidFill>
                <a:effectLst/>
                <a:latin typeface="urw-din"/>
              </a:rPr>
              <a:t>cases:</a:t>
            </a:r>
            <a:br>
              <a:rPr lang="en-IN" b="0" i="0" dirty="0">
                <a:solidFill>
                  <a:srgbClr val="40424E"/>
                </a:solidFill>
                <a:effectLst/>
                <a:latin typeface="urw-din"/>
              </a:rPr>
            </a:br>
            <a:r>
              <a:rPr lang="en-IN" b="1" i="0" dirty="0">
                <a:solidFill>
                  <a:srgbClr val="40424E"/>
                </a:solidFill>
                <a:effectLst/>
                <a:latin typeface="urw-din"/>
              </a:rPr>
              <a:t>1.</a:t>
            </a:r>
            <a:r>
              <a:rPr lang="en-IN" b="0" i="0" dirty="0">
                <a:solidFill>
                  <a:srgbClr val="40424E"/>
                </a:solidFill>
                <a:effectLst/>
                <a:latin typeface="urw-din"/>
              </a:rPr>
              <a:t> If f(n) = </a:t>
            </a:r>
            <a:r>
              <a:rPr lang="el-GR" b="0" i="0" dirty="0">
                <a:solidFill>
                  <a:srgbClr val="40424E"/>
                </a:solidFill>
                <a:effectLst/>
                <a:latin typeface="urw-din"/>
              </a:rPr>
              <a:t>Θ(</a:t>
            </a:r>
            <a:r>
              <a:rPr lang="en-IN" b="0" i="0" dirty="0">
                <a:solidFill>
                  <a:srgbClr val="40424E"/>
                </a:solidFill>
                <a:effectLst/>
                <a:latin typeface="urw-din"/>
              </a:rPr>
              <a:t>n</a:t>
            </a:r>
            <a:r>
              <a:rPr lang="en-IN" b="0" i="0" baseline="30000" dirty="0">
                <a:solidFill>
                  <a:srgbClr val="40424E"/>
                </a:solidFill>
                <a:effectLst/>
                <a:latin typeface="urw-din"/>
              </a:rPr>
              <a:t>c</a:t>
            </a:r>
            <a:r>
              <a:rPr lang="en-IN" b="0" i="0" dirty="0">
                <a:solidFill>
                  <a:srgbClr val="40424E"/>
                </a:solidFill>
                <a:effectLst/>
                <a:latin typeface="urw-din"/>
              </a:rPr>
              <a:t>) where c &lt; Log</a:t>
            </a:r>
            <a:r>
              <a:rPr lang="en-IN" b="0" i="0" baseline="-25000" dirty="0">
                <a:solidFill>
                  <a:srgbClr val="40424E"/>
                </a:solidFill>
                <a:effectLst/>
                <a:latin typeface="urw-din"/>
              </a:rPr>
              <a:t>b</a:t>
            </a:r>
            <a:r>
              <a:rPr lang="en-IN" b="0" i="0" dirty="0">
                <a:solidFill>
                  <a:srgbClr val="40424E"/>
                </a:solidFill>
                <a:effectLst/>
                <a:latin typeface="urw-din"/>
              </a:rPr>
              <a:t>a then T(n) = </a:t>
            </a:r>
            <a:r>
              <a:rPr lang="el-GR" b="0" i="0" dirty="0">
                <a:solidFill>
                  <a:srgbClr val="40424E"/>
                </a:solidFill>
                <a:effectLst/>
                <a:latin typeface="urw-din"/>
              </a:rPr>
              <a:t>Θ(</a:t>
            </a:r>
            <a:r>
              <a:rPr lang="en-IN" b="0" i="0" dirty="0">
                <a:solidFill>
                  <a:srgbClr val="40424E"/>
                </a:solidFill>
                <a:effectLst/>
                <a:latin typeface="urw-din"/>
              </a:rPr>
              <a:t>n</a:t>
            </a:r>
            <a:r>
              <a:rPr lang="en-IN" b="0" i="0" baseline="30000" dirty="0">
                <a:solidFill>
                  <a:srgbClr val="40424E"/>
                </a:solidFill>
                <a:effectLst/>
                <a:latin typeface="urw-din"/>
              </a:rPr>
              <a:t>Log</a:t>
            </a:r>
            <a:r>
              <a:rPr lang="en-IN" b="0" i="0" baseline="-25000" dirty="0">
                <a:solidFill>
                  <a:srgbClr val="40424E"/>
                </a:solidFill>
                <a:effectLst/>
                <a:latin typeface="urw-din"/>
              </a:rPr>
              <a:t>b</a:t>
            </a:r>
            <a:r>
              <a:rPr lang="en-IN" b="0" i="0" baseline="30000" dirty="0">
                <a:solidFill>
                  <a:srgbClr val="40424E"/>
                </a:solidFill>
                <a:effectLst/>
                <a:latin typeface="urw-din"/>
              </a:rPr>
              <a:t>a</a:t>
            </a:r>
            <a:r>
              <a:rPr lang="en-IN" b="0" i="0" dirty="0">
                <a:solidFill>
                  <a:srgbClr val="40424E"/>
                </a:solidFill>
                <a:effectLst/>
                <a:latin typeface="urw-din"/>
              </a:rPr>
              <a:t>)</a:t>
            </a:r>
          </a:p>
          <a:p>
            <a:pPr marL="114300" indent="0" algn="l" fontAlgn="base">
              <a:buNone/>
            </a:pPr>
            <a:r>
              <a:rPr lang="en-IN" b="1" i="0" dirty="0">
                <a:solidFill>
                  <a:srgbClr val="40424E"/>
                </a:solidFill>
                <a:effectLst/>
                <a:latin typeface="urw-din"/>
              </a:rPr>
              <a:t>2.</a:t>
            </a:r>
            <a:r>
              <a:rPr lang="en-IN" b="0" i="0" dirty="0">
                <a:solidFill>
                  <a:srgbClr val="40424E"/>
                </a:solidFill>
                <a:effectLst/>
                <a:latin typeface="urw-din"/>
              </a:rPr>
              <a:t> If f(n) = </a:t>
            </a:r>
            <a:r>
              <a:rPr lang="el-GR" b="0" i="0" dirty="0">
                <a:solidFill>
                  <a:srgbClr val="40424E"/>
                </a:solidFill>
                <a:effectLst/>
                <a:latin typeface="urw-din"/>
              </a:rPr>
              <a:t>Θ(</a:t>
            </a:r>
            <a:r>
              <a:rPr lang="en-IN" b="0" i="0" dirty="0">
                <a:solidFill>
                  <a:srgbClr val="40424E"/>
                </a:solidFill>
                <a:effectLst/>
                <a:latin typeface="urw-din"/>
              </a:rPr>
              <a:t>n</a:t>
            </a:r>
            <a:r>
              <a:rPr lang="en-IN" b="0" i="0" baseline="30000" dirty="0">
                <a:solidFill>
                  <a:srgbClr val="40424E"/>
                </a:solidFill>
                <a:effectLst/>
                <a:latin typeface="urw-din"/>
              </a:rPr>
              <a:t>c</a:t>
            </a:r>
            <a:r>
              <a:rPr lang="en-IN" b="0" i="0" dirty="0">
                <a:solidFill>
                  <a:srgbClr val="40424E"/>
                </a:solidFill>
                <a:effectLst/>
                <a:latin typeface="urw-din"/>
              </a:rPr>
              <a:t>) where c = Log</a:t>
            </a:r>
            <a:r>
              <a:rPr lang="en-IN" b="0" i="0" baseline="-25000" dirty="0">
                <a:solidFill>
                  <a:srgbClr val="40424E"/>
                </a:solidFill>
                <a:effectLst/>
                <a:latin typeface="urw-din"/>
              </a:rPr>
              <a:t>b</a:t>
            </a:r>
            <a:r>
              <a:rPr lang="en-IN" b="0" i="0" dirty="0">
                <a:solidFill>
                  <a:srgbClr val="40424E"/>
                </a:solidFill>
                <a:effectLst/>
                <a:latin typeface="urw-din"/>
              </a:rPr>
              <a:t>a then T(n) = </a:t>
            </a:r>
            <a:r>
              <a:rPr lang="el-GR" b="0" i="0" dirty="0">
                <a:solidFill>
                  <a:srgbClr val="40424E"/>
                </a:solidFill>
                <a:effectLst/>
                <a:latin typeface="urw-din"/>
              </a:rPr>
              <a:t>Θ(</a:t>
            </a:r>
            <a:r>
              <a:rPr lang="en-IN" b="0" i="0" dirty="0">
                <a:solidFill>
                  <a:srgbClr val="40424E"/>
                </a:solidFill>
                <a:effectLst/>
                <a:latin typeface="urw-din"/>
              </a:rPr>
              <a:t>n</a:t>
            </a:r>
            <a:r>
              <a:rPr lang="en-IN" b="0" i="0" baseline="30000" dirty="0">
                <a:solidFill>
                  <a:srgbClr val="40424E"/>
                </a:solidFill>
                <a:effectLst/>
                <a:latin typeface="urw-din"/>
              </a:rPr>
              <a:t>c</a:t>
            </a:r>
            <a:r>
              <a:rPr lang="en-IN" b="0" i="0" dirty="0">
                <a:solidFill>
                  <a:srgbClr val="40424E"/>
                </a:solidFill>
                <a:effectLst/>
                <a:latin typeface="urw-din"/>
              </a:rPr>
              <a:t>Log n)</a:t>
            </a:r>
          </a:p>
          <a:p>
            <a:pPr marL="114300" indent="0" algn="l" fontAlgn="base">
              <a:buNone/>
            </a:pPr>
            <a:r>
              <a:rPr lang="en-IN" b="1" i="0" dirty="0">
                <a:solidFill>
                  <a:srgbClr val="40424E"/>
                </a:solidFill>
                <a:effectLst/>
                <a:latin typeface="urw-din"/>
              </a:rPr>
              <a:t>3.</a:t>
            </a:r>
            <a:r>
              <a:rPr lang="en-IN" b="0" i="0" dirty="0">
                <a:solidFill>
                  <a:srgbClr val="40424E"/>
                </a:solidFill>
                <a:effectLst/>
                <a:latin typeface="urw-din"/>
              </a:rPr>
              <a:t>If f(n) = </a:t>
            </a:r>
            <a:r>
              <a:rPr lang="el-GR" b="0" i="0" dirty="0">
                <a:solidFill>
                  <a:srgbClr val="40424E"/>
                </a:solidFill>
                <a:effectLst/>
                <a:latin typeface="urw-din"/>
              </a:rPr>
              <a:t>Θ(</a:t>
            </a:r>
            <a:r>
              <a:rPr lang="en-IN" b="0" i="0" dirty="0">
                <a:solidFill>
                  <a:srgbClr val="40424E"/>
                </a:solidFill>
                <a:effectLst/>
                <a:latin typeface="urw-din"/>
              </a:rPr>
              <a:t>n</a:t>
            </a:r>
            <a:r>
              <a:rPr lang="en-IN" b="0" i="0" baseline="30000" dirty="0">
                <a:solidFill>
                  <a:srgbClr val="40424E"/>
                </a:solidFill>
                <a:effectLst/>
                <a:latin typeface="urw-din"/>
              </a:rPr>
              <a:t>c</a:t>
            </a:r>
            <a:r>
              <a:rPr lang="en-IN" b="0" i="0" dirty="0">
                <a:solidFill>
                  <a:srgbClr val="40424E"/>
                </a:solidFill>
                <a:effectLst/>
                <a:latin typeface="urw-din"/>
              </a:rPr>
              <a:t>) where c &gt; Log</a:t>
            </a:r>
            <a:r>
              <a:rPr lang="en-IN" b="0" i="0" baseline="-25000" dirty="0">
                <a:solidFill>
                  <a:srgbClr val="40424E"/>
                </a:solidFill>
                <a:effectLst/>
                <a:latin typeface="urw-din"/>
              </a:rPr>
              <a:t>b</a:t>
            </a:r>
            <a:r>
              <a:rPr lang="en-IN" b="0" i="0" dirty="0">
                <a:solidFill>
                  <a:srgbClr val="40424E"/>
                </a:solidFill>
                <a:effectLst/>
                <a:latin typeface="urw-din"/>
              </a:rPr>
              <a:t>a then T(n) = </a:t>
            </a:r>
            <a:r>
              <a:rPr lang="el-GR" b="0" i="0" dirty="0">
                <a:solidFill>
                  <a:srgbClr val="40424E"/>
                </a:solidFill>
                <a:effectLst/>
                <a:latin typeface="urw-din"/>
              </a:rPr>
              <a:t>Θ(</a:t>
            </a:r>
            <a:r>
              <a:rPr lang="en-IN" b="0" i="0" dirty="0">
                <a:solidFill>
                  <a:srgbClr val="40424E"/>
                </a:solidFill>
                <a:effectLst/>
                <a:latin typeface="urw-din"/>
              </a:rPr>
              <a:t>f(n))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1ECDB80-0DAA-44A1-9CF2-DCF373F98FC5}"/>
              </a:ext>
            </a:extLst>
          </p:cNvPr>
          <p:cNvGrpSpPr/>
          <p:nvPr/>
        </p:nvGrpSpPr>
        <p:grpSpPr>
          <a:xfrm>
            <a:off x="2955420" y="1830900"/>
            <a:ext cx="511200" cy="32400"/>
            <a:chOff x="2955420" y="1830900"/>
            <a:chExt cx="511200" cy="32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00773520-E468-46BE-98AC-3D4C113008D1}"/>
                    </a:ext>
                  </a:extLst>
                </p14:cNvPr>
                <p14:cNvContentPartPr/>
                <p14:nvPr/>
              </p14:nvContentPartPr>
              <p14:xfrm>
                <a:off x="3036780" y="1862940"/>
                <a:ext cx="360" cy="3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00773520-E468-46BE-98AC-3D4C113008D1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028140" y="185430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C317AF57-A37C-49E6-BE2E-B4D268151803}"/>
                    </a:ext>
                  </a:extLst>
                </p14:cNvPr>
                <p14:cNvContentPartPr/>
                <p14:nvPr/>
              </p14:nvContentPartPr>
              <p14:xfrm>
                <a:off x="3036780" y="1862940"/>
                <a:ext cx="360" cy="3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C317AF57-A37C-49E6-BE2E-B4D268151803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028140" y="185430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E3A8BB33-887F-4F0C-83DE-961D0B35CBE1}"/>
                    </a:ext>
                  </a:extLst>
                </p14:cNvPr>
                <p14:cNvContentPartPr/>
                <p14:nvPr/>
              </p14:nvContentPartPr>
              <p14:xfrm>
                <a:off x="2955420" y="1830900"/>
                <a:ext cx="511200" cy="324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E3A8BB33-887F-4F0C-83DE-961D0B35CBE1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946780" y="1822260"/>
                  <a:ext cx="528840" cy="50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BE82A54D-1F37-4B86-A53B-0A1020011E3D}"/>
                  </a:ext>
                </a:extLst>
              </p14:cNvPr>
              <p14:cNvContentPartPr/>
              <p14:nvPr/>
            </p14:nvContentPartPr>
            <p14:xfrm>
              <a:off x="2995380" y="2224740"/>
              <a:ext cx="538560" cy="133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BE82A54D-1F37-4B86-A53B-0A1020011E3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986740" y="2215740"/>
                <a:ext cx="556200" cy="3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7D2095ED-39D8-4F6A-89A6-FC50772CC910}"/>
                  </a:ext>
                </a:extLst>
              </p14:cNvPr>
              <p14:cNvContentPartPr/>
              <p14:nvPr/>
            </p14:nvContentPartPr>
            <p14:xfrm>
              <a:off x="3004380" y="2517060"/>
              <a:ext cx="441000" cy="169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7D2095ED-39D8-4F6A-89A6-FC50772CC91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995380" y="2508060"/>
                <a:ext cx="458640" cy="34560"/>
              </a:xfrm>
              <a:prstGeom prst="rect">
                <a:avLst/>
              </a:prstGeom>
            </p:spPr>
          </p:pic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F345BE24-D8C7-408F-8C52-5E7DF8F596D6}"/>
              </a:ext>
            </a:extLst>
          </p:cNvPr>
          <p:cNvGrpSpPr/>
          <p:nvPr/>
        </p:nvGrpSpPr>
        <p:grpSpPr>
          <a:xfrm>
            <a:off x="562140" y="2936100"/>
            <a:ext cx="432360" cy="394200"/>
            <a:chOff x="562140" y="2936100"/>
            <a:chExt cx="432360" cy="394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B7E2CBE3-4A54-49CE-94E3-13FF03057AA7}"/>
                    </a:ext>
                  </a:extLst>
                </p14:cNvPr>
                <p14:cNvContentPartPr/>
                <p14:nvPr/>
              </p14:nvContentPartPr>
              <p14:xfrm>
                <a:off x="761580" y="3058140"/>
                <a:ext cx="20520" cy="1612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B7E2CBE3-4A54-49CE-94E3-13FF03057AA7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52580" y="3049140"/>
                  <a:ext cx="3816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5FFBD967-B75A-460D-9B85-2AA3E70AF5B9}"/>
                    </a:ext>
                  </a:extLst>
                </p14:cNvPr>
                <p14:cNvContentPartPr/>
                <p14:nvPr/>
              </p14:nvContentPartPr>
              <p14:xfrm>
                <a:off x="562140" y="2936100"/>
                <a:ext cx="432360" cy="3942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5FFBD967-B75A-460D-9B85-2AA3E70AF5B9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53500" y="2927460"/>
                  <a:ext cx="450000" cy="411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F38861C-2A52-4C85-9610-E9EAC2A10528}"/>
              </a:ext>
            </a:extLst>
          </p:cNvPr>
          <p:cNvGrpSpPr/>
          <p:nvPr/>
        </p:nvGrpSpPr>
        <p:grpSpPr>
          <a:xfrm>
            <a:off x="1384020" y="2957700"/>
            <a:ext cx="976680" cy="404280"/>
            <a:chOff x="1384020" y="2957700"/>
            <a:chExt cx="976680" cy="404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C58B8809-1676-4CD5-9F65-E19B17675044}"/>
                    </a:ext>
                  </a:extLst>
                </p14:cNvPr>
                <p14:cNvContentPartPr/>
                <p14:nvPr/>
              </p14:nvContentPartPr>
              <p14:xfrm>
                <a:off x="1384020" y="2971020"/>
                <a:ext cx="41760" cy="2196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C58B8809-1676-4CD5-9F65-E19B17675044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375380" y="2962020"/>
                  <a:ext cx="5940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70FB3328-98C0-493E-A55E-3DB35063BB4C}"/>
                    </a:ext>
                  </a:extLst>
                </p14:cNvPr>
                <p14:cNvContentPartPr/>
                <p14:nvPr/>
              </p14:nvContentPartPr>
              <p14:xfrm>
                <a:off x="1517220" y="3018540"/>
                <a:ext cx="169560" cy="1461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70FB3328-98C0-493E-A55E-3DB35063BB4C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508580" y="3009540"/>
                  <a:ext cx="18720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8BF7B354-743D-45DC-AC79-24CA8CBF7DB5}"/>
                    </a:ext>
                  </a:extLst>
                </p14:cNvPr>
                <p14:cNvContentPartPr/>
                <p14:nvPr/>
              </p14:nvContentPartPr>
              <p14:xfrm>
                <a:off x="1786860" y="2974980"/>
                <a:ext cx="136800" cy="3801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8BF7B354-743D-45DC-AC79-24CA8CBF7DB5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777860" y="2966340"/>
                  <a:ext cx="154440" cy="39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D9B3494-5388-4375-B356-714287446F73}"/>
                    </a:ext>
                  </a:extLst>
                </p14:cNvPr>
                <p14:cNvContentPartPr/>
                <p14:nvPr/>
              </p14:nvContentPartPr>
              <p14:xfrm>
                <a:off x="2116980" y="2957700"/>
                <a:ext cx="243720" cy="1432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D9B3494-5388-4375-B356-714287446F73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107980" y="2949060"/>
                  <a:ext cx="26136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CA119722-FD48-4B61-AAD8-9188BFBC31B5}"/>
                    </a:ext>
                  </a:extLst>
                </p14:cNvPr>
                <p14:cNvContentPartPr/>
                <p14:nvPr/>
              </p14:nvContentPartPr>
              <p14:xfrm>
                <a:off x="2072700" y="3147780"/>
                <a:ext cx="178200" cy="2142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CA119722-FD48-4B61-AAD8-9188BFBC31B5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064060" y="3138780"/>
                  <a:ext cx="195840" cy="231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6CAB2B1C-E098-4859-A652-735459A0621B}"/>
                  </a:ext>
                </a:extLst>
              </p14:cNvPr>
              <p14:cNvContentPartPr/>
              <p14:nvPr/>
            </p14:nvContentPartPr>
            <p14:xfrm>
              <a:off x="2625660" y="1842420"/>
              <a:ext cx="155160" cy="2448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6CAB2B1C-E098-4859-A652-735459A0621B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2617020" y="1833420"/>
                <a:ext cx="172800" cy="4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B848DD89-A332-49DF-BD4E-1BB93582ABCE}"/>
                  </a:ext>
                </a:extLst>
              </p14:cNvPr>
              <p14:cNvContentPartPr/>
              <p14:nvPr/>
            </p14:nvContentPartPr>
            <p14:xfrm>
              <a:off x="5080140" y="2193060"/>
              <a:ext cx="408600" cy="2376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B848DD89-A332-49DF-BD4E-1BB93582ABCE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5071140" y="2184420"/>
                <a:ext cx="426240" cy="41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867771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1</a:t>
            </a:r>
            <a:endParaRPr/>
          </a:p>
        </p:txBody>
      </p:sp>
      <p:sp>
        <p:nvSpPr>
          <p:cNvPr id="72" name="Google Shape;72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dirty="0"/>
              <a:t>T(n) = 2T(n/2) + nlogn</a:t>
            </a:r>
            <a:endParaRPr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455FF49D-6498-425F-AFFD-88464B155787}"/>
              </a:ext>
            </a:extLst>
          </p:cNvPr>
          <p:cNvGrpSpPr/>
          <p:nvPr/>
        </p:nvGrpSpPr>
        <p:grpSpPr>
          <a:xfrm>
            <a:off x="3807900" y="200820"/>
            <a:ext cx="648720" cy="258480"/>
            <a:chOff x="3807900" y="200820"/>
            <a:chExt cx="648720" cy="258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00EBF5DA-21F3-46FA-9EF9-FD48EDC08BAE}"/>
                    </a:ext>
                  </a:extLst>
                </p14:cNvPr>
                <p14:cNvContentPartPr/>
                <p14:nvPr/>
              </p14:nvContentPartPr>
              <p14:xfrm>
                <a:off x="3807900" y="217380"/>
                <a:ext cx="109800" cy="1404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00EBF5DA-21F3-46FA-9EF9-FD48EDC08BAE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798900" y="208740"/>
                  <a:ext cx="12744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F03FC078-4DE5-4E16-B2EB-141D394BE698}"/>
                    </a:ext>
                  </a:extLst>
                </p14:cNvPr>
                <p14:cNvContentPartPr/>
                <p14:nvPr/>
              </p14:nvContentPartPr>
              <p14:xfrm>
                <a:off x="3852900" y="231420"/>
                <a:ext cx="360" cy="1342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F03FC078-4DE5-4E16-B2EB-141D394BE698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844260" y="222780"/>
                  <a:ext cx="1800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BC1EA8DE-CE58-4876-949F-3EF02EC9C174}"/>
                    </a:ext>
                  </a:extLst>
                </p14:cNvPr>
                <p14:cNvContentPartPr/>
                <p14:nvPr/>
              </p14:nvContentPartPr>
              <p14:xfrm>
                <a:off x="4005180" y="200820"/>
                <a:ext cx="90720" cy="1951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BC1EA8DE-CE58-4876-949F-3EF02EC9C174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996540" y="192180"/>
                  <a:ext cx="10836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4805790-E9CC-45B5-B140-7CB22A142F4E}"/>
                    </a:ext>
                  </a:extLst>
                </p14:cNvPr>
                <p14:cNvContentPartPr/>
                <p14:nvPr/>
              </p14:nvContentPartPr>
              <p14:xfrm>
                <a:off x="4136940" y="236100"/>
                <a:ext cx="124920" cy="1756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4805790-E9CC-45B5-B140-7CB22A142F4E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127940" y="227100"/>
                  <a:ext cx="14256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BFD4D762-BFCE-42B2-8489-B6C832847757}"/>
                    </a:ext>
                  </a:extLst>
                </p14:cNvPr>
                <p14:cNvContentPartPr/>
                <p14:nvPr/>
              </p14:nvContentPartPr>
              <p14:xfrm>
                <a:off x="4398660" y="209460"/>
                <a:ext cx="57960" cy="2498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BFD4D762-BFCE-42B2-8489-B6C832847757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390020" y="200820"/>
                  <a:ext cx="75600" cy="267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A509E648-7F7B-4285-9D35-BF431E5A5EC0}"/>
              </a:ext>
            </a:extLst>
          </p:cNvPr>
          <p:cNvGrpSpPr/>
          <p:nvPr/>
        </p:nvGrpSpPr>
        <p:grpSpPr>
          <a:xfrm>
            <a:off x="4654620" y="322860"/>
            <a:ext cx="151560" cy="81720"/>
            <a:chOff x="4654620" y="322860"/>
            <a:chExt cx="151560" cy="81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B4310E55-6044-42EE-958F-AFE34996522A}"/>
                    </a:ext>
                  </a:extLst>
                </p14:cNvPr>
                <p14:cNvContentPartPr/>
                <p14:nvPr/>
              </p14:nvContentPartPr>
              <p14:xfrm>
                <a:off x="4671900" y="322860"/>
                <a:ext cx="105120" cy="151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B4310E55-6044-42EE-958F-AFE34996522A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4663260" y="314220"/>
                  <a:ext cx="12276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C20C4477-D497-4747-AB0B-54A42B1B3316}"/>
                    </a:ext>
                  </a:extLst>
                </p14:cNvPr>
                <p14:cNvContentPartPr/>
                <p14:nvPr/>
              </p14:nvContentPartPr>
              <p14:xfrm>
                <a:off x="4654620" y="399900"/>
                <a:ext cx="151560" cy="46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C20C4477-D497-4747-AB0B-54A42B1B3316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645980" y="391260"/>
                  <a:ext cx="169200" cy="22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4E455C23-A406-4B6D-97DD-77F9FB59F65F}"/>
                  </a:ext>
                </a:extLst>
              </p14:cNvPr>
              <p14:cNvContentPartPr/>
              <p14:nvPr/>
            </p14:nvContentPartPr>
            <p14:xfrm>
              <a:off x="6708420" y="317460"/>
              <a:ext cx="229680" cy="16272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4E455C23-A406-4B6D-97DD-77F9FB59F65F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6699420" y="308820"/>
                <a:ext cx="247320" cy="180360"/>
              </a:xfrm>
              <a:prstGeom prst="rect">
                <a:avLst/>
              </a:prstGeom>
            </p:spPr>
          </p:pic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6798B0AE-053F-4046-8C97-4CD51E43AA99}"/>
              </a:ext>
            </a:extLst>
          </p:cNvPr>
          <p:cNvGrpSpPr/>
          <p:nvPr/>
        </p:nvGrpSpPr>
        <p:grpSpPr>
          <a:xfrm>
            <a:off x="7113420" y="237180"/>
            <a:ext cx="496440" cy="414360"/>
            <a:chOff x="7113420" y="237180"/>
            <a:chExt cx="496440" cy="414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67847334-C34C-4669-8357-1EB42F3EB637}"/>
                    </a:ext>
                  </a:extLst>
                </p14:cNvPr>
                <p14:cNvContentPartPr/>
                <p14:nvPr/>
              </p14:nvContentPartPr>
              <p14:xfrm>
                <a:off x="7113420" y="237180"/>
                <a:ext cx="61200" cy="2430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67847334-C34C-4669-8357-1EB42F3EB637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7104420" y="228540"/>
                  <a:ext cx="7884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DD81A769-5BCB-45BA-A2BC-14A1FC5FC269}"/>
                    </a:ext>
                  </a:extLst>
                </p14:cNvPr>
                <p14:cNvContentPartPr/>
                <p14:nvPr/>
              </p14:nvContentPartPr>
              <p14:xfrm>
                <a:off x="7228980" y="330420"/>
                <a:ext cx="136440" cy="1141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D81A769-5BCB-45BA-A2BC-14A1FC5FC269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7219980" y="321780"/>
                  <a:ext cx="15408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C984B939-6938-4F9D-804E-0E52CF49A604}"/>
                    </a:ext>
                  </a:extLst>
                </p14:cNvPr>
                <p14:cNvContentPartPr/>
                <p14:nvPr/>
              </p14:nvContentPartPr>
              <p14:xfrm>
                <a:off x="7453620" y="296580"/>
                <a:ext cx="156240" cy="3549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C984B939-6938-4F9D-804E-0E52CF49A604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7444980" y="287580"/>
                  <a:ext cx="173880" cy="372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10AF0A68-6531-4A8D-826E-84424D0948DC}"/>
                  </a:ext>
                </a:extLst>
              </p14:cNvPr>
              <p14:cNvContentPartPr/>
              <p14:nvPr/>
            </p14:nvContentPartPr>
            <p14:xfrm>
              <a:off x="7795260" y="246900"/>
              <a:ext cx="123480" cy="21708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10AF0A68-6531-4A8D-826E-84424D0948DC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7786260" y="237900"/>
                <a:ext cx="141120" cy="234720"/>
              </a:xfrm>
              <a:prstGeom prst="rect">
                <a:avLst/>
              </a:prstGeom>
            </p:spPr>
          </p:pic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53D3FF79-99B1-4609-A8B3-9265CE04F28C}"/>
              </a:ext>
            </a:extLst>
          </p:cNvPr>
          <p:cNvGrpSpPr/>
          <p:nvPr/>
        </p:nvGrpSpPr>
        <p:grpSpPr>
          <a:xfrm>
            <a:off x="5025060" y="136020"/>
            <a:ext cx="1442880" cy="624600"/>
            <a:chOff x="5025060" y="136020"/>
            <a:chExt cx="1442880" cy="624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6EDB9AC-504B-4965-94D4-82F54DE5E559}"/>
                    </a:ext>
                  </a:extLst>
                </p14:cNvPr>
                <p14:cNvContentPartPr/>
                <p14:nvPr/>
              </p14:nvContentPartPr>
              <p14:xfrm>
                <a:off x="5025060" y="242940"/>
                <a:ext cx="221760" cy="1209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6EDB9AC-504B-4965-94D4-82F54DE5E559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5016420" y="234300"/>
                  <a:ext cx="23940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0D94BFB-5C54-4AD6-B3CE-D0FD9B159D54}"/>
                    </a:ext>
                  </a:extLst>
                </p14:cNvPr>
                <p14:cNvContentPartPr/>
                <p14:nvPr/>
              </p14:nvContentPartPr>
              <p14:xfrm>
                <a:off x="5312700" y="189660"/>
                <a:ext cx="98640" cy="1450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30D94BFB-5C54-4AD6-B3CE-D0FD9B159D54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5304060" y="180660"/>
                  <a:ext cx="11628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3B3EAB63-4016-4D58-89B3-FD31FF08B5FE}"/>
                    </a:ext>
                  </a:extLst>
                </p14:cNvPr>
                <p14:cNvContentPartPr/>
                <p14:nvPr/>
              </p14:nvContentPartPr>
              <p14:xfrm>
                <a:off x="5521860" y="145380"/>
                <a:ext cx="183240" cy="6152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3B3EAB63-4016-4D58-89B3-FD31FF08B5FE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5512860" y="136740"/>
                  <a:ext cx="200880" cy="63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4FFAC28D-6443-4276-BD0A-0CB6653AF0AB}"/>
                    </a:ext>
                  </a:extLst>
                </p14:cNvPr>
                <p14:cNvContentPartPr/>
                <p14:nvPr/>
              </p14:nvContentPartPr>
              <p14:xfrm>
                <a:off x="5686380" y="218100"/>
                <a:ext cx="138240" cy="1555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4FFAC28D-6443-4276-BD0A-0CB6653AF0AB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5677380" y="209460"/>
                  <a:ext cx="15588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97379ACD-9E6D-46EF-8F6F-2DCC72787A73}"/>
                    </a:ext>
                  </a:extLst>
                </p14:cNvPr>
                <p14:cNvContentPartPr/>
                <p14:nvPr/>
              </p14:nvContentPartPr>
              <p14:xfrm>
                <a:off x="5688540" y="427620"/>
                <a:ext cx="232200" cy="10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97379ACD-9E6D-46EF-8F6F-2DCC72787A73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5679540" y="418980"/>
                  <a:ext cx="24984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08DE364-6468-49B4-8A00-4F6CCC39E917}"/>
                    </a:ext>
                  </a:extLst>
                </p14:cNvPr>
                <p14:cNvContentPartPr/>
                <p14:nvPr/>
              </p14:nvContentPartPr>
              <p14:xfrm>
                <a:off x="5801220" y="497820"/>
                <a:ext cx="190440" cy="849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108DE364-6468-49B4-8A00-4F6CCC39E917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5792580" y="489180"/>
                  <a:ext cx="20808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E47B698D-45B9-4430-885F-04A09B1ACFCB}"/>
                    </a:ext>
                  </a:extLst>
                </p14:cNvPr>
                <p14:cNvContentPartPr/>
                <p14:nvPr/>
              </p14:nvContentPartPr>
              <p14:xfrm>
                <a:off x="6015780" y="136020"/>
                <a:ext cx="177840" cy="5990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E47B698D-45B9-4430-885F-04A09B1ACFCB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6006780" y="127020"/>
                  <a:ext cx="195480" cy="61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1C54CB0E-5DD8-416C-811C-1B999294C59E}"/>
                    </a:ext>
                  </a:extLst>
                </p14:cNvPr>
                <p14:cNvContentPartPr/>
                <p14:nvPr/>
              </p14:nvContentPartPr>
              <p14:xfrm>
                <a:off x="6340860" y="408900"/>
                <a:ext cx="127080" cy="21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1C54CB0E-5DD8-416C-811C-1B999294C59E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6331860" y="399900"/>
                  <a:ext cx="14472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67B59D59-0D87-4C22-B5D5-EC8DC798DE09}"/>
                    </a:ext>
                  </a:extLst>
                </p14:cNvPr>
                <p14:cNvContentPartPr/>
                <p14:nvPr/>
              </p14:nvContentPartPr>
              <p14:xfrm>
                <a:off x="6401700" y="322140"/>
                <a:ext cx="11880" cy="1821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67B59D59-0D87-4C22-B5D5-EC8DC798DE09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6392700" y="313140"/>
                  <a:ext cx="2952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8EDACEB-FA72-4CCB-89C1-EB0517FBFFC1}"/>
                    </a:ext>
                  </a:extLst>
                </p14:cNvPr>
                <p14:cNvContentPartPr/>
                <p14:nvPr/>
              </p14:nvContentPartPr>
              <p14:xfrm>
                <a:off x="5348700" y="173460"/>
                <a:ext cx="100440" cy="86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8EDACEB-FA72-4CCB-89C1-EB0517FBFFC1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5339700" y="164460"/>
                  <a:ext cx="118080" cy="2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94C40F7B-25D4-4E5D-AEC7-FDC38E050B2B}"/>
              </a:ext>
            </a:extLst>
          </p:cNvPr>
          <p:cNvGrpSpPr/>
          <p:nvPr/>
        </p:nvGrpSpPr>
        <p:grpSpPr>
          <a:xfrm>
            <a:off x="3691260" y="831540"/>
            <a:ext cx="525240" cy="262800"/>
            <a:chOff x="3691260" y="831540"/>
            <a:chExt cx="525240" cy="262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ADECA0C9-B5F4-498D-AB5F-95813F7E85DF}"/>
                    </a:ext>
                  </a:extLst>
                </p14:cNvPr>
                <p14:cNvContentPartPr/>
                <p14:nvPr/>
              </p14:nvContentPartPr>
              <p14:xfrm>
                <a:off x="3691260" y="831540"/>
                <a:ext cx="174240" cy="1832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ADECA0C9-B5F4-498D-AB5F-95813F7E85DF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3682260" y="822540"/>
                  <a:ext cx="19188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5F6FA6D7-9F0F-412B-A5E8-C5CACC80FF9A}"/>
                    </a:ext>
                  </a:extLst>
                </p14:cNvPr>
                <p14:cNvContentPartPr/>
                <p14:nvPr/>
              </p14:nvContentPartPr>
              <p14:xfrm>
                <a:off x="3966300" y="840540"/>
                <a:ext cx="78480" cy="2365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5F6FA6D7-9F0F-412B-A5E8-C5CACC80FF9A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3957660" y="831540"/>
                  <a:ext cx="9612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B47286B-B06C-430C-8E6C-6F178D24D31E}"/>
                    </a:ext>
                  </a:extLst>
                </p14:cNvPr>
                <p14:cNvContentPartPr/>
                <p14:nvPr/>
              </p14:nvContentPartPr>
              <p14:xfrm>
                <a:off x="4086900" y="930180"/>
                <a:ext cx="129600" cy="1641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B47286B-B06C-430C-8E6C-6F178D24D31E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4077900" y="921180"/>
                  <a:ext cx="147240" cy="181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C4B967DC-818E-4462-833D-CDCD39C3BA6C}"/>
                  </a:ext>
                </a:extLst>
              </p14:cNvPr>
              <p14:cNvContentPartPr/>
              <p14:nvPr/>
            </p14:nvContentPartPr>
            <p14:xfrm>
              <a:off x="4399740" y="812460"/>
              <a:ext cx="66240" cy="29340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C4B967DC-818E-4462-833D-CDCD39C3BA6C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4390740" y="803460"/>
                <a:ext cx="83880" cy="31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C4B2A7E5-4A7F-4ACC-B970-0FF759A7E9B1}"/>
                  </a:ext>
                </a:extLst>
              </p14:cNvPr>
              <p14:cNvContentPartPr/>
              <p14:nvPr/>
            </p14:nvContentPartPr>
            <p14:xfrm>
              <a:off x="4635540" y="938100"/>
              <a:ext cx="134280" cy="7308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C4B2A7E5-4A7F-4ACC-B970-0FF759A7E9B1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4626540" y="929100"/>
                <a:ext cx="151920" cy="90720"/>
              </a:xfrm>
              <a:prstGeom prst="rect">
                <a:avLst/>
              </a:prstGeom>
            </p:spPr>
          </p:pic>
        </mc:Fallback>
      </mc:AlternateContent>
      <p:grpSp>
        <p:nvGrpSpPr>
          <p:cNvPr id="50" name="Group 49">
            <a:extLst>
              <a:ext uri="{FF2B5EF4-FFF2-40B4-BE49-F238E27FC236}">
                <a16:creationId xmlns:a16="http://schemas.microsoft.com/office/drawing/2014/main" id="{CA4E2B0D-1C76-4AB9-8E18-C8CA6846B95D}"/>
              </a:ext>
            </a:extLst>
          </p:cNvPr>
          <p:cNvGrpSpPr/>
          <p:nvPr/>
        </p:nvGrpSpPr>
        <p:grpSpPr>
          <a:xfrm>
            <a:off x="4993380" y="874740"/>
            <a:ext cx="1176840" cy="517320"/>
            <a:chOff x="4993380" y="874740"/>
            <a:chExt cx="1176840" cy="517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7CE75C75-657E-4D65-A231-4FA5D76E8635}"/>
                    </a:ext>
                  </a:extLst>
                </p14:cNvPr>
                <p14:cNvContentPartPr/>
                <p14:nvPr/>
              </p14:nvContentPartPr>
              <p14:xfrm>
                <a:off x="4993380" y="949620"/>
                <a:ext cx="237960" cy="1620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7CE75C75-657E-4D65-A231-4FA5D76E8635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4984740" y="940980"/>
                  <a:ext cx="25560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50EAA87E-340C-4B9A-A544-9BF7180F48C9}"/>
                    </a:ext>
                  </a:extLst>
                </p14:cNvPr>
                <p14:cNvContentPartPr/>
                <p14:nvPr/>
              </p14:nvContentPartPr>
              <p14:xfrm>
                <a:off x="5375700" y="939540"/>
                <a:ext cx="106560" cy="1605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50EAA87E-340C-4B9A-A544-9BF7180F48C9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5367060" y="930900"/>
                  <a:ext cx="12420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AC2A9D00-BA61-4036-A224-7013A00071C5}"/>
                    </a:ext>
                  </a:extLst>
                </p14:cNvPr>
                <p14:cNvContentPartPr/>
                <p14:nvPr/>
              </p14:nvContentPartPr>
              <p14:xfrm>
                <a:off x="5603220" y="881580"/>
                <a:ext cx="87480" cy="4809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AC2A9D00-BA61-4036-A224-7013A00071C5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5594220" y="872940"/>
                  <a:ext cx="105120" cy="49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E7D11AE-52BF-410E-A6A9-EC73A6639531}"/>
                    </a:ext>
                  </a:extLst>
                </p14:cNvPr>
                <p14:cNvContentPartPr/>
                <p14:nvPr/>
              </p14:nvContentPartPr>
              <p14:xfrm>
                <a:off x="5757660" y="951060"/>
                <a:ext cx="107280" cy="1623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FE7D11AE-52BF-410E-A6A9-EC73A6639531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5749020" y="942060"/>
                  <a:ext cx="12492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85947239-A69F-4BBE-AC0A-A1C35918C7DC}"/>
                    </a:ext>
                  </a:extLst>
                </p14:cNvPr>
                <p14:cNvContentPartPr/>
                <p14:nvPr/>
              </p14:nvContentPartPr>
              <p14:xfrm>
                <a:off x="5735700" y="1159860"/>
                <a:ext cx="200520" cy="28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85947239-A69F-4BBE-AC0A-A1C35918C7DC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5726700" y="1150860"/>
                  <a:ext cx="21816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21DB76E9-9529-405F-8A25-2D607408C78C}"/>
                    </a:ext>
                  </a:extLst>
                </p14:cNvPr>
                <p14:cNvContentPartPr/>
                <p14:nvPr/>
              </p14:nvContentPartPr>
              <p14:xfrm>
                <a:off x="5824980" y="1208100"/>
                <a:ext cx="125640" cy="1728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21DB76E9-9529-405F-8A25-2D607408C78C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5816340" y="1199460"/>
                  <a:ext cx="14328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ED89DCA3-27C5-4667-80ED-63E067D4DDB3}"/>
                    </a:ext>
                  </a:extLst>
                </p14:cNvPr>
                <p14:cNvContentPartPr/>
                <p14:nvPr/>
              </p14:nvContentPartPr>
              <p14:xfrm>
                <a:off x="6058980" y="874740"/>
                <a:ext cx="111240" cy="5173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ED89DCA3-27C5-4667-80ED-63E067D4DDB3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6049980" y="865740"/>
                  <a:ext cx="128880" cy="534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E78D8A5A-C36F-4ACF-8CCD-600CC0CF1826}"/>
              </a:ext>
            </a:extLst>
          </p:cNvPr>
          <p:cNvGrpSpPr/>
          <p:nvPr/>
        </p:nvGrpSpPr>
        <p:grpSpPr>
          <a:xfrm>
            <a:off x="6346620" y="943500"/>
            <a:ext cx="147600" cy="211680"/>
            <a:chOff x="6346620" y="943500"/>
            <a:chExt cx="147600" cy="211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3750A33A-494E-47D6-9D4E-686543997629}"/>
                    </a:ext>
                  </a:extLst>
                </p14:cNvPr>
                <p14:cNvContentPartPr/>
                <p14:nvPr/>
              </p14:nvContentPartPr>
              <p14:xfrm>
                <a:off x="6346620" y="1024500"/>
                <a:ext cx="147600" cy="324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3750A33A-494E-47D6-9D4E-686543997629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6337980" y="1015860"/>
                  <a:ext cx="16524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11AE1429-0821-458A-B85E-86BD2C80A846}"/>
                    </a:ext>
                  </a:extLst>
                </p14:cNvPr>
                <p14:cNvContentPartPr/>
                <p14:nvPr/>
              </p14:nvContentPartPr>
              <p14:xfrm>
                <a:off x="6384060" y="943500"/>
                <a:ext cx="27360" cy="2116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11AE1429-0821-458A-B85E-86BD2C80A846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6375060" y="934500"/>
                  <a:ext cx="45000" cy="229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3DB5810C-07D1-48B7-B15E-09F01B2A5DDF}"/>
              </a:ext>
            </a:extLst>
          </p:cNvPr>
          <p:cNvGrpSpPr/>
          <p:nvPr/>
        </p:nvGrpSpPr>
        <p:grpSpPr>
          <a:xfrm>
            <a:off x="6702300" y="850620"/>
            <a:ext cx="696600" cy="401400"/>
            <a:chOff x="6702300" y="850620"/>
            <a:chExt cx="696600" cy="401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C10D2FE3-79C6-432F-B96E-4D36B90D005C}"/>
                    </a:ext>
                  </a:extLst>
                </p14:cNvPr>
                <p14:cNvContentPartPr/>
                <p14:nvPr/>
              </p14:nvContentPartPr>
              <p14:xfrm>
                <a:off x="6702300" y="872940"/>
                <a:ext cx="141480" cy="2977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C10D2FE3-79C6-432F-B96E-4D36B90D005C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6693300" y="864300"/>
                  <a:ext cx="15912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F7FBAE3B-66EA-4AB2-B87A-B186859B8A4B}"/>
                    </a:ext>
                  </a:extLst>
                </p14:cNvPr>
                <p14:cNvContentPartPr/>
                <p14:nvPr/>
              </p14:nvContentPartPr>
              <p14:xfrm>
                <a:off x="6704820" y="1064460"/>
                <a:ext cx="132120" cy="151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F7FBAE3B-66EA-4AB2-B87A-B186859B8A4B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6695820" y="1055460"/>
                  <a:ext cx="14976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309A5C5D-C8D0-4246-B0FD-4E4F5F075F53}"/>
                    </a:ext>
                  </a:extLst>
                </p14:cNvPr>
                <p14:cNvContentPartPr/>
                <p14:nvPr/>
              </p14:nvContentPartPr>
              <p14:xfrm>
                <a:off x="6915420" y="898140"/>
                <a:ext cx="73440" cy="2844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309A5C5D-C8D0-4246-B0FD-4E4F5F075F53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6906780" y="889140"/>
                  <a:ext cx="9108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445421B7-57F5-467E-8AAC-AFD172E63DB9}"/>
                    </a:ext>
                  </a:extLst>
                </p14:cNvPr>
                <p14:cNvContentPartPr/>
                <p14:nvPr/>
              </p14:nvContentPartPr>
              <p14:xfrm>
                <a:off x="7061580" y="850620"/>
                <a:ext cx="337320" cy="4014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445421B7-57F5-467E-8AAC-AFD172E63DB9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7052940" y="841620"/>
                  <a:ext cx="354960" cy="419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773C6D3B-5E94-43DC-8254-6607AE066F93}"/>
              </a:ext>
            </a:extLst>
          </p:cNvPr>
          <p:cNvGrpSpPr/>
          <p:nvPr/>
        </p:nvGrpSpPr>
        <p:grpSpPr>
          <a:xfrm>
            <a:off x="4633380" y="1538940"/>
            <a:ext cx="865800" cy="245880"/>
            <a:chOff x="4633380" y="1538940"/>
            <a:chExt cx="865800" cy="245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3F313388-454F-456D-82AE-F3A70B4FFA3B}"/>
                    </a:ext>
                  </a:extLst>
                </p14:cNvPr>
                <p14:cNvContentPartPr/>
                <p14:nvPr/>
              </p14:nvContentPartPr>
              <p14:xfrm>
                <a:off x="4633380" y="1582860"/>
                <a:ext cx="264240" cy="1807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3F313388-454F-456D-82AE-F3A70B4FFA3B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4624740" y="1574220"/>
                  <a:ext cx="28188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1AF842CB-E406-44AD-8E58-69E5DF48F2B2}"/>
                    </a:ext>
                  </a:extLst>
                </p14:cNvPr>
                <p14:cNvContentPartPr/>
                <p14:nvPr/>
              </p14:nvContentPartPr>
              <p14:xfrm>
                <a:off x="4936500" y="1547940"/>
                <a:ext cx="162720" cy="2368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1AF842CB-E406-44AD-8E58-69E5DF48F2B2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4927860" y="1538940"/>
                  <a:ext cx="18036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244D46BC-B5AF-4EBB-ACAD-ACB3AE9565E7}"/>
                    </a:ext>
                  </a:extLst>
                </p14:cNvPr>
                <p14:cNvContentPartPr/>
                <p14:nvPr/>
              </p14:nvContentPartPr>
              <p14:xfrm>
                <a:off x="5215860" y="1617060"/>
                <a:ext cx="92880" cy="126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244D46BC-B5AF-4EBB-ACAD-ACB3AE9565E7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5206860" y="1608060"/>
                  <a:ext cx="11052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41EF3A74-DFF2-40BD-AB4F-F4626118869A}"/>
                    </a:ext>
                  </a:extLst>
                </p14:cNvPr>
                <p14:cNvContentPartPr/>
                <p14:nvPr/>
              </p14:nvContentPartPr>
              <p14:xfrm>
                <a:off x="5213700" y="1689060"/>
                <a:ext cx="134280" cy="28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41EF3A74-DFF2-40BD-AB4F-F4626118869A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5205060" y="1680060"/>
                  <a:ext cx="15192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AAAB33A2-3CDF-4AA0-AB6A-EFC89BCCB569}"/>
                    </a:ext>
                  </a:extLst>
                </p14:cNvPr>
                <p14:cNvContentPartPr/>
                <p14:nvPr/>
              </p14:nvContentPartPr>
              <p14:xfrm>
                <a:off x="5491980" y="1538940"/>
                <a:ext cx="7200" cy="2109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AAAB33A2-3CDF-4AA0-AB6A-EFC89BCCB569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5483340" y="1530300"/>
                  <a:ext cx="24840" cy="228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FE0572E4-97F8-4C2D-B8ED-BBE0E79B884C}"/>
              </a:ext>
            </a:extLst>
          </p:cNvPr>
          <p:cNvGrpSpPr/>
          <p:nvPr/>
        </p:nvGrpSpPr>
        <p:grpSpPr>
          <a:xfrm>
            <a:off x="4949100" y="2050860"/>
            <a:ext cx="647280" cy="262800"/>
            <a:chOff x="4949100" y="2050860"/>
            <a:chExt cx="647280" cy="262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5AC1F647-7706-4ABB-85BD-60A5D2357F28}"/>
                    </a:ext>
                  </a:extLst>
                </p14:cNvPr>
                <p14:cNvContentPartPr/>
                <p14:nvPr/>
              </p14:nvContentPartPr>
              <p14:xfrm>
                <a:off x="4949100" y="2050860"/>
                <a:ext cx="167400" cy="1864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5AC1F647-7706-4ABB-85BD-60A5D2357F28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4940100" y="2042220"/>
                  <a:ext cx="18504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3F8813FF-C00C-42A8-8D65-975867E3FEA5}"/>
                    </a:ext>
                  </a:extLst>
                </p14:cNvPr>
                <p14:cNvContentPartPr/>
                <p14:nvPr/>
              </p14:nvContentPartPr>
              <p14:xfrm>
                <a:off x="5270580" y="2069940"/>
                <a:ext cx="163800" cy="1659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3F8813FF-C00C-42A8-8D65-975867E3FEA5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5261940" y="2061300"/>
                  <a:ext cx="18144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158AB1DC-63A1-489F-851E-2A7037156FDB}"/>
                    </a:ext>
                  </a:extLst>
                </p14:cNvPr>
                <p14:cNvContentPartPr/>
                <p14:nvPr/>
              </p14:nvContentPartPr>
              <p14:xfrm>
                <a:off x="5577660" y="2112420"/>
                <a:ext cx="18720" cy="2012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158AB1DC-63A1-489F-851E-2A7037156FDB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5569020" y="2103780"/>
                  <a:ext cx="36360" cy="21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9B50B8D8-6DD5-4F3E-A140-75B9935CB3A1}"/>
              </a:ext>
            </a:extLst>
          </p:cNvPr>
          <p:cNvGrpSpPr/>
          <p:nvPr/>
        </p:nvGrpSpPr>
        <p:grpSpPr>
          <a:xfrm>
            <a:off x="1308060" y="1825860"/>
            <a:ext cx="1301040" cy="398520"/>
            <a:chOff x="1308060" y="1825860"/>
            <a:chExt cx="1301040" cy="398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1D443B11-F1B0-4CBE-981B-424ABE4DDFF0}"/>
                    </a:ext>
                  </a:extLst>
                </p14:cNvPr>
                <p14:cNvContentPartPr/>
                <p14:nvPr/>
              </p14:nvContentPartPr>
              <p14:xfrm>
                <a:off x="2246580" y="1826580"/>
                <a:ext cx="113760" cy="5220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1D443B11-F1B0-4CBE-981B-424ABE4DDFF0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2237940" y="1817940"/>
                  <a:ext cx="13140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EB51B613-463D-4B1F-A298-418D1219FAEB}"/>
                    </a:ext>
                  </a:extLst>
                </p14:cNvPr>
                <p14:cNvContentPartPr/>
                <p14:nvPr/>
              </p14:nvContentPartPr>
              <p14:xfrm>
                <a:off x="1308060" y="1871580"/>
                <a:ext cx="114840" cy="1800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EB51B613-463D-4B1F-A298-418D1219FAEB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1299420" y="1862580"/>
                  <a:ext cx="13248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940C324B-0CF7-4E4C-A8C9-ABEDA4227633}"/>
                    </a:ext>
                  </a:extLst>
                </p14:cNvPr>
                <p14:cNvContentPartPr/>
                <p14:nvPr/>
              </p14:nvContentPartPr>
              <p14:xfrm>
                <a:off x="1390140" y="1917300"/>
                <a:ext cx="119160" cy="12816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940C324B-0CF7-4E4C-A8C9-ABEDA4227633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381140" y="1908300"/>
                  <a:ext cx="13680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F5787C9A-C90C-4A36-A5EC-90D9171E5C16}"/>
                    </a:ext>
                  </a:extLst>
                </p14:cNvPr>
                <p14:cNvContentPartPr/>
                <p14:nvPr/>
              </p14:nvContentPartPr>
              <p14:xfrm>
                <a:off x="1503540" y="1825860"/>
                <a:ext cx="26280" cy="2739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F5787C9A-C90C-4A36-A5EC-90D9171E5C16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494900" y="1816860"/>
                  <a:ext cx="4392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FFCF9FE6-E82A-4AB8-932D-E1F457EE89B3}"/>
                    </a:ext>
                  </a:extLst>
                </p14:cNvPr>
                <p14:cNvContentPartPr/>
                <p14:nvPr/>
              </p14:nvContentPartPr>
              <p14:xfrm>
                <a:off x="1570140" y="1910820"/>
                <a:ext cx="209880" cy="1926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FFCF9FE6-E82A-4AB8-932D-E1F457EE89B3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561500" y="1901820"/>
                  <a:ext cx="22752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110942FB-7353-4827-9ED6-F357A57946B8}"/>
                    </a:ext>
                  </a:extLst>
                </p14:cNvPr>
                <p14:cNvContentPartPr/>
                <p14:nvPr/>
              </p14:nvContentPartPr>
              <p14:xfrm>
                <a:off x="1823940" y="1934580"/>
                <a:ext cx="92160" cy="14004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110942FB-7353-4827-9ED6-F357A57946B8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1815300" y="1925580"/>
                  <a:ext cx="10980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68008CE1-74E6-4D00-852E-2D0948D1D291}"/>
                    </a:ext>
                  </a:extLst>
                </p14:cNvPr>
                <p14:cNvContentPartPr/>
                <p14:nvPr/>
              </p14:nvContentPartPr>
              <p14:xfrm>
                <a:off x="1985580" y="1862940"/>
                <a:ext cx="162360" cy="2491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68008CE1-74E6-4D00-852E-2D0948D1D291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1976580" y="1854300"/>
                  <a:ext cx="18000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408679BC-83CD-4426-9DA5-FA66F5F7BA30}"/>
                    </a:ext>
                  </a:extLst>
                </p14:cNvPr>
                <p14:cNvContentPartPr/>
                <p14:nvPr/>
              </p14:nvContentPartPr>
              <p14:xfrm>
                <a:off x="2169540" y="1919100"/>
                <a:ext cx="101880" cy="1285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408679BC-83CD-4426-9DA5-FA66F5F7BA30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2160900" y="1910460"/>
                  <a:ext cx="11952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522902D2-81E0-40BA-A810-EF18DF46E96C}"/>
                    </a:ext>
                  </a:extLst>
                </p14:cNvPr>
                <p14:cNvContentPartPr/>
                <p14:nvPr/>
              </p14:nvContentPartPr>
              <p14:xfrm>
                <a:off x="2313900" y="1825860"/>
                <a:ext cx="204480" cy="2451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522902D2-81E0-40BA-A810-EF18DF46E96C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2305260" y="1816860"/>
                  <a:ext cx="22212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75070F3C-72A8-4A95-9EEF-47DCF15F13C2}"/>
                    </a:ext>
                  </a:extLst>
                </p14:cNvPr>
                <p14:cNvContentPartPr/>
                <p14:nvPr/>
              </p14:nvContentPartPr>
              <p14:xfrm>
                <a:off x="2556540" y="1882020"/>
                <a:ext cx="52560" cy="15696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75070F3C-72A8-4A95-9EEF-47DCF15F13C2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2547540" y="1873380"/>
                  <a:ext cx="7020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FD6CDC4A-9BE9-4540-9A5A-00FBBE6514A2}"/>
                    </a:ext>
                  </a:extLst>
                </p14:cNvPr>
                <p14:cNvContentPartPr/>
                <p14:nvPr/>
              </p14:nvContentPartPr>
              <p14:xfrm>
                <a:off x="1412100" y="2195580"/>
                <a:ext cx="1013040" cy="288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FD6CDC4A-9BE9-4540-9A5A-00FBBE6514A2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1403460" y="2186940"/>
                  <a:ext cx="1030680" cy="46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C1A4D77E-F486-41B2-A168-EA8B7329EB12}"/>
              </a:ext>
            </a:extLst>
          </p:cNvPr>
          <p:cNvGrpSpPr/>
          <p:nvPr/>
        </p:nvGrpSpPr>
        <p:grpSpPr>
          <a:xfrm>
            <a:off x="2822940" y="1820460"/>
            <a:ext cx="1402920" cy="411120"/>
            <a:chOff x="2822940" y="1820460"/>
            <a:chExt cx="1402920" cy="411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0239E545-F262-467D-8A4C-5F66E261A2D3}"/>
                    </a:ext>
                  </a:extLst>
                </p14:cNvPr>
                <p14:cNvContentPartPr/>
                <p14:nvPr/>
              </p14:nvContentPartPr>
              <p14:xfrm>
                <a:off x="2912580" y="1820460"/>
                <a:ext cx="168840" cy="21384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0239E545-F262-467D-8A4C-5F66E261A2D3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2903940" y="1811460"/>
                  <a:ext cx="18648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DF01ABDD-C4E3-4195-A734-AFF2B5393340}"/>
                    </a:ext>
                  </a:extLst>
                </p14:cNvPr>
                <p14:cNvContentPartPr/>
                <p14:nvPr/>
              </p14:nvContentPartPr>
              <p14:xfrm>
                <a:off x="3162780" y="1867260"/>
                <a:ext cx="318960" cy="19872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DF01ABDD-C4E3-4195-A734-AFF2B5393340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3153780" y="1858620"/>
                  <a:ext cx="33660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CE963634-B62D-4342-A9A5-2F249B989148}"/>
                    </a:ext>
                  </a:extLst>
                </p14:cNvPr>
                <p14:cNvContentPartPr/>
                <p14:nvPr/>
              </p14:nvContentPartPr>
              <p14:xfrm>
                <a:off x="3535020" y="1909380"/>
                <a:ext cx="127800" cy="1411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CE963634-B62D-4342-A9A5-2F249B989148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3526020" y="1900740"/>
                  <a:ext cx="14544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0E2928A2-B92F-4105-ABEC-4718A70F7817}"/>
                    </a:ext>
                  </a:extLst>
                </p14:cNvPr>
                <p14:cNvContentPartPr/>
                <p14:nvPr/>
              </p14:nvContentPartPr>
              <p14:xfrm>
                <a:off x="3687300" y="1890660"/>
                <a:ext cx="304560" cy="1396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0E2928A2-B92F-4105-ABEC-4718A70F7817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3678660" y="1882020"/>
                  <a:ext cx="32220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7705E8BF-F37D-4602-BC5D-05A39E5AC836}"/>
                    </a:ext>
                  </a:extLst>
                </p14:cNvPr>
                <p14:cNvContentPartPr/>
                <p14:nvPr/>
              </p14:nvContentPartPr>
              <p14:xfrm>
                <a:off x="4056300" y="1921980"/>
                <a:ext cx="169560" cy="13104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7705E8BF-F37D-4602-BC5D-05A39E5AC836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4047300" y="1913340"/>
                  <a:ext cx="18720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1AB941E4-760C-4F30-BB57-AB7B8B8B9FF1}"/>
                    </a:ext>
                  </a:extLst>
                </p14:cNvPr>
                <p14:cNvContentPartPr/>
                <p14:nvPr/>
              </p14:nvContentPartPr>
              <p14:xfrm>
                <a:off x="2822940" y="2112780"/>
                <a:ext cx="1011600" cy="1188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1AB941E4-760C-4F30-BB57-AB7B8B8B9FF1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2814300" y="2104140"/>
                  <a:ext cx="1029240" cy="136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56EBE79A-F381-44EA-8698-6259BD73BC0B}"/>
              </a:ext>
            </a:extLst>
          </p:cNvPr>
          <p:cNvGrpSpPr/>
          <p:nvPr/>
        </p:nvGrpSpPr>
        <p:grpSpPr>
          <a:xfrm>
            <a:off x="1580580" y="3486180"/>
            <a:ext cx="1259280" cy="523800"/>
            <a:chOff x="1580580" y="3486180"/>
            <a:chExt cx="1259280" cy="523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2DE7EC7B-5950-4673-B9C5-633ED7AEA601}"/>
                    </a:ext>
                  </a:extLst>
                </p14:cNvPr>
                <p14:cNvContentPartPr/>
                <p14:nvPr/>
              </p14:nvContentPartPr>
              <p14:xfrm>
                <a:off x="1580580" y="3816300"/>
                <a:ext cx="298080" cy="19368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2DE7EC7B-5950-4673-B9C5-633ED7AEA601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1571580" y="3807300"/>
                  <a:ext cx="31572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E01BB797-BADC-48F2-96EF-2B91534143D2}"/>
                    </a:ext>
                  </a:extLst>
                </p14:cNvPr>
                <p14:cNvContentPartPr/>
                <p14:nvPr/>
              </p14:nvContentPartPr>
              <p14:xfrm>
                <a:off x="1962540" y="3569340"/>
                <a:ext cx="26280" cy="18396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E01BB797-BADC-48F2-96EF-2B91534143D2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1953900" y="3560700"/>
                  <a:ext cx="4392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980DE734-42C7-4130-8183-E54E974C0D60}"/>
                    </a:ext>
                  </a:extLst>
                </p14:cNvPr>
                <p14:cNvContentPartPr/>
                <p14:nvPr/>
              </p14:nvContentPartPr>
              <p14:xfrm>
                <a:off x="2069100" y="3598860"/>
                <a:ext cx="160560" cy="14400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980DE734-42C7-4130-8183-E54E974C0D60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2060460" y="3589860"/>
                  <a:ext cx="17820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4ED801B0-4A5E-47CC-AF30-43195000446B}"/>
                    </a:ext>
                  </a:extLst>
                </p14:cNvPr>
                <p14:cNvContentPartPr/>
                <p14:nvPr/>
              </p14:nvContentPartPr>
              <p14:xfrm>
                <a:off x="2319660" y="3584820"/>
                <a:ext cx="172800" cy="2595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4ED801B0-4A5E-47CC-AF30-43195000446B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2311020" y="3575820"/>
                  <a:ext cx="19044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E3ED6C90-3CA0-4127-AE0A-E418E729BF3A}"/>
                    </a:ext>
                  </a:extLst>
                </p14:cNvPr>
                <p14:cNvContentPartPr/>
                <p14:nvPr/>
              </p14:nvContentPartPr>
              <p14:xfrm>
                <a:off x="2611260" y="3486180"/>
                <a:ext cx="228600" cy="16488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E3ED6C90-3CA0-4127-AE0A-E418E729BF3A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2602620" y="3477540"/>
                  <a:ext cx="24624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4274B040-9F2D-4CE2-9369-55920FAD1700}"/>
                    </a:ext>
                  </a:extLst>
                </p14:cNvPr>
                <p14:cNvContentPartPr/>
                <p14:nvPr/>
              </p14:nvContentPartPr>
              <p14:xfrm>
                <a:off x="2586060" y="3720900"/>
                <a:ext cx="153720" cy="1836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4274B040-9F2D-4CE2-9369-55920FAD1700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2577060" y="3712260"/>
                  <a:ext cx="171360" cy="20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C78599A1-02F9-4FA5-AE5D-75A716EFE439}"/>
              </a:ext>
            </a:extLst>
          </p:cNvPr>
          <p:cNvGrpSpPr/>
          <p:nvPr/>
        </p:nvGrpSpPr>
        <p:grpSpPr>
          <a:xfrm>
            <a:off x="3262500" y="3748620"/>
            <a:ext cx="234000" cy="327600"/>
            <a:chOff x="3262500" y="3748620"/>
            <a:chExt cx="234000" cy="327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CC33896D-539D-4FC2-BA34-E2B44BF6B76B}"/>
                    </a:ext>
                  </a:extLst>
                </p14:cNvPr>
                <p14:cNvContentPartPr/>
                <p14:nvPr/>
              </p14:nvContentPartPr>
              <p14:xfrm>
                <a:off x="3262500" y="3869220"/>
                <a:ext cx="123120" cy="2448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CC33896D-539D-4FC2-BA34-E2B44BF6B76B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3253860" y="3860220"/>
                  <a:ext cx="14076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0E1D638C-D4E1-4895-9F93-510CC463E30D}"/>
                    </a:ext>
                  </a:extLst>
                </p14:cNvPr>
                <p14:cNvContentPartPr/>
                <p14:nvPr/>
              </p14:nvContentPartPr>
              <p14:xfrm>
                <a:off x="3292740" y="3958500"/>
                <a:ext cx="119880" cy="1404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0E1D638C-D4E1-4895-9F93-510CC463E30D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3284100" y="3949500"/>
                  <a:ext cx="13752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E6145811-A961-45E1-BDA2-0C7937BB9B8E}"/>
                    </a:ext>
                  </a:extLst>
                </p14:cNvPr>
                <p14:cNvContentPartPr/>
                <p14:nvPr/>
              </p14:nvContentPartPr>
              <p14:xfrm>
                <a:off x="3309300" y="3748620"/>
                <a:ext cx="187200" cy="32760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E6145811-A961-45E1-BDA2-0C7937BB9B8E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3300300" y="3739980"/>
                  <a:ext cx="204840" cy="345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6DA9D009-BD47-4C41-B4E9-AD466B36F327}"/>
              </a:ext>
            </a:extLst>
          </p:cNvPr>
          <p:cNvGrpSpPr/>
          <p:nvPr/>
        </p:nvGrpSpPr>
        <p:grpSpPr>
          <a:xfrm>
            <a:off x="4002660" y="3443340"/>
            <a:ext cx="1029600" cy="490320"/>
            <a:chOff x="4002660" y="3443340"/>
            <a:chExt cx="1029600" cy="490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E413F770-A70B-42C9-BDC1-BF63BCB79391}"/>
                    </a:ext>
                  </a:extLst>
                </p14:cNvPr>
                <p14:cNvContentPartPr/>
                <p14:nvPr/>
              </p14:nvContentPartPr>
              <p14:xfrm>
                <a:off x="4002660" y="3730620"/>
                <a:ext cx="348120" cy="20304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E413F770-A70B-42C9-BDC1-BF63BCB79391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3994020" y="3721620"/>
                  <a:ext cx="36576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6636AC23-CAC4-46A4-BFC8-9A1262838F81}"/>
                    </a:ext>
                  </a:extLst>
                </p14:cNvPr>
                <p14:cNvContentPartPr/>
                <p14:nvPr/>
              </p14:nvContentPartPr>
              <p14:xfrm>
                <a:off x="4505580" y="3468180"/>
                <a:ext cx="92880" cy="15048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6636AC23-CAC4-46A4-BFC8-9A1262838F81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4496580" y="3459180"/>
                  <a:ext cx="11052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95E81318-E44C-4433-9CEE-2340E687C6C2}"/>
                    </a:ext>
                  </a:extLst>
                </p14:cNvPr>
                <p14:cNvContentPartPr/>
                <p14:nvPr/>
              </p14:nvContentPartPr>
              <p14:xfrm>
                <a:off x="4626900" y="3507060"/>
                <a:ext cx="127440" cy="10692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95E81318-E44C-4433-9CEE-2340E687C6C2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4618260" y="3498060"/>
                  <a:ext cx="14508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89C40B87-10C6-4DF3-9005-58ABD9EEC7C8}"/>
                    </a:ext>
                  </a:extLst>
                </p14:cNvPr>
                <p14:cNvContentPartPr/>
                <p14:nvPr/>
              </p14:nvContentPartPr>
              <p14:xfrm>
                <a:off x="4887540" y="3443340"/>
                <a:ext cx="144720" cy="34164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89C40B87-10C6-4DF3-9005-58ABD9EEC7C8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4878540" y="3434340"/>
                  <a:ext cx="162360" cy="359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95F95C02-65CB-40B1-B538-34567AB603D2}"/>
              </a:ext>
            </a:extLst>
          </p:cNvPr>
          <p:cNvGrpSpPr/>
          <p:nvPr/>
        </p:nvGrpSpPr>
        <p:grpSpPr>
          <a:xfrm>
            <a:off x="6910380" y="1639740"/>
            <a:ext cx="1181880" cy="272880"/>
            <a:chOff x="6910380" y="1639740"/>
            <a:chExt cx="1181880" cy="272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71B29048-757A-4E21-B4C8-C1641C17BBD3}"/>
                    </a:ext>
                  </a:extLst>
                </p14:cNvPr>
                <p14:cNvContentPartPr/>
                <p14:nvPr/>
              </p14:nvContentPartPr>
              <p14:xfrm>
                <a:off x="6910380" y="1722180"/>
                <a:ext cx="354960" cy="19044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71B29048-757A-4E21-B4C8-C1641C17BBD3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6901380" y="1713180"/>
                  <a:ext cx="37260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18E528CB-DE2C-4C34-BF89-BE6402607D5A}"/>
                    </a:ext>
                  </a:extLst>
                </p14:cNvPr>
                <p14:cNvContentPartPr/>
                <p14:nvPr/>
              </p14:nvContentPartPr>
              <p14:xfrm>
                <a:off x="7354980" y="1760700"/>
                <a:ext cx="157320" cy="2016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18E528CB-DE2C-4C34-BF89-BE6402607D5A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7346340" y="1752060"/>
                  <a:ext cx="17496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99A63AEA-781C-428E-A881-FA659109774C}"/>
                    </a:ext>
                  </a:extLst>
                </p14:cNvPr>
                <p14:cNvContentPartPr/>
                <p14:nvPr/>
              </p14:nvContentPartPr>
              <p14:xfrm>
                <a:off x="7376580" y="1851780"/>
                <a:ext cx="220680" cy="3852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99A63AEA-781C-428E-A881-FA659109774C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7367580" y="1843140"/>
                  <a:ext cx="23832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6DB305CC-2053-4D4F-9471-6364A480548E}"/>
                    </a:ext>
                  </a:extLst>
                </p14:cNvPr>
                <p14:cNvContentPartPr/>
                <p14:nvPr/>
              </p14:nvContentPartPr>
              <p14:xfrm>
                <a:off x="7760700" y="1639740"/>
                <a:ext cx="331560" cy="20340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6DB305CC-2053-4D4F-9471-6364A480548E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7751700" y="1630740"/>
                  <a:ext cx="349200" cy="221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7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F87FBABC-C753-448C-9539-B651A5BC61E0}"/>
                  </a:ext>
                </a:extLst>
              </p14:cNvPr>
              <p14:cNvContentPartPr/>
              <p14:nvPr/>
            </p14:nvContentPartPr>
            <p14:xfrm>
              <a:off x="7148340" y="2142660"/>
              <a:ext cx="170640" cy="227160"/>
            </p14:xfrm>
          </p:contentPart>
        </mc:Choice>
        <mc:Fallback xmlns=""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F87FBABC-C753-448C-9539-B651A5BC61E0}"/>
                  </a:ext>
                </a:extLst>
              </p:cNvPr>
              <p:cNvPicPr/>
              <p:nvPr/>
            </p:nvPicPr>
            <p:blipFill>
              <a:blip r:embed="rId168"/>
              <a:stretch>
                <a:fillRect/>
              </a:stretch>
            </p:blipFill>
            <p:spPr>
              <a:xfrm>
                <a:off x="7139700" y="2133660"/>
                <a:ext cx="188280" cy="244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09" name="Group 108">
            <a:extLst>
              <a:ext uri="{FF2B5EF4-FFF2-40B4-BE49-F238E27FC236}">
                <a16:creationId xmlns:a16="http://schemas.microsoft.com/office/drawing/2014/main" id="{8BA4F414-B361-4ED5-A934-2FB0C09667E4}"/>
              </a:ext>
            </a:extLst>
          </p:cNvPr>
          <p:cNvGrpSpPr/>
          <p:nvPr/>
        </p:nvGrpSpPr>
        <p:grpSpPr>
          <a:xfrm>
            <a:off x="7554420" y="2184780"/>
            <a:ext cx="579960" cy="161640"/>
            <a:chOff x="7554420" y="2184780"/>
            <a:chExt cx="579960" cy="161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FCC4EC3B-D79E-460A-841B-7062F0B6F998}"/>
                    </a:ext>
                  </a:extLst>
                </p14:cNvPr>
                <p14:cNvContentPartPr/>
                <p14:nvPr/>
              </p14:nvContentPartPr>
              <p14:xfrm>
                <a:off x="7554420" y="2252820"/>
                <a:ext cx="131400" cy="2376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FCC4EC3B-D79E-460A-841B-7062F0B6F998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7545780" y="2244180"/>
                  <a:ext cx="14904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EA4DE983-E888-4945-A6CE-2360CE9FED5D}"/>
                    </a:ext>
                  </a:extLst>
                </p14:cNvPr>
                <p14:cNvContentPartPr/>
                <p14:nvPr/>
              </p14:nvContentPartPr>
              <p14:xfrm>
                <a:off x="7615260" y="2312580"/>
                <a:ext cx="129240" cy="1692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EA4DE983-E888-4945-A6CE-2360CE9FED5D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7606260" y="2303940"/>
                  <a:ext cx="14688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173EEFC3-E573-44D2-857F-4E98E04A6B12}"/>
                    </a:ext>
                  </a:extLst>
                </p14:cNvPr>
                <p14:cNvContentPartPr/>
                <p14:nvPr/>
              </p14:nvContentPartPr>
              <p14:xfrm>
                <a:off x="7858620" y="2184780"/>
                <a:ext cx="275760" cy="1616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173EEFC3-E573-44D2-857F-4E98E04A6B12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7849980" y="2176140"/>
                  <a:ext cx="293400" cy="179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75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BF5A3FA3-76A3-4A17-92C0-FE00158CD4C2}"/>
                  </a:ext>
                </a:extLst>
              </p14:cNvPr>
              <p14:cNvContentPartPr/>
              <p14:nvPr/>
            </p14:nvContentPartPr>
            <p14:xfrm>
              <a:off x="5101380" y="3212220"/>
              <a:ext cx="270000" cy="13896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BF5A3FA3-76A3-4A17-92C0-FE00158CD4C2}"/>
                  </a:ext>
                </a:extLst>
              </p:cNvPr>
              <p:cNvPicPr/>
              <p:nvPr/>
            </p:nvPicPr>
            <p:blipFill>
              <a:blip r:embed="rId176"/>
              <a:stretch>
                <a:fillRect/>
              </a:stretch>
            </p:blipFill>
            <p:spPr>
              <a:xfrm>
                <a:off x="5092380" y="3203220"/>
                <a:ext cx="287640" cy="15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7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0F00E65E-AB82-44AD-B99E-54531199224B}"/>
                  </a:ext>
                </a:extLst>
              </p14:cNvPr>
              <p14:cNvContentPartPr/>
              <p14:nvPr/>
            </p14:nvContentPartPr>
            <p14:xfrm>
              <a:off x="5160780" y="3573660"/>
              <a:ext cx="293040" cy="105120"/>
            </p14:xfrm>
          </p:contentPart>
        </mc:Choice>
        <mc:Fallback xmlns=""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0F00E65E-AB82-44AD-B99E-54531199224B}"/>
                  </a:ext>
                </a:extLst>
              </p:cNvPr>
              <p:cNvPicPr/>
              <p:nvPr/>
            </p:nvPicPr>
            <p:blipFill>
              <a:blip r:embed="rId178"/>
              <a:stretch>
                <a:fillRect/>
              </a:stretch>
            </p:blipFill>
            <p:spPr>
              <a:xfrm>
                <a:off x="5152140" y="3565020"/>
                <a:ext cx="310680" cy="122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15" name="Group 114">
            <a:extLst>
              <a:ext uri="{FF2B5EF4-FFF2-40B4-BE49-F238E27FC236}">
                <a16:creationId xmlns:a16="http://schemas.microsoft.com/office/drawing/2014/main" id="{18F0FB71-441F-47A7-B607-5EF962CF1186}"/>
              </a:ext>
            </a:extLst>
          </p:cNvPr>
          <p:cNvGrpSpPr/>
          <p:nvPr/>
        </p:nvGrpSpPr>
        <p:grpSpPr>
          <a:xfrm>
            <a:off x="5634540" y="3790380"/>
            <a:ext cx="264960" cy="112680"/>
            <a:chOff x="5634540" y="3790380"/>
            <a:chExt cx="264960" cy="112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D664E50C-3F7E-4E3B-BABD-1BB084569513}"/>
                    </a:ext>
                  </a:extLst>
                </p14:cNvPr>
                <p14:cNvContentPartPr/>
                <p14:nvPr/>
              </p14:nvContentPartPr>
              <p14:xfrm>
                <a:off x="5634540" y="3790380"/>
                <a:ext cx="146520" cy="1872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D664E50C-3F7E-4E3B-BABD-1BB084569513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5625540" y="3781380"/>
                  <a:ext cx="16416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E8C9939C-0774-477A-9DF7-C1995C91BE96}"/>
                    </a:ext>
                  </a:extLst>
                </p14:cNvPr>
                <p14:cNvContentPartPr/>
                <p14:nvPr/>
              </p14:nvContentPartPr>
              <p14:xfrm>
                <a:off x="5673780" y="3885420"/>
                <a:ext cx="225720" cy="1764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E8C9939C-0774-477A-9DF7-C1995C91BE96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5665140" y="3876780"/>
                  <a:ext cx="243360" cy="35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3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DEF98783-C0E5-4B8D-9384-7AC2644752D9}"/>
                  </a:ext>
                </a:extLst>
              </p14:cNvPr>
              <p14:cNvContentPartPr/>
              <p14:nvPr/>
            </p14:nvContentPartPr>
            <p14:xfrm>
              <a:off x="6133140" y="3697140"/>
              <a:ext cx="319320" cy="23220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DEF98783-C0E5-4B8D-9384-7AC2644752D9}"/>
                  </a:ext>
                </a:extLst>
              </p:cNvPr>
              <p:cNvPicPr/>
              <p:nvPr/>
            </p:nvPicPr>
            <p:blipFill>
              <a:blip r:embed="rId184"/>
              <a:stretch>
                <a:fillRect/>
              </a:stretch>
            </p:blipFill>
            <p:spPr>
              <a:xfrm>
                <a:off x="6124500" y="3688500"/>
                <a:ext cx="336960" cy="24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5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4A3361F3-7830-433D-8494-86BFE819F1EF}"/>
                  </a:ext>
                </a:extLst>
              </p14:cNvPr>
              <p14:cNvContentPartPr/>
              <p14:nvPr/>
            </p14:nvContentPartPr>
            <p14:xfrm>
              <a:off x="6858180" y="3365580"/>
              <a:ext cx="254160" cy="1091520"/>
            </p14:xfrm>
          </p:contentPart>
        </mc:Choice>
        <mc:Fallback xmlns=""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4A3361F3-7830-433D-8494-86BFE819F1EF}"/>
                  </a:ext>
                </a:extLst>
              </p:cNvPr>
              <p:cNvPicPr/>
              <p:nvPr/>
            </p:nvPicPr>
            <p:blipFill>
              <a:blip r:embed="rId186"/>
              <a:stretch>
                <a:fillRect/>
              </a:stretch>
            </p:blipFill>
            <p:spPr>
              <a:xfrm>
                <a:off x="6849180" y="3356940"/>
                <a:ext cx="271800" cy="110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7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1F406A58-41D8-44A7-826E-7A81898D82BC}"/>
                  </a:ext>
                </a:extLst>
              </p14:cNvPr>
              <p14:cNvContentPartPr/>
              <p14:nvPr/>
            </p14:nvContentPartPr>
            <p14:xfrm>
              <a:off x="1774620" y="4162620"/>
              <a:ext cx="842760" cy="47160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1F406A58-41D8-44A7-826E-7A81898D82BC}"/>
                  </a:ext>
                </a:extLst>
              </p:cNvPr>
              <p:cNvPicPr/>
              <p:nvPr/>
            </p:nvPicPr>
            <p:blipFill>
              <a:blip r:embed="rId188"/>
              <a:stretch>
                <a:fillRect/>
              </a:stretch>
            </p:blipFill>
            <p:spPr>
              <a:xfrm>
                <a:off x="1765620" y="4153980"/>
                <a:ext cx="860400" cy="64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1" name="Group 130">
            <a:extLst>
              <a:ext uri="{FF2B5EF4-FFF2-40B4-BE49-F238E27FC236}">
                <a16:creationId xmlns:a16="http://schemas.microsoft.com/office/drawing/2014/main" id="{3D69CA9C-03AE-4C30-BEAD-BF999DB8C50D}"/>
              </a:ext>
            </a:extLst>
          </p:cNvPr>
          <p:cNvGrpSpPr/>
          <p:nvPr/>
        </p:nvGrpSpPr>
        <p:grpSpPr>
          <a:xfrm>
            <a:off x="7400700" y="3482580"/>
            <a:ext cx="637560" cy="353160"/>
            <a:chOff x="7400700" y="3482580"/>
            <a:chExt cx="637560" cy="353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A1ADD828-AF5B-47FA-AEA1-6723746FF865}"/>
                    </a:ext>
                  </a:extLst>
                </p14:cNvPr>
                <p14:cNvContentPartPr/>
                <p14:nvPr/>
              </p14:nvContentPartPr>
              <p14:xfrm>
                <a:off x="7400700" y="3482580"/>
                <a:ext cx="140760" cy="27180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A1ADD828-AF5B-47FA-AEA1-6723746FF865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7391700" y="3473580"/>
                  <a:ext cx="15840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A853EDD8-0287-42EE-93A8-DEDE0E228CB2}"/>
                    </a:ext>
                  </a:extLst>
                </p14:cNvPr>
                <p14:cNvContentPartPr/>
                <p14:nvPr/>
              </p14:nvContentPartPr>
              <p14:xfrm>
                <a:off x="7402500" y="3645660"/>
                <a:ext cx="156240" cy="1764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A853EDD8-0287-42EE-93A8-DEDE0E228CB2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7393860" y="3636660"/>
                  <a:ext cx="17388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F1248EA3-A71E-4542-87D2-D6EA5A8C5FF2}"/>
                    </a:ext>
                  </a:extLst>
                </p14:cNvPr>
                <p14:cNvContentPartPr/>
                <p14:nvPr/>
              </p14:nvContentPartPr>
              <p14:xfrm>
                <a:off x="7652700" y="3508860"/>
                <a:ext cx="10800" cy="21600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F1248EA3-A71E-4542-87D2-D6EA5A8C5FF2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7644060" y="3499860"/>
                  <a:ext cx="2844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6C40DEDF-2250-4E07-8522-D3D56482397B}"/>
                    </a:ext>
                  </a:extLst>
                </p14:cNvPr>
                <p14:cNvContentPartPr/>
                <p14:nvPr/>
              </p14:nvContentPartPr>
              <p14:xfrm>
                <a:off x="7725060" y="3571140"/>
                <a:ext cx="150120" cy="16164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6C40DEDF-2250-4E07-8522-D3D56482397B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7716060" y="3562500"/>
                  <a:ext cx="16776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6A230DB9-A8C8-479A-95C3-3A0A552ECE96}"/>
                    </a:ext>
                  </a:extLst>
                </p14:cNvPr>
                <p14:cNvContentPartPr/>
                <p14:nvPr/>
              </p14:nvContentPartPr>
              <p14:xfrm>
                <a:off x="7954020" y="3483660"/>
                <a:ext cx="84240" cy="35208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6A230DB9-A8C8-479A-95C3-3A0A552ECE96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7945020" y="3475020"/>
                  <a:ext cx="101880" cy="369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351D3690-45EA-46A5-B635-F52B48277DEF}"/>
              </a:ext>
            </a:extLst>
          </p:cNvPr>
          <p:cNvGrpSpPr/>
          <p:nvPr/>
        </p:nvGrpSpPr>
        <p:grpSpPr>
          <a:xfrm>
            <a:off x="8261100" y="3529740"/>
            <a:ext cx="860760" cy="304920"/>
            <a:chOff x="8261100" y="3529740"/>
            <a:chExt cx="860760" cy="304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9A72EFBB-E95B-491D-85A6-CBA09090BF8B}"/>
                    </a:ext>
                  </a:extLst>
                </p14:cNvPr>
                <p14:cNvContentPartPr/>
                <p14:nvPr/>
              </p14:nvContentPartPr>
              <p14:xfrm>
                <a:off x="8261100" y="3598860"/>
                <a:ext cx="182160" cy="9144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9A72EFBB-E95B-491D-85A6-CBA09090BF8B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8252100" y="3590220"/>
                  <a:ext cx="19980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FE1EAF42-FA58-4393-8511-6F13BF8B1BBF}"/>
                    </a:ext>
                  </a:extLst>
                </p14:cNvPr>
                <p14:cNvContentPartPr/>
                <p14:nvPr/>
              </p14:nvContentPartPr>
              <p14:xfrm>
                <a:off x="8521020" y="3578700"/>
                <a:ext cx="123120" cy="16776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FE1EAF42-FA58-4393-8511-6F13BF8B1BBF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8512020" y="3570060"/>
                  <a:ext cx="14076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1B2CD854-D625-42E0-82E1-AD4774D9BC64}"/>
                    </a:ext>
                  </a:extLst>
                </p14:cNvPr>
                <p14:cNvContentPartPr/>
                <p14:nvPr/>
              </p14:nvContentPartPr>
              <p14:xfrm>
                <a:off x="8710380" y="3529740"/>
                <a:ext cx="69480" cy="14400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1B2CD854-D625-42E0-82E1-AD4774D9BC64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8701740" y="3520740"/>
                  <a:ext cx="8712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2BF73F65-3902-49C6-ABDF-E42AF7701588}"/>
                    </a:ext>
                  </a:extLst>
                </p14:cNvPr>
                <p14:cNvContentPartPr/>
                <p14:nvPr/>
              </p14:nvContentPartPr>
              <p14:xfrm>
                <a:off x="8787420" y="3599580"/>
                <a:ext cx="80640" cy="7596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2BF73F65-3902-49C6-ABDF-E42AF7701588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8778780" y="3590940"/>
                  <a:ext cx="9828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9E0C50C8-CC3E-4D52-B787-8AB793E0BA29}"/>
                    </a:ext>
                  </a:extLst>
                </p14:cNvPr>
                <p14:cNvContentPartPr/>
                <p14:nvPr/>
              </p14:nvContentPartPr>
              <p14:xfrm>
                <a:off x="8900100" y="3574740"/>
                <a:ext cx="83520" cy="25992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9E0C50C8-CC3E-4D52-B787-8AB793E0BA29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8891100" y="3565740"/>
                  <a:ext cx="10116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A3FAB6EC-4BD8-4228-A9F3-B0D231CB9F23}"/>
                    </a:ext>
                  </a:extLst>
                </p14:cNvPr>
                <p14:cNvContentPartPr/>
                <p14:nvPr/>
              </p14:nvContentPartPr>
              <p14:xfrm>
                <a:off x="9043380" y="3545940"/>
                <a:ext cx="78480" cy="15984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A3FAB6EC-4BD8-4228-A9F3-B0D231CB9F23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9034740" y="3537300"/>
                  <a:ext cx="96120" cy="177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11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07DCDADF-C2B3-4FE2-B38C-9CF72CB80A8C}"/>
                  </a:ext>
                </a:extLst>
              </p14:cNvPr>
              <p14:cNvContentPartPr/>
              <p14:nvPr/>
            </p14:nvContentPartPr>
            <p14:xfrm>
              <a:off x="7566660" y="1030620"/>
              <a:ext cx="300960" cy="38520"/>
            </p14:xfrm>
          </p:contentPart>
        </mc:Choice>
        <mc:Fallback xmlns=""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07DCDADF-C2B3-4FE2-B38C-9CF72CB80A8C}"/>
                  </a:ext>
                </a:extLst>
              </p:cNvPr>
              <p:cNvPicPr/>
              <p:nvPr/>
            </p:nvPicPr>
            <p:blipFill>
              <a:blip r:embed="rId212"/>
              <a:stretch>
                <a:fillRect/>
              </a:stretch>
            </p:blipFill>
            <p:spPr>
              <a:xfrm>
                <a:off x="7558020" y="1021980"/>
                <a:ext cx="318600" cy="5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3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0C0709A9-464D-44DD-85B3-234802DE2ACA}"/>
                  </a:ext>
                </a:extLst>
              </p14:cNvPr>
              <p14:cNvContentPartPr/>
              <p14:nvPr/>
            </p14:nvContentPartPr>
            <p14:xfrm>
              <a:off x="8209980" y="353460"/>
              <a:ext cx="221760" cy="20160"/>
            </p14:xfrm>
          </p:contentPart>
        </mc:Choice>
        <mc:Fallback xmlns=""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0C0709A9-464D-44DD-85B3-234802DE2ACA}"/>
                  </a:ext>
                </a:extLst>
              </p:cNvPr>
              <p:cNvPicPr/>
              <p:nvPr/>
            </p:nvPicPr>
            <p:blipFill>
              <a:blip r:embed="rId214"/>
              <a:stretch>
                <a:fillRect/>
              </a:stretch>
            </p:blipFill>
            <p:spPr>
              <a:xfrm>
                <a:off x="8201340" y="344460"/>
                <a:ext cx="239400" cy="37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43" name="Group 142">
            <a:extLst>
              <a:ext uri="{FF2B5EF4-FFF2-40B4-BE49-F238E27FC236}">
                <a16:creationId xmlns:a16="http://schemas.microsoft.com/office/drawing/2014/main" id="{9F0B476E-77C0-43C3-A85D-077B7129E253}"/>
              </a:ext>
            </a:extLst>
          </p:cNvPr>
          <p:cNvGrpSpPr/>
          <p:nvPr/>
        </p:nvGrpSpPr>
        <p:grpSpPr>
          <a:xfrm>
            <a:off x="6968340" y="2480700"/>
            <a:ext cx="2049480" cy="426240"/>
            <a:chOff x="6968340" y="2480700"/>
            <a:chExt cx="2049480" cy="42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261ADCA5-E075-47D4-82B6-48C445E33743}"/>
                    </a:ext>
                  </a:extLst>
                </p14:cNvPr>
                <p14:cNvContentPartPr/>
                <p14:nvPr/>
              </p14:nvContentPartPr>
              <p14:xfrm>
                <a:off x="7022340" y="2565300"/>
                <a:ext cx="102240" cy="28656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261ADCA5-E075-47D4-82B6-48C445E33743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7013700" y="2556300"/>
                  <a:ext cx="11988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85811A2D-AF5B-4A2F-BA4A-362192DD0EE0}"/>
                    </a:ext>
                  </a:extLst>
                </p14:cNvPr>
                <p14:cNvContentPartPr/>
                <p14:nvPr/>
              </p14:nvContentPartPr>
              <p14:xfrm>
                <a:off x="6968340" y="2739540"/>
                <a:ext cx="187200" cy="1764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85811A2D-AF5B-4A2F-BA4A-362192DD0EE0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6959700" y="2730900"/>
                  <a:ext cx="20484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C6B2C972-16A8-4E0C-B975-5FEF2C23E29F}"/>
                    </a:ext>
                  </a:extLst>
                </p14:cNvPr>
                <p14:cNvContentPartPr/>
                <p14:nvPr/>
              </p14:nvContentPartPr>
              <p14:xfrm>
                <a:off x="7223580" y="2602740"/>
                <a:ext cx="88920" cy="21780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C6B2C972-16A8-4E0C-B975-5FEF2C23E29F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7214580" y="2594100"/>
                  <a:ext cx="10656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9AA3F856-282E-479B-BED7-DA41963FDC3B}"/>
                    </a:ext>
                  </a:extLst>
                </p14:cNvPr>
                <p14:cNvContentPartPr/>
                <p14:nvPr/>
              </p14:nvContentPartPr>
              <p14:xfrm>
                <a:off x="7373700" y="2480700"/>
                <a:ext cx="344880" cy="34776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9AA3F856-282E-479B-BED7-DA41963FDC3B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7364700" y="2471700"/>
                  <a:ext cx="362520" cy="36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BD81DC7D-CDCD-4837-8599-9CC632CEBB7F}"/>
                    </a:ext>
                  </a:extLst>
                </p14:cNvPr>
                <p14:cNvContentPartPr/>
                <p14:nvPr/>
              </p14:nvContentPartPr>
              <p14:xfrm>
                <a:off x="7839540" y="2642700"/>
                <a:ext cx="163080" cy="7056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BD81DC7D-CDCD-4837-8599-9CC632CEBB7F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7830540" y="2633700"/>
                  <a:ext cx="18072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DE72A86F-7F48-40F6-8BEF-4022FB0B211D}"/>
                    </a:ext>
                  </a:extLst>
                </p14:cNvPr>
                <p14:cNvContentPartPr/>
                <p14:nvPr/>
              </p14:nvContentPartPr>
              <p14:xfrm>
                <a:off x="8162100" y="2552700"/>
                <a:ext cx="159840" cy="20664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DE72A86F-7F48-40F6-8BEF-4022FB0B211D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8153460" y="2543700"/>
                  <a:ext cx="17748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D7775B46-BDCC-4AC9-82F6-2253148A0C6F}"/>
                    </a:ext>
                  </a:extLst>
                </p14:cNvPr>
                <p14:cNvContentPartPr/>
                <p14:nvPr/>
              </p14:nvContentPartPr>
              <p14:xfrm>
                <a:off x="8425980" y="2499780"/>
                <a:ext cx="206640" cy="19656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D7775B46-BDCC-4AC9-82F6-2253148A0C6F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8416980" y="2490780"/>
                  <a:ext cx="22428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420017DB-7F50-4064-9BB9-41EC418FDAC5}"/>
                    </a:ext>
                  </a:extLst>
                </p14:cNvPr>
                <p14:cNvContentPartPr/>
                <p14:nvPr/>
              </p14:nvContentPartPr>
              <p14:xfrm>
                <a:off x="8600940" y="2577540"/>
                <a:ext cx="138960" cy="32940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420017DB-7F50-4064-9BB9-41EC418FDAC5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8591940" y="2568540"/>
                  <a:ext cx="156600" cy="34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ACB2625F-A5FA-4094-A48A-09D244B3C166}"/>
                    </a:ext>
                  </a:extLst>
                </p14:cNvPr>
                <p14:cNvContentPartPr/>
                <p14:nvPr/>
              </p14:nvContentPartPr>
              <p14:xfrm>
                <a:off x="8867340" y="2515260"/>
                <a:ext cx="150480" cy="32940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ACB2625F-A5FA-4094-A48A-09D244B3C166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8858700" y="2506620"/>
                  <a:ext cx="168120" cy="347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33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0A091FD8-A463-4565-A730-47C7787E9A36}"/>
                  </a:ext>
                </a:extLst>
              </p14:cNvPr>
              <p14:cNvContentPartPr/>
              <p14:nvPr/>
            </p14:nvContentPartPr>
            <p14:xfrm>
              <a:off x="6222780" y="3983340"/>
              <a:ext cx="424800" cy="46440"/>
            </p14:xfrm>
          </p:contentPart>
        </mc:Choice>
        <mc:Fallback xmlns=""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0A091FD8-A463-4565-A730-47C7787E9A36}"/>
                  </a:ext>
                </a:extLst>
              </p:cNvPr>
              <p:cNvPicPr/>
              <p:nvPr/>
            </p:nvPicPr>
            <p:blipFill>
              <a:blip r:embed="rId234"/>
              <a:stretch>
                <a:fillRect/>
              </a:stretch>
            </p:blipFill>
            <p:spPr>
              <a:xfrm>
                <a:off x="6213780" y="3974700"/>
                <a:ext cx="442440" cy="64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50" name="Group 149">
            <a:extLst>
              <a:ext uri="{FF2B5EF4-FFF2-40B4-BE49-F238E27FC236}">
                <a16:creationId xmlns:a16="http://schemas.microsoft.com/office/drawing/2014/main" id="{1DCD55CD-AC9E-46EE-91CB-64E987D52B03}"/>
              </a:ext>
            </a:extLst>
          </p:cNvPr>
          <p:cNvGrpSpPr/>
          <p:nvPr/>
        </p:nvGrpSpPr>
        <p:grpSpPr>
          <a:xfrm>
            <a:off x="734940" y="1810740"/>
            <a:ext cx="369720" cy="425880"/>
            <a:chOff x="734940" y="1810740"/>
            <a:chExt cx="369720" cy="425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663DD2BD-D2B6-41C6-B353-03426DEE4C09}"/>
                    </a:ext>
                  </a:extLst>
                </p14:cNvPr>
                <p14:cNvContentPartPr/>
                <p14:nvPr/>
              </p14:nvContentPartPr>
              <p14:xfrm>
                <a:off x="919980" y="1991820"/>
                <a:ext cx="36000" cy="14436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663DD2BD-D2B6-41C6-B353-03426DEE4C09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911340" y="1982820"/>
                  <a:ext cx="5364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4DDDE3BA-5ED9-4A7B-B27F-B66E691BFAB7}"/>
                    </a:ext>
                  </a:extLst>
                </p14:cNvPr>
                <p14:cNvContentPartPr/>
                <p14:nvPr/>
              </p14:nvContentPartPr>
              <p14:xfrm>
                <a:off x="734940" y="1810740"/>
                <a:ext cx="369720" cy="42588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4DDDE3BA-5ED9-4A7B-B27F-B66E691BFAB7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725940" y="1801740"/>
                  <a:ext cx="387360" cy="443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970C14C2-A650-4D6C-9D53-470E52A92321}"/>
              </a:ext>
            </a:extLst>
          </p:cNvPr>
          <p:cNvGrpSpPr/>
          <p:nvPr/>
        </p:nvGrpSpPr>
        <p:grpSpPr>
          <a:xfrm>
            <a:off x="908820" y="3699300"/>
            <a:ext cx="477720" cy="527400"/>
            <a:chOff x="908820" y="3699300"/>
            <a:chExt cx="477720" cy="527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82565247-4B1D-4155-A1D5-2A4D32C1F2AF}"/>
                    </a:ext>
                  </a:extLst>
                </p14:cNvPr>
                <p14:cNvContentPartPr/>
                <p14:nvPr/>
              </p14:nvContentPartPr>
              <p14:xfrm>
                <a:off x="1161180" y="3904500"/>
                <a:ext cx="9720" cy="18180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82565247-4B1D-4155-A1D5-2A4D32C1F2AF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1152540" y="3895860"/>
                  <a:ext cx="2736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0B06257F-61C1-48C5-8B36-9B8269B91524}"/>
                    </a:ext>
                  </a:extLst>
                </p14:cNvPr>
                <p14:cNvContentPartPr/>
                <p14:nvPr/>
              </p14:nvContentPartPr>
              <p14:xfrm>
                <a:off x="908820" y="3699300"/>
                <a:ext cx="477720" cy="50436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0B06257F-61C1-48C5-8B36-9B8269B91524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899820" y="3690660"/>
                  <a:ext cx="495360" cy="52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38AD7F77-82AB-4CF4-A06D-97596B1E2E1A}"/>
                    </a:ext>
                  </a:extLst>
                </p14:cNvPr>
                <p14:cNvContentPartPr/>
                <p14:nvPr/>
              </p14:nvContentPartPr>
              <p14:xfrm>
                <a:off x="1012860" y="3877140"/>
                <a:ext cx="335880" cy="34956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38AD7F77-82AB-4CF4-A06D-97596B1E2E1A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1004220" y="3868140"/>
                  <a:ext cx="353520" cy="367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EB77997D-AFFE-4B66-99D8-B9EB0D5338E5}"/>
              </a:ext>
            </a:extLst>
          </p:cNvPr>
          <p:cNvGrpSpPr/>
          <p:nvPr/>
        </p:nvGrpSpPr>
        <p:grpSpPr>
          <a:xfrm>
            <a:off x="6482340" y="3901980"/>
            <a:ext cx="2008080" cy="1118520"/>
            <a:chOff x="6482340" y="3901980"/>
            <a:chExt cx="2008080" cy="1118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B2C962C0-7D66-45DA-9ADB-25535DF2634A}"/>
                    </a:ext>
                  </a:extLst>
                </p14:cNvPr>
                <p14:cNvContentPartPr/>
                <p14:nvPr/>
              </p14:nvContentPartPr>
              <p14:xfrm>
                <a:off x="6482340" y="4090980"/>
                <a:ext cx="370080" cy="33804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B2C962C0-7D66-45DA-9ADB-25535DF2634A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6473700" y="4081980"/>
                  <a:ext cx="387720" cy="35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7537C61A-5174-4E37-BFFC-0029CB4CEB9F}"/>
                    </a:ext>
                  </a:extLst>
                </p14:cNvPr>
                <p14:cNvContentPartPr/>
                <p14:nvPr/>
              </p14:nvContentPartPr>
              <p14:xfrm>
                <a:off x="7514460" y="3901980"/>
                <a:ext cx="564120" cy="63396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7537C61A-5174-4E37-BFFC-0029CB4CEB9F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7505820" y="3893340"/>
                  <a:ext cx="581760" cy="65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FFB954A9-DE28-48B3-ABE0-B94BABDB2252}"/>
                    </a:ext>
                  </a:extLst>
                </p14:cNvPr>
                <p14:cNvContentPartPr/>
                <p14:nvPr/>
              </p14:nvContentPartPr>
              <p14:xfrm>
                <a:off x="6650460" y="4715580"/>
                <a:ext cx="261720" cy="20232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FFB954A9-DE28-48B3-ABE0-B94BABDB2252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6641460" y="4706580"/>
                  <a:ext cx="27936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5670DCB5-0348-4FCC-8E57-71D30AF9753B}"/>
                    </a:ext>
                  </a:extLst>
                </p14:cNvPr>
                <p14:cNvContentPartPr/>
                <p14:nvPr/>
              </p14:nvContentPartPr>
              <p14:xfrm>
                <a:off x="7012620" y="4623420"/>
                <a:ext cx="140040" cy="27252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5670DCB5-0348-4FCC-8E57-71D30AF9753B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7003980" y="4614780"/>
                  <a:ext cx="15768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9419E22B-7B48-452D-8720-F5FF741F1897}"/>
                    </a:ext>
                  </a:extLst>
                </p14:cNvPr>
                <p14:cNvContentPartPr/>
                <p14:nvPr/>
              </p14:nvContentPartPr>
              <p14:xfrm>
                <a:off x="7260660" y="4679940"/>
                <a:ext cx="192240" cy="20304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9419E22B-7B48-452D-8720-F5FF741F1897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7252020" y="4670940"/>
                  <a:ext cx="20988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8E119471-979D-47AE-BE46-75034A8E9876}"/>
                    </a:ext>
                  </a:extLst>
                </p14:cNvPr>
                <p14:cNvContentPartPr/>
                <p14:nvPr/>
              </p14:nvContentPartPr>
              <p14:xfrm>
                <a:off x="7495740" y="4612260"/>
                <a:ext cx="219960" cy="22788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8E119471-979D-47AE-BE46-75034A8E9876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7487100" y="4603620"/>
                  <a:ext cx="23760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D39481CA-1596-4B9E-834E-A54BAB142765}"/>
                    </a:ext>
                  </a:extLst>
                </p14:cNvPr>
                <p14:cNvContentPartPr/>
                <p14:nvPr/>
              </p14:nvContentPartPr>
              <p14:xfrm>
                <a:off x="7880580" y="4713060"/>
                <a:ext cx="85320" cy="24876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D39481CA-1596-4B9E-834E-A54BAB142765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7871580" y="4704420"/>
                  <a:ext cx="10296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40320ECF-6307-4D82-8214-66A377A0ECD2}"/>
                    </a:ext>
                  </a:extLst>
                </p14:cNvPr>
                <p14:cNvContentPartPr/>
                <p14:nvPr/>
              </p14:nvContentPartPr>
              <p14:xfrm>
                <a:off x="8131140" y="4643580"/>
                <a:ext cx="171720" cy="17532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40320ECF-6307-4D82-8214-66A377A0ECD2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8122140" y="4634580"/>
                  <a:ext cx="18936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1A6B8640-F090-4D25-BC89-66599D70BEB5}"/>
                    </a:ext>
                  </a:extLst>
                </p14:cNvPr>
                <p14:cNvContentPartPr/>
                <p14:nvPr/>
              </p14:nvContentPartPr>
              <p14:xfrm>
                <a:off x="8330220" y="4355940"/>
                <a:ext cx="160200" cy="49932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1A6B8640-F090-4D25-BC89-66599D70BEB5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8321580" y="4346940"/>
                  <a:ext cx="177840" cy="51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6DACD9C1-BE9E-4E60-A873-5855FAD4CA8D}"/>
                    </a:ext>
                  </a:extLst>
                </p14:cNvPr>
                <p14:cNvContentPartPr/>
                <p14:nvPr/>
              </p14:nvContentPartPr>
              <p14:xfrm>
                <a:off x="7056180" y="4897020"/>
                <a:ext cx="1264320" cy="12348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6DACD9C1-BE9E-4E60-A873-5855FAD4CA8D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7047180" y="4888380"/>
                  <a:ext cx="1281960" cy="14112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61E85-34E9-495B-9598-5C1A07ADA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Problem 2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6EF6FA-CC63-4E76-A84D-6393C53EBC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IN" dirty="0"/>
              <a:t>T(n) = 2T(n/2) + n^2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240663C-C15D-40FE-A765-553141C1FC93}"/>
                  </a:ext>
                </a:extLst>
              </p14:cNvPr>
              <p14:cNvContentPartPr/>
              <p14:nvPr/>
            </p14:nvContentPartPr>
            <p14:xfrm>
              <a:off x="2536380" y="1072020"/>
              <a:ext cx="225720" cy="10843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240663C-C15D-40FE-A765-553141C1FC9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27380" y="1063020"/>
                <a:ext cx="243360" cy="1101960"/>
              </a:xfrm>
              <a:prstGeom prst="rect">
                <a:avLst/>
              </a:prstGeom>
            </p:spPr>
          </p:pic>
        </mc:Fallback>
      </mc:AlternateContent>
      <p:grpSp>
        <p:nvGrpSpPr>
          <p:cNvPr id="22" name="Group 21">
            <a:extLst>
              <a:ext uri="{FF2B5EF4-FFF2-40B4-BE49-F238E27FC236}">
                <a16:creationId xmlns:a16="http://schemas.microsoft.com/office/drawing/2014/main" id="{27604188-29D0-4D39-AE20-EF77AB470C33}"/>
              </a:ext>
            </a:extLst>
          </p:cNvPr>
          <p:cNvGrpSpPr/>
          <p:nvPr/>
        </p:nvGrpSpPr>
        <p:grpSpPr>
          <a:xfrm>
            <a:off x="978300" y="1001820"/>
            <a:ext cx="1749600" cy="1382040"/>
            <a:chOff x="978300" y="1001820"/>
            <a:chExt cx="1749600" cy="1382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C4315320-D95C-42DB-ACFB-BC698AA17A72}"/>
                    </a:ext>
                  </a:extLst>
                </p14:cNvPr>
                <p14:cNvContentPartPr/>
                <p14:nvPr/>
              </p14:nvContentPartPr>
              <p14:xfrm>
                <a:off x="2585340" y="1001820"/>
                <a:ext cx="109800" cy="13237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C4315320-D95C-42DB-ACFB-BC698AA17A72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576340" y="993180"/>
                  <a:ext cx="127440" cy="134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E4D9CB80-BF31-4E3A-9E2D-D0D3292F348F}"/>
                    </a:ext>
                  </a:extLst>
                </p14:cNvPr>
                <p14:cNvContentPartPr/>
                <p14:nvPr/>
              </p14:nvContentPartPr>
              <p14:xfrm>
                <a:off x="2651580" y="1207380"/>
                <a:ext cx="55440" cy="11764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E4D9CB80-BF31-4E3A-9E2D-D0D3292F348F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642940" y="1198740"/>
                  <a:ext cx="73080" cy="11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208C7EDB-41E5-4CE8-AC4E-D24B9079C22B}"/>
                    </a:ext>
                  </a:extLst>
                </p14:cNvPr>
                <p14:cNvContentPartPr/>
                <p14:nvPr/>
              </p14:nvContentPartPr>
              <p14:xfrm>
                <a:off x="2641140" y="1214220"/>
                <a:ext cx="86760" cy="10839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208C7EDB-41E5-4CE8-AC4E-D24B9079C22B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632500" y="1205580"/>
                  <a:ext cx="104400" cy="11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3627CA73-2831-46AA-85D1-EC53A8DE7DCE}"/>
                    </a:ext>
                  </a:extLst>
                </p14:cNvPr>
                <p14:cNvContentPartPr/>
                <p14:nvPr/>
              </p14:nvContentPartPr>
              <p14:xfrm>
                <a:off x="2666700" y="1324380"/>
                <a:ext cx="52920" cy="9723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3627CA73-2831-46AA-85D1-EC53A8DE7DCE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658060" y="1315380"/>
                  <a:ext cx="70560" cy="9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81208116-461B-410F-871D-82F15591003E}"/>
                    </a:ext>
                  </a:extLst>
                </p14:cNvPr>
                <p14:cNvContentPartPr/>
                <p14:nvPr/>
              </p14:nvContentPartPr>
              <p14:xfrm>
                <a:off x="978300" y="1833420"/>
                <a:ext cx="346680" cy="1584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81208116-461B-410F-871D-82F15591003E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969300" y="1824420"/>
                  <a:ext cx="36432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969E3528-64CB-4265-9A3D-8B0807BA65DE}"/>
                    </a:ext>
                  </a:extLst>
                </p14:cNvPr>
                <p14:cNvContentPartPr/>
                <p14:nvPr/>
              </p14:nvContentPartPr>
              <p14:xfrm>
                <a:off x="1333260" y="1819740"/>
                <a:ext cx="116280" cy="97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969E3528-64CB-4265-9A3D-8B0807BA65DE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324260" y="1811100"/>
                  <a:ext cx="13392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581E329-102D-487D-80B3-C13CD222DC2C}"/>
                    </a:ext>
                  </a:extLst>
                </p14:cNvPr>
                <p14:cNvContentPartPr/>
                <p14:nvPr/>
              </p14:nvContentPartPr>
              <p14:xfrm>
                <a:off x="1407780" y="1824780"/>
                <a:ext cx="25920" cy="1339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581E329-102D-487D-80B3-C13CD222DC2C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398780" y="1816140"/>
                  <a:ext cx="4356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A115B493-3129-412A-A5AC-A971DC1057F5}"/>
                    </a:ext>
                  </a:extLst>
                </p14:cNvPr>
                <p14:cNvContentPartPr/>
                <p14:nvPr/>
              </p14:nvContentPartPr>
              <p14:xfrm>
                <a:off x="1526580" y="1750620"/>
                <a:ext cx="117000" cy="3866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A115B493-3129-412A-A5AC-A971DC1057F5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517580" y="1741620"/>
                  <a:ext cx="134640" cy="40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437E09CF-4957-4E49-BC65-4A44BFDA7EC9}"/>
                    </a:ext>
                  </a:extLst>
                </p14:cNvPr>
                <p14:cNvContentPartPr/>
                <p14:nvPr/>
              </p14:nvContentPartPr>
              <p14:xfrm>
                <a:off x="1656540" y="1797060"/>
                <a:ext cx="122760" cy="1630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437E09CF-4957-4E49-BC65-4A44BFDA7EC9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647540" y="1788420"/>
                  <a:ext cx="14040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CFC0FD0C-6E1F-46A0-B968-D680333531C3}"/>
                    </a:ext>
                  </a:extLst>
                </p14:cNvPr>
                <p14:cNvContentPartPr/>
                <p14:nvPr/>
              </p14:nvContentPartPr>
              <p14:xfrm>
                <a:off x="1667340" y="2011260"/>
                <a:ext cx="163080" cy="201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CFC0FD0C-6E1F-46A0-B968-D680333531C3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658340" y="2002260"/>
                  <a:ext cx="18072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5EEE53B-5E52-460F-9216-D994161FC775}"/>
                    </a:ext>
                  </a:extLst>
                </p14:cNvPr>
                <p14:cNvContentPartPr/>
                <p14:nvPr/>
              </p14:nvContentPartPr>
              <p14:xfrm>
                <a:off x="1760220" y="2036460"/>
                <a:ext cx="99360" cy="1591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5EEE53B-5E52-460F-9216-D994161FC775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751580" y="2027460"/>
                  <a:ext cx="11700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C7ECB487-DF24-4728-BFBF-50A072E669EC}"/>
                    </a:ext>
                  </a:extLst>
                </p14:cNvPr>
                <p14:cNvContentPartPr/>
                <p14:nvPr/>
              </p14:nvContentPartPr>
              <p14:xfrm>
                <a:off x="1965420" y="1803180"/>
                <a:ext cx="344880" cy="4334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C7ECB487-DF24-4728-BFBF-50A072E669EC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956780" y="1794540"/>
                  <a:ext cx="362520" cy="45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2A35B3B2-5E6C-4E43-89C9-AF095ADFF580}"/>
                    </a:ext>
                  </a:extLst>
                </p14:cNvPr>
                <p14:cNvContentPartPr/>
                <p14:nvPr/>
              </p14:nvContentPartPr>
              <p14:xfrm>
                <a:off x="2237940" y="1844940"/>
                <a:ext cx="21600" cy="1710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2A35B3B2-5E6C-4E43-89C9-AF095ADFF580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228940" y="1835940"/>
                  <a:ext cx="3924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F522BC3-706F-458B-96DD-FABFD2C29810}"/>
                    </a:ext>
                  </a:extLst>
                </p14:cNvPr>
                <p14:cNvContentPartPr/>
                <p14:nvPr/>
              </p14:nvContentPartPr>
              <p14:xfrm>
                <a:off x="2386980" y="1779780"/>
                <a:ext cx="95040" cy="2232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8F522BC3-706F-458B-96DD-FABFD2C29810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377980" y="1770780"/>
                  <a:ext cx="11268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33BFBD19-9CA2-4CFE-9046-54BE484353A4}"/>
                    </a:ext>
                  </a:extLst>
                </p14:cNvPr>
                <p14:cNvContentPartPr/>
                <p14:nvPr/>
              </p14:nvContentPartPr>
              <p14:xfrm>
                <a:off x="2462220" y="1856100"/>
                <a:ext cx="45720" cy="1328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33BFBD19-9CA2-4CFE-9046-54BE484353A4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2453220" y="1847460"/>
                  <a:ext cx="6336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76F18E98-6197-4534-90B2-85CCF724B422}"/>
                    </a:ext>
                  </a:extLst>
                </p14:cNvPr>
                <p14:cNvContentPartPr/>
                <p14:nvPr/>
              </p14:nvContentPartPr>
              <p14:xfrm>
                <a:off x="2498580" y="1779780"/>
                <a:ext cx="85320" cy="3232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76F18E98-6197-4534-90B2-85CCF724B422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2489580" y="1771140"/>
                  <a:ext cx="102960" cy="340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1F24BC5-FDD9-4B39-80E9-017202BA4D93}"/>
              </a:ext>
            </a:extLst>
          </p:cNvPr>
          <p:cNvGrpSpPr/>
          <p:nvPr/>
        </p:nvGrpSpPr>
        <p:grpSpPr>
          <a:xfrm>
            <a:off x="1204740" y="2573220"/>
            <a:ext cx="968760" cy="240480"/>
            <a:chOff x="1204740" y="2573220"/>
            <a:chExt cx="968760" cy="240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05141165-409A-4573-8868-76505CCC6274}"/>
                    </a:ext>
                  </a:extLst>
                </p14:cNvPr>
                <p14:cNvContentPartPr/>
                <p14:nvPr/>
              </p14:nvContentPartPr>
              <p14:xfrm>
                <a:off x="1204740" y="2644140"/>
                <a:ext cx="328320" cy="1695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05141165-409A-4573-8868-76505CCC6274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195740" y="2635500"/>
                  <a:ext cx="34596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80C9630-09BD-4CC9-80A8-A9643AC47FD0}"/>
                    </a:ext>
                  </a:extLst>
                </p14:cNvPr>
                <p14:cNvContentPartPr/>
                <p14:nvPr/>
              </p14:nvContentPartPr>
              <p14:xfrm>
                <a:off x="1590300" y="2669340"/>
                <a:ext cx="145800" cy="140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80C9630-09BD-4CC9-80A8-A9643AC47FD0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581300" y="2660700"/>
                  <a:ext cx="16344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A25CF4F9-6F19-473C-9563-C4EB9BD60870}"/>
                    </a:ext>
                  </a:extLst>
                </p14:cNvPr>
                <p14:cNvContentPartPr/>
                <p14:nvPr/>
              </p14:nvContentPartPr>
              <p14:xfrm>
                <a:off x="1634580" y="2752500"/>
                <a:ext cx="135000" cy="133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A25CF4F9-6F19-473C-9563-C4EB9BD60870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625580" y="2743860"/>
                  <a:ext cx="15264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571B6028-E7E7-45F6-B9CF-416A79525607}"/>
                    </a:ext>
                  </a:extLst>
                </p14:cNvPr>
                <p14:cNvContentPartPr/>
                <p14:nvPr/>
              </p14:nvContentPartPr>
              <p14:xfrm>
                <a:off x="1922940" y="2573220"/>
                <a:ext cx="250560" cy="1803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571B6028-E7E7-45F6-B9CF-416A79525607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914300" y="2564220"/>
                  <a:ext cx="268200" cy="19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B85A76E0-06B6-43B2-9F33-0E09051109ED}"/>
                  </a:ext>
                </a:extLst>
              </p14:cNvPr>
              <p14:cNvContentPartPr/>
              <p14:nvPr/>
            </p14:nvContentPartPr>
            <p14:xfrm>
              <a:off x="1418940" y="3052380"/>
              <a:ext cx="208080" cy="24984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B85A76E0-06B6-43B2-9F33-0E09051109ED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1409940" y="3043380"/>
                <a:ext cx="225720" cy="267480"/>
              </a:xfrm>
              <a:prstGeom prst="rect">
                <a:avLst/>
              </a:prstGeom>
            </p:spPr>
          </p:pic>
        </mc:Fallback>
      </mc:AlternateContent>
      <p:grpSp>
        <p:nvGrpSpPr>
          <p:cNvPr id="31" name="Group 30">
            <a:extLst>
              <a:ext uri="{FF2B5EF4-FFF2-40B4-BE49-F238E27FC236}">
                <a16:creationId xmlns:a16="http://schemas.microsoft.com/office/drawing/2014/main" id="{9F51E5FB-8792-4D99-A44D-FF045B0BF40E}"/>
              </a:ext>
            </a:extLst>
          </p:cNvPr>
          <p:cNvGrpSpPr/>
          <p:nvPr/>
        </p:nvGrpSpPr>
        <p:grpSpPr>
          <a:xfrm>
            <a:off x="1818180" y="3068220"/>
            <a:ext cx="578880" cy="216720"/>
            <a:chOff x="1818180" y="3068220"/>
            <a:chExt cx="578880" cy="216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F3419B72-CE67-46E9-A31E-1924812BF558}"/>
                    </a:ext>
                  </a:extLst>
                </p14:cNvPr>
                <p14:cNvContentPartPr/>
                <p14:nvPr/>
              </p14:nvContentPartPr>
              <p14:xfrm>
                <a:off x="1818180" y="3191700"/>
                <a:ext cx="150480" cy="97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F3419B72-CE67-46E9-A31E-1924812BF558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809540" y="3183060"/>
                  <a:ext cx="16812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A5539268-CD62-4CAB-9416-7FDFD1181790}"/>
                    </a:ext>
                  </a:extLst>
                </p14:cNvPr>
                <p14:cNvContentPartPr/>
                <p14:nvPr/>
              </p14:nvContentPartPr>
              <p14:xfrm>
                <a:off x="1858860" y="3266220"/>
                <a:ext cx="152280" cy="187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A5539268-CD62-4CAB-9416-7FDFD1181790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849860" y="3257580"/>
                  <a:ext cx="16992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D88A3B3-A5F5-484F-9CF2-6EC352AC5D11}"/>
                    </a:ext>
                  </a:extLst>
                </p14:cNvPr>
                <p14:cNvContentPartPr/>
                <p14:nvPr/>
              </p14:nvContentPartPr>
              <p14:xfrm>
                <a:off x="2107980" y="3068220"/>
                <a:ext cx="289080" cy="2116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D88A3B3-A5F5-484F-9CF2-6EC352AC5D11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2099340" y="3059580"/>
                  <a:ext cx="306720" cy="229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EC9BB6E5-7887-44C2-8650-C1E71573A991}"/>
              </a:ext>
            </a:extLst>
          </p:cNvPr>
          <p:cNvGrpSpPr/>
          <p:nvPr/>
        </p:nvGrpSpPr>
        <p:grpSpPr>
          <a:xfrm>
            <a:off x="2079180" y="3661140"/>
            <a:ext cx="1311120" cy="598320"/>
            <a:chOff x="2079180" y="3661140"/>
            <a:chExt cx="1311120" cy="598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4680817E-5295-477A-BE5F-8F9764E4D52C}"/>
                    </a:ext>
                  </a:extLst>
                </p14:cNvPr>
                <p14:cNvContentPartPr/>
                <p14:nvPr/>
              </p14:nvContentPartPr>
              <p14:xfrm>
                <a:off x="2079180" y="4008900"/>
                <a:ext cx="372960" cy="2505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4680817E-5295-477A-BE5F-8F9764E4D52C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2070180" y="3999900"/>
                  <a:ext cx="39060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3D9DA9A6-F52E-4FFD-B6D7-D7FC055108B7}"/>
                    </a:ext>
                  </a:extLst>
                </p14:cNvPr>
                <p14:cNvContentPartPr/>
                <p14:nvPr/>
              </p14:nvContentPartPr>
              <p14:xfrm>
                <a:off x="2561940" y="3760140"/>
                <a:ext cx="252720" cy="1972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3D9DA9A6-F52E-4FFD-B6D7-D7FC055108B7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2552940" y="3751140"/>
                  <a:ext cx="27036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30E5FD00-CB09-4BF6-ABBC-9048497516CB}"/>
                    </a:ext>
                  </a:extLst>
                </p14:cNvPr>
                <p14:cNvContentPartPr/>
                <p14:nvPr/>
              </p14:nvContentPartPr>
              <p14:xfrm>
                <a:off x="2910420" y="3780300"/>
                <a:ext cx="99720" cy="3340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30E5FD00-CB09-4BF6-ABBC-9048497516CB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2901780" y="3771660"/>
                  <a:ext cx="117360" cy="35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CEF556B9-10CC-46A7-A190-536BE221FF5B}"/>
                    </a:ext>
                  </a:extLst>
                </p14:cNvPr>
                <p14:cNvContentPartPr/>
                <p14:nvPr/>
              </p14:nvContentPartPr>
              <p14:xfrm>
                <a:off x="3191220" y="3661140"/>
                <a:ext cx="199080" cy="15048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CEF556B9-10CC-46A7-A190-536BE221FF5B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3182220" y="3652140"/>
                  <a:ext cx="21672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C44CC0D6-10E4-4AF0-8B0B-2FFA86915306}"/>
                    </a:ext>
                  </a:extLst>
                </p14:cNvPr>
                <p14:cNvContentPartPr/>
                <p14:nvPr/>
              </p14:nvContentPartPr>
              <p14:xfrm>
                <a:off x="3153060" y="3890100"/>
                <a:ext cx="140040" cy="1756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C44CC0D6-10E4-4AF0-8B0B-2FFA86915306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3144060" y="3881100"/>
                  <a:ext cx="157680" cy="193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F7FFA167-5260-4E09-9540-F1E58633BA4D}"/>
              </a:ext>
            </a:extLst>
          </p:cNvPr>
          <p:cNvGrpSpPr/>
          <p:nvPr/>
        </p:nvGrpSpPr>
        <p:grpSpPr>
          <a:xfrm>
            <a:off x="3739500" y="4175940"/>
            <a:ext cx="203400" cy="124200"/>
            <a:chOff x="3739500" y="4175940"/>
            <a:chExt cx="203400" cy="124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086AFD85-CDD0-4B43-A2F4-890B370FE74F}"/>
                    </a:ext>
                  </a:extLst>
                </p14:cNvPr>
                <p14:cNvContentPartPr/>
                <p14:nvPr/>
              </p14:nvContentPartPr>
              <p14:xfrm>
                <a:off x="3739500" y="4175940"/>
                <a:ext cx="151560" cy="212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086AFD85-CDD0-4B43-A2F4-890B370FE74F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3730500" y="4166940"/>
                  <a:ext cx="16920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DB147E7A-C052-4433-8A30-F4912F600149}"/>
                    </a:ext>
                  </a:extLst>
                </p14:cNvPr>
                <p14:cNvContentPartPr/>
                <p14:nvPr/>
              </p14:nvContentPartPr>
              <p14:xfrm>
                <a:off x="3775140" y="4274580"/>
                <a:ext cx="167760" cy="255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DB147E7A-C052-4433-8A30-F4912F600149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3766140" y="4265580"/>
                  <a:ext cx="185400" cy="43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78B8E790-6F9F-4323-B02A-BE37EE61FFB7}"/>
              </a:ext>
            </a:extLst>
          </p:cNvPr>
          <p:cNvGrpSpPr/>
          <p:nvPr/>
        </p:nvGrpSpPr>
        <p:grpSpPr>
          <a:xfrm>
            <a:off x="4234140" y="3603180"/>
            <a:ext cx="1347120" cy="678600"/>
            <a:chOff x="4234140" y="3603180"/>
            <a:chExt cx="1347120" cy="678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4C0D777D-3D8E-4BEC-8DD8-05CEB8DD9880}"/>
                    </a:ext>
                  </a:extLst>
                </p14:cNvPr>
                <p14:cNvContentPartPr/>
                <p14:nvPr/>
              </p14:nvContentPartPr>
              <p14:xfrm>
                <a:off x="4234140" y="4041300"/>
                <a:ext cx="294480" cy="2160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4C0D777D-3D8E-4BEC-8DD8-05CEB8DD9880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4225140" y="4032660"/>
                  <a:ext cx="31212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6586ECE7-3EC7-4DE6-9E43-21C49ED7A0F9}"/>
                    </a:ext>
                  </a:extLst>
                </p14:cNvPr>
                <p14:cNvContentPartPr/>
                <p14:nvPr/>
              </p14:nvContentPartPr>
              <p14:xfrm>
                <a:off x="4582260" y="3728820"/>
                <a:ext cx="246240" cy="2134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6586ECE7-3EC7-4DE6-9E43-21C49ED7A0F9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4573620" y="3719820"/>
                  <a:ext cx="26388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C58D25BC-E015-46E8-812A-A72935B21259}"/>
                    </a:ext>
                  </a:extLst>
                </p14:cNvPr>
                <p14:cNvContentPartPr/>
                <p14:nvPr/>
              </p14:nvContentPartPr>
              <p14:xfrm>
                <a:off x="4890780" y="3784260"/>
                <a:ext cx="108720" cy="3448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C58D25BC-E015-46E8-812A-A72935B21259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4882140" y="3775260"/>
                  <a:ext cx="126360" cy="36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BE70BE1E-3F15-445A-B34A-B7E3C98F4F62}"/>
                    </a:ext>
                  </a:extLst>
                </p14:cNvPr>
                <p14:cNvContentPartPr/>
                <p14:nvPr/>
              </p14:nvContentPartPr>
              <p14:xfrm>
                <a:off x="5131260" y="3603180"/>
                <a:ext cx="152280" cy="1339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BE70BE1E-3F15-445A-B34A-B7E3C98F4F62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5122260" y="3594540"/>
                  <a:ext cx="16992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DA12612C-2548-47D3-AAAB-04F2AF6150AF}"/>
                    </a:ext>
                  </a:extLst>
                </p14:cNvPr>
                <p14:cNvContentPartPr/>
                <p14:nvPr/>
              </p14:nvContentPartPr>
              <p14:xfrm>
                <a:off x="5127660" y="3971460"/>
                <a:ext cx="146520" cy="1051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DA12612C-2548-47D3-AAAB-04F2AF6150AF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5118660" y="3962460"/>
                  <a:ext cx="16416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4EE054F3-DBFE-4305-94D1-37AC355224A1}"/>
                    </a:ext>
                  </a:extLst>
                </p14:cNvPr>
                <p14:cNvContentPartPr/>
                <p14:nvPr/>
              </p14:nvContentPartPr>
              <p14:xfrm>
                <a:off x="5434380" y="4174860"/>
                <a:ext cx="140040" cy="187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4EE054F3-DBFE-4305-94D1-37AC355224A1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5425380" y="4166220"/>
                  <a:ext cx="15768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F0EDF6CD-B534-4D96-A319-AC98E87F24EC}"/>
                    </a:ext>
                  </a:extLst>
                </p14:cNvPr>
                <p14:cNvContentPartPr/>
                <p14:nvPr/>
              </p14:nvContentPartPr>
              <p14:xfrm>
                <a:off x="5414220" y="4280700"/>
                <a:ext cx="167040" cy="108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F0EDF6CD-B534-4D96-A319-AC98E87F24EC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5405220" y="4271700"/>
                  <a:ext cx="184680" cy="18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BB338BFA-01CC-48D4-A064-B4B71EB594E8}"/>
                  </a:ext>
                </a:extLst>
              </p14:cNvPr>
              <p14:cNvContentPartPr/>
              <p14:nvPr/>
            </p14:nvContentPartPr>
            <p14:xfrm>
              <a:off x="5860620" y="4016460"/>
              <a:ext cx="327600" cy="25776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BB338BFA-01CC-48D4-A064-B4B71EB594E8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5851980" y="4007460"/>
                <a:ext cx="345240" cy="275400"/>
              </a:xfrm>
              <a:prstGeom prst="rect">
                <a:avLst/>
              </a:prstGeom>
            </p:spPr>
          </p:pic>
        </mc:Fallback>
      </mc:AlternateContent>
      <p:grpSp>
        <p:nvGrpSpPr>
          <p:cNvPr id="58" name="Group 57">
            <a:extLst>
              <a:ext uri="{FF2B5EF4-FFF2-40B4-BE49-F238E27FC236}">
                <a16:creationId xmlns:a16="http://schemas.microsoft.com/office/drawing/2014/main" id="{D68AF361-A841-4944-98E6-540E8132F68C}"/>
              </a:ext>
            </a:extLst>
          </p:cNvPr>
          <p:cNvGrpSpPr/>
          <p:nvPr/>
        </p:nvGrpSpPr>
        <p:grpSpPr>
          <a:xfrm>
            <a:off x="3517020" y="1024500"/>
            <a:ext cx="1204560" cy="594720"/>
            <a:chOff x="3517020" y="1024500"/>
            <a:chExt cx="1204560" cy="594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9218D047-77E9-4FC2-A41C-5B6671F1ACB7}"/>
                    </a:ext>
                  </a:extLst>
                </p14:cNvPr>
                <p14:cNvContentPartPr/>
                <p14:nvPr/>
              </p14:nvContentPartPr>
              <p14:xfrm>
                <a:off x="3517020" y="1391700"/>
                <a:ext cx="327600" cy="2275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9218D047-77E9-4FC2-A41C-5B6671F1ACB7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3508380" y="1382700"/>
                  <a:ext cx="34524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6312730D-88A5-4CBE-A97D-FFB284B7ECD9}"/>
                    </a:ext>
                  </a:extLst>
                </p14:cNvPr>
                <p14:cNvContentPartPr/>
                <p14:nvPr/>
              </p14:nvContentPartPr>
              <p14:xfrm>
                <a:off x="3909780" y="1135380"/>
                <a:ext cx="294840" cy="2660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6312730D-88A5-4CBE-A97D-FFB284B7ECD9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3900780" y="1126740"/>
                  <a:ext cx="31248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0A14E536-088C-4AF3-AAD1-3DA41785E97D}"/>
                    </a:ext>
                  </a:extLst>
                </p14:cNvPr>
                <p14:cNvContentPartPr/>
                <p14:nvPr/>
              </p14:nvContentPartPr>
              <p14:xfrm>
                <a:off x="4280220" y="1183260"/>
                <a:ext cx="168840" cy="3531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0A14E536-088C-4AF3-AAD1-3DA41785E97D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4271220" y="1174260"/>
                  <a:ext cx="186480" cy="37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7C012AE3-DFC9-44DB-8C04-600B335AFADD}"/>
                    </a:ext>
                  </a:extLst>
                </p14:cNvPr>
                <p14:cNvContentPartPr/>
                <p14:nvPr/>
              </p14:nvContentPartPr>
              <p14:xfrm>
                <a:off x="4544460" y="1309260"/>
                <a:ext cx="90360" cy="828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7C012AE3-DFC9-44DB-8C04-600B335AFADD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4535460" y="1300620"/>
                  <a:ext cx="10800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64FE81F4-AEB3-42EB-A3AA-082546ED1C89}"/>
                    </a:ext>
                  </a:extLst>
                </p14:cNvPr>
                <p14:cNvContentPartPr/>
                <p14:nvPr/>
              </p14:nvContentPartPr>
              <p14:xfrm>
                <a:off x="4517100" y="1208100"/>
                <a:ext cx="29160" cy="1393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64FE81F4-AEB3-42EB-A3AA-082546ED1C89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4508100" y="1199100"/>
                  <a:ext cx="4680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7F098C6C-0CEF-443D-A95B-4195E52AB1A1}"/>
                    </a:ext>
                  </a:extLst>
                </p14:cNvPr>
                <p14:cNvContentPartPr/>
                <p14:nvPr/>
              </p14:nvContentPartPr>
              <p14:xfrm>
                <a:off x="4567140" y="1024500"/>
                <a:ext cx="154440" cy="1512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7F098C6C-0CEF-443D-A95B-4195E52AB1A1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4558140" y="1015860"/>
                  <a:ext cx="172080" cy="168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D0CC6547-D167-451D-9CD4-E9C6B95C14E4}"/>
                  </a:ext>
                </a:extLst>
              </p14:cNvPr>
              <p14:cNvContentPartPr/>
              <p14:nvPr/>
            </p14:nvContentPartPr>
            <p14:xfrm>
              <a:off x="5114340" y="870780"/>
              <a:ext cx="127800" cy="97272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D0CC6547-D167-451D-9CD4-E9C6B95C14E4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5105340" y="862140"/>
                <a:ext cx="145440" cy="990360"/>
              </a:xfrm>
              <a:prstGeom prst="rect">
                <a:avLst/>
              </a:prstGeom>
            </p:spPr>
          </p:pic>
        </mc:Fallback>
      </mc:AlternateContent>
      <p:grpSp>
        <p:nvGrpSpPr>
          <p:cNvPr id="64" name="Group 63">
            <a:extLst>
              <a:ext uri="{FF2B5EF4-FFF2-40B4-BE49-F238E27FC236}">
                <a16:creationId xmlns:a16="http://schemas.microsoft.com/office/drawing/2014/main" id="{5C8B9DD7-9591-4981-9C54-9AFAD6270BD6}"/>
              </a:ext>
            </a:extLst>
          </p:cNvPr>
          <p:cNvGrpSpPr/>
          <p:nvPr/>
        </p:nvGrpSpPr>
        <p:grpSpPr>
          <a:xfrm>
            <a:off x="5578380" y="1025580"/>
            <a:ext cx="620280" cy="407520"/>
            <a:chOff x="5578380" y="1025580"/>
            <a:chExt cx="620280" cy="407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687C0638-3502-46EA-AFB0-3303B33DBFCD}"/>
                    </a:ext>
                  </a:extLst>
                </p14:cNvPr>
                <p14:cNvContentPartPr/>
                <p14:nvPr/>
              </p14:nvContentPartPr>
              <p14:xfrm>
                <a:off x="5578380" y="1082460"/>
                <a:ext cx="119880" cy="3045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687C0638-3502-46EA-AFB0-3303B33DBFCD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5569740" y="1073820"/>
                  <a:ext cx="13752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1C3A529F-7984-4B8E-BBA9-07368AFE2D96}"/>
                    </a:ext>
                  </a:extLst>
                </p14:cNvPr>
                <p14:cNvContentPartPr/>
                <p14:nvPr/>
              </p14:nvContentPartPr>
              <p14:xfrm>
                <a:off x="5588100" y="1263540"/>
                <a:ext cx="114840" cy="237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1C3A529F-7984-4B8E-BBA9-07368AFE2D96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5579460" y="1254900"/>
                  <a:ext cx="13248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73C01B9A-71C4-4873-83AD-9756B3DC544E}"/>
                    </a:ext>
                  </a:extLst>
                </p14:cNvPr>
                <p14:cNvContentPartPr/>
                <p14:nvPr/>
              </p14:nvContentPartPr>
              <p14:xfrm>
                <a:off x="5750820" y="1129260"/>
                <a:ext cx="78480" cy="24372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73C01B9A-71C4-4873-83AD-9756B3DC544E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5742180" y="1120620"/>
                  <a:ext cx="9612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6A7AE128-83C4-49C3-930D-74D778EA3078}"/>
                    </a:ext>
                  </a:extLst>
                </p14:cNvPr>
                <p14:cNvContentPartPr/>
                <p14:nvPr/>
              </p14:nvContentPartPr>
              <p14:xfrm>
                <a:off x="5875020" y="1025580"/>
                <a:ext cx="323640" cy="4075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6A7AE128-83C4-49C3-930D-74D778EA3078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5866380" y="1016580"/>
                  <a:ext cx="341280" cy="425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2EDA4700-7C9B-45FB-8F75-4BF555903735}"/>
              </a:ext>
            </a:extLst>
          </p:cNvPr>
          <p:cNvGrpSpPr/>
          <p:nvPr/>
        </p:nvGrpSpPr>
        <p:grpSpPr>
          <a:xfrm>
            <a:off x="3877020" y="1625700"/>
            <a:ext cx="673200" cy="681120"/>
            <a:chOff x="3877020" y="1625700"/>
            <a:chExt cx="673200" cy="681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105E3D1D-596E-4C3E-92EC-354D03031AEB}"/>
                    </a:ext>
                  </a:extLst>
                </p14:cNvPr>
                <p14:cNvContentPartPr/>
                <p14:nvPr/>
              </p14:nvContentPartPr>
              <p14:xfrm>
                <a:off x="3877020" y="1625700"/>
                <a:ext cx="628920" cy="583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105E3D1D-596E-4C3E-92EC-354D03031AEB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3868020" y="1617060"/>
                  <a:ext cx="64656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CD2DF9EE-5AA8-45CC-B0E1-6CB1BB8320EF}"/>
                    </a:ext>
                  </a:extLst>
                </p14:cNvPr>
                <p14:cNvContentPartPr/>
                <p14:nvPr/>
              </p14:nvContentPartPr>
              <p14:xfrm>
                <a:off x="4228380" y="1725420"/>
                <a:ext cx="9000" cy="1908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CD2DF9EE-5AA8-45CC-B0E1-6CB1BB8320EF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4219380" y="1716420"/>
                  <a:ext cx="2664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ED9FE547-FDB3-41FD-866D-C478F3D03C07}"/>
                    </a:ext>
                  </a:extLst>
                </p14:cNvPr>
                <p14:cNvContentPartPr/>
                <p14:nvPr/>
              </p14:nvContentPartPr>
              <p14:xfrm>
                <a:off x="4147380" y="1862220"/>
                <a:ext cx="117720" cy="576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ED9FE547-FDB3-41FD-866D-C478F3D03C07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4138740" y="1853220"/>
                  <a:ext cx="13536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417D7CCB-1D3B-4DCE-B505-96B2F09C42DE}"/>
                    </a:ext>
                  </a:extLst>
                </p14:cNvPr>
                <p14:cNvContentPartPr/>
                <p14:nvPr/>
              </p14:nvContentPartPr>
              <p14:xfrm>
                <a:off x="4197420" y="1865820"/>
                <a:ext cx="142920" cy="12420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417D7CCB-1D3B-4DCE-B505-96B2F09C42DE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4188780" y="1856820"/>
                  <a:ext cx="16056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7EAC70B1-9EE3-47CE-9155-55AD72E78BF0}"/>
                    </a:ext>
                  </a:extLst>
                </p14:cNvPr>
                <p14:cNvContentPartPr/>
                <p14:nvPr/>
              </p14:nvContentPartPr>
              <p14:xfrm>
                <a:off x="4271580" y="2088300"/>
                <a:ext cx="278640" cy="2185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7EAC70B1-9EE3-47CE-9155-55AD72E78BF0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4262940" y="2079660"/>
                  <a:ext cx="296280" cy="236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2FA4C043-A338-4143-B0ED-EE0C072C258D}"/>
              </a:ext>
            </a:extLst>
          </p:cNvPr>
          <p:cNvGrpSpPr/>
          <p:nvPr/>
        </p:nvGrpSpPr>
        <p:grpSpPr>
          <a:xfrm>
            <a:off x="5797980" y="1534620"/>
            <a:ext cx="540720" cy="703080"/>
            <a:chOff x="5797980" y="1534620"/>
            <a:chExt cx="540720" cy="703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59386161-8BB3-43CB-8F9F-73FD2FF9D272}"/>
                    </a:ext>
                  </a:extLst>
                </p14:cNvPr>
                <p14:cNvContentPartPr/>
                <p14:nvPr/>
              </p14:nvContentPartPr>
              <p14:xfrm>
                <a:off x="5847300" y="1534620"/>
                <a:ext cx="57240" cy="2433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59386161-8BB3-43CB-8F9F-73FD2FF9D272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5838300" y="1525620"/>
                  <a:ext cx="7488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B0B0CFC0-7866-43ED-891D-436349E64417}"/>
                    </a:ext>
                  </a:extLst>
                </p14:cNvPr>
                <p14:cNvContentPartPr/>
                <p14:nvPr/>
              </p14:nvContentPartPr>
              <p14:xfrm>
                <a:off x="5797980" y="1685100"/>
                <a:ext cx="157320" cy="9072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B0B0CFC0-7866-43ED-891D-436349E64417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5789340" y="1676460"/>
                  <a:ext cx="17496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F34DC273-D0C8-4E86-835A-916D79DD215D}"/>
                    </a:ext>
                  </a:extLst>
                </p14:cNvPr>
                <p14:cNvContentPartPr/>
                <p14:nvPr/>
              </p14:nvContentPartPr>
              <p14:xfrm>
                <a:off x="5905980" y="1663860"/>
                <a:ext cx="132120" cy="13968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F34DC273-D0C8-4E86-835A-916D79DD215D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5896980" y="1654860"/>
                  <a:ext cx="14976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B99036A9-CD62-48D6-A9FF-4789A6787C0A}"/>
                    </a:ext>
                  </a:extLst>
                </p14:cNvPr>
                <p14:cNvContentPartPr/>
                <p14:nvPr/>
              </p14:nvContentPartPr>
              <p14:xfrm>
                <a:off x="5815260" y="2037900"/>
                <a:ext cx="222840" cy="19980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B99036A9-CD62-48D6-A9FF-4789A6787C0A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5806620" y="2029260"/>
                  <a:ext cx="24048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66814DCE-7F03-406B-AC55-06C336CF7B1D}"/>
                    </a:ext>
                  </a:extLst>
                </p14:cNvPr>
                <p14:cNvContentPartPr/>
                <p14:nvPr/>
              </p14:nvContentPartPr>
              <p14:xfrm>
                <a:off x="6074460" y="1912980"/>
                <a:ext cx="264240" cy="16956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66814DCE-7F03-406B-AC55-06C336CF7B1D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6065460" y="1903980"/>
                  <a:ext cx="281880" cy="187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5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C0F7BA50-26ED-49D6-80F4-E80ED0F83EDC}"/>
                  </a:ext>
                </a:extLst>
              </p14:cNvPr>
              <p14:cNvContentPartPr/>
              <p14:nvPr/>
            </p14:nvContentPartPr>
            <p14:xfrm>
              <a:off x="2092860" y="1591860"/>
              <a:ext cx="390960" cy="1584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C0F7BA50-26ED-49D6-80F4-E80ED0F83EDC}"/>
                  </a:ext>
                </a:extLst>
              </p:cNvPr>
              <p:cNvPicPr/>
              <p:nvPr/>
            </p:nvPicPr>
            <p:blipFill>
              <a:blip r:embed="rId126"/>
              <a:stretch>
                <a:fillRect/>
              </a:stretch>
            </p:blipFill>
            <p:spPr>
              <a:xfrm>
                <a:off x="2083860" y="1583220"/>
                <a:ext cx="408600" cy="3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7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5089F34E-162F-484C-B184-14BECDD82867}"/>
                  </a:ext>
                </a:extLst>
              </p14:cNvPr>
              <p14:cNvContentPartPr/>
              <p14:nvPr/>
            </p14:nvContentPartPr>
            <p14:xfrm>
              <a:off x="5783220" y="2279820"/>
              <a:ext cx="408960" cy="4068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5089F34E-162F-484C-B184-14BECDD82867}"/>
                  </a:ext>
                </a:extLst>
              </p:cNvPr>
              <p:cNvPicPr/>
              <p:nvPr/>
            </p:nvPicPr>
            <p:blipFill>
              <a:blip r:embed="rId128"/>
              <a:stretch>
                <a:fillRect/>
              </a:stretch>
            </p:blipFill>
            <p:spPr>
              <a:xfrm>
                <a:off x="5774220" y="2271180"/>
                <a:ext cx="426600" cy="58320"/>
              </a:xfrm>
              <a:prstGeom prst="rect">
                <a:avLst/>
              </a:prstGeom>
            </p:spPr>
          </p:pic>
        </mc:Fallback>
      </mc:AlternateContent>
      <p:grpSp>
        <p:nvGrpSpPr>
          <p:cNvPr id="85" name="Group 84">
            <a:extLst>
              <a:ext uri="{FF2B5EF4-FFF2-40B4-BE49-F238E27FC236}">
                <a16:creationId xmlns:a16="http://schemas.microsoft.com/office/drawing/2014/main" id="{47252CC3-763A-4216-B9D3-2030E2E30B6F}"/>
              </a:ext>
            </a:extLst>
          </p:cNvPr>
          <p:cNvGrpSpPr/>
          <p:nvPr/>
        </p:nvGrpSpPr>
        <p:grpSpPr>
          <a:xfrm>
            <a:off x="4741380" y="2537940"/>
            <a:ext cx="1246680" cy="471240"/>
            <a:chOff x="4741380" y="2537940"/>
            <a:chExt cx="1246680" cy="471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92BC6234-33DD-43FB-9492-9AD0EC22347E}"/>
                    </a:ext>
                  </a:extLst>
                </p14:cNvPr>
                <p14:cNvContentPartPr/>
                <p14:nvPr/>
              </p14:nvContentPartPr>
              <p14:xfrm>
                <a:off x="4752900" y="2635500"/>
                <a:ext cx="226080" cy="25848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92BC6234-33DD-43FB-9492-9AD0EC22347E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4743900" y="2626860"/>
                  <a:ext cx="24372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29A77434-5912-4C7E-B21A-194BE41A7BDF}"/>
                    </a:ext>
                  </a:extLst>
                </p14:cNvPr>
                <p14:cNvContentPartPr/>
                <p14:nvPr/>
              </p14:nvContentPartPr>
              <p14:xfrm>
                <a:off x="5085180" y="2599500"/>
                <a:ext cx="103320" cy="2851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29A77434-5912-4C7E-B21A-194BE41A7BDF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5076180" y="2590500"/>
                  <a:ext cx="12096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CE763370-37C6-4C12-8BC9-5F842CDF3E2B}"/>
                    </a:ext>
                  </a:extLst>
                </p14:cNvPr>
                <p14:cNvContentPartPr/>
                <p14:nvPr/>
              </p14:nvContentPartPr>
              <p14:xfrm>
                <a:off x="5238900" y="2692740"/>
                <a:ext cx="189360" cy="18216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CE763370-37C6-4C12-8BC9-5F842CDF3E2B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5229900" y="2684100"/>
                  <a:ext cx="20700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FCED3B7A-C2CF-4F26-BE3F-BCF5542DEF38}"/>
                    </a:ext>
                  </a:extLst>
                </p14:cNvPr>
                <p14:cNvContentPartPr/>
                <p14:nvPr/>
              </p14:nvContentPartPr>
              <p14:xfrm>
                <a:off x="5512140" y="2568180"/>
                <a:ext cx="153000" cy="13464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FCED3B7A-C2CF-4F26-BE3F-BCF5542DEF38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5503500" y="2559180"/>
                  <a:ext cx="17064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B4D7E83D-10C0-416D-A500-177A437D894A}"/>
                    </a:ext>
                  </a:extLst>
                </p14:cNvPr>
                <p14:cNvContentPartPr/>
                <p14:nvPr/>
              </p14:nvContentPartPr>
              <p14:xfrm>
                <a:off x="5689260" y="2537940"/>
                <a:ext cx="133200" cy="28008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B4D7E83D-10C0-416D-A500-177A437D894A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5680620" y="2528940"/>
                  <a:ext cx="15084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45AEB1C3-E792-4271-905D-305E83BFF6B4}"/>
                    </a:ext>
                  </a:extLst>
                </p14:cNvPr>
                <p14:cNvContentPartPr/>
                <p14:nvPr/>
              </p14:nvContentPartPr>
              <p14:xfrm>
                <a:off x="4741380" y="2947980"/>
                <a:ext cx="1246680" cy="612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45AEB1C3-E792-4271-905D-305E83BFF6B4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4732380" y="2939340"/>
                  <a:ext cx="1264320" cy="7884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22E40-4809-48D1-B6F5-822E4A024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Problem 3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482A01-6D16-4747-9E65-5A5FFD574F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IN" dirty="0"/>
              <a:t>T(n) = 2T(n/2) + n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BB8F0BB-F689-4D3C-A746-CE3F55EDB5E0}"/>
              </a:ext>
            </a:extLst>
          </p:cNvPr>
          <p:cNvGrpSpPr/>
          <p:nvPr/>
        </p:nvGrpSpPr>
        <p:grpSpPr>
          <a:xfrm>
            <a:off x="1326780" y="1642620"/>
            <a:ext cx="1420560" cy="479880"/>
            <a:chOff x="1326780" y="1642620"/>
            <a:chExt cx="1420560" cy="479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E5CD857D-45B5-485E-B5E0-E3A669ABB29A}"/>
                    </a:ext>
                  </a:extLst>
                </p14:cNvPr>
                <p14:cNvContentPartPr/>
                <p14:nvPr/>
              </p14:nvContentPartPr>
              <p14:xfrm>
                <a:off x="1326780" y="1934220"/>
                <a:ext cx="270360" cy="18828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E5CD857D-45B5-485E-B5E0-E3A669ABB29A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318140" y="1925220"/>
                  <a:ext cx="28800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9B34521C-377C-4E59-8CF8-63E7905F4B38}"/>
                    </a:ext>
                  </a:extLst>
                </p14:cNvPr>
                <p14:cNvContentPartPr/>
                <p14:nvPr/>
              </p14:nvContentPartPr>
              <p14:xfrm>
                <a:off x="1704780" y="1750620"/>
                <a:ext cx="29160" cy="1785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9B34521C-377C-4E59-8CF8-63E7905F4B3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695780" y="1741980"/>
                  <a:ext cx="4680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8421C881-6299-4DA4-A2AF-E77BC1E14F5D}"/>
                    </a:ext>
                  </a:extLst>
                </p14:cNvPr>
                <p14:cNvContentPartPr/>
                <p14:nvPr/>
              </p14:nvContentPartPr>
              <p14:xfrm>
                <a:off x="1799100" y="1803180"/>
                <a:ext cx="151920" cy="1288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8421C881-6299-4DA4-A2AF-E77BC1E14F5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790100" y="1794180"/>
                  <a:ext cx="16956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A839ACBE-B34C-4801-A98C-2532F74787D1}"/>
                    </a:ext>
                  </a:extLst>
                </p14:cNvPr>
                <p14:cNvContentPartPr/>
                <p14:nvPr/>
              </p14:nvContentPartPr>
              <p14:xfrm>
                <a:off x="1989900" y="1745220"/>
                <a:ext cx="135720" cy="3319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A839ACBE-B34C-4801-A98C-2532F74787D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980900" y="1736220"/>
                  <a:ext cx="153360" cy="34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CC0ABFA-E22C-4D45-BEC7-0B2C61CFC38F}"/>
                    </a:ext>
                  </a:extLst>
                </p14:cNvPr>
                <p14:cNvContentPartPr/>
                <p14:nvPr/>
              </p14:nvContentPartPr>
              <p14:xfrm>
                <a:off x="2200500" y="1901820"/>
                <a:ext cx="198720" cy="1105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CC0ABFA-E22C-4D45-BEC7-0B2C61CFC38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191500" y="1892820"/>
                  <a:ext cx="21636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70EE65AC-8FA8-4F03-9537-5AAACB4000BD}"/>
                    </a:ext>
                  </a:extLst>
                </p14:cNvPr>
                <p14:cNvContentPartPr/>
                <p14:nvPr/>
              </p14:nvContentPartPr>
              <p14:xfrm>
                <a:off x="2142900" y="1642620"/>
                <a:ext cx="190440" cy="1472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70EE65AC-8FA8-4F03-9537-5AAACB4000BD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134260" y="1633620"/>
                  <a:ext cx="20808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886FE6AD-0828-4CE0-B074-74C484FCAAD5}"/>
                    </a:ext>
                  </a:extLst>
                </p14:cNvPr>
                <p14:cNvContentPartPr/>
                <p14:nvPr/>
              </p14:nvContentPartPr>
              <p14:xfrm>
                <a:off x="2188980" y="1811820"/>
                <a:ext cx="163800" cy="2055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886FE6AD-0828-4CE0-B074-74C484FCAAD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179980" y="1802820"/>
                  <a:ext cx="18144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3F2CBED1-F353-41FC-AAEA-91878BA380C6}"/>
                    </a:ext>
                  </a:extLst>
                </p14:cNvPr>
                <p14:cNvContentPartPr/>
                <p14:nvPr/>
              </p14:nvContentPartPr>
              <p14:xfrm>
                <a:off x="2556540" y="1837020"/>
                <a:ext cx="142920" cy="176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3F2CBED1-F353-41FC-AAEA-91878BA380C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547540" y="1828380"/>
                  <a:ext cx="16056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23F594BD-F233-4C5A-9EA3-7B361216B5AF}"/>
                    </a:ext>
                  </a:extLst>
                </p14:cNvPr>
                <p14:cNvContentPartPr/>
                <p14:nvPr/>
              </p14:nvContentPartPr>
              <p14:xfrm>
                <a:off x="2585340" y="1904700"/>
                <a:ext cx="162000" cy="140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23F594BD-F233-4C5A-9EA3-7B361216B5A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576700" y="1895700"/>
                  <a:ext cx="179640" cy="31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19B891B9-47B7-4E18-81C1-2858FCC5BCB2}"/>
              </a:ext>
            </a:extLst>
          </p:cNvPr>
          <p:cNvGrpSpPr/>
          <p:nvPr/>
        </p:nvGrpSpPr>
        <p:grpSpPr>
          <a:xfrm>
            <a:off x="3217860" y="1532100"/>
            <a:ext cx="1175040" cy="540720"/>
            <a:chOff x="3217860" y="1532100"/>
            <a:chExt cx="1175040" cy="540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CA7F18B-59A0-4279-B545-D2AB8C382B80}"/>
                    </a:ext>
                  </a:extLst>
                </p14:cNvPr>
                <p14:cNvContentPartPr/>
                <p14:nvPr/>
              </p14:nvContentPartPr>
              <p14:xfrm>
                <a:off x="3217860" y="1823700"/>
                <a:ext cx="340200" cy="2491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CA7F18B-59A0-4279-B545-D2AB8C382B8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208860" y="1815060"/>
                  <a:ext cx="35784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F21DA7A-C3CF-4ABE-827A-F54F638AEED3}"/>
                    </a:ext>
                  </a:extLst>
                </p14:cNvPr>
                <p14:cNvContentPartPr/>
                <p14:nvPr/>
              </p14:nvContentPartPr>
              <p14:xfrm>
                <a:off x="3643740" y="1567740"/>
                <a:ext cx="253440" cy="1796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F21DA7A-C3CF-4ABE-827A-F54F638AEED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634740" y="1558740"/>
                  <a:ext cx="27108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55E03F38-DF3F-4F74-9DE8-12054D94898E}"/>
                    </a:ext>
                  </a:extLst>
                </p14:cNvPr>
                <p14:cNvContentPartPr/>
                <p14:nvPr/>
              </p14:nvContentPartPr>
              <p14:xfrm>
                <a:off x="3980700" y="1603380"/>
                <a:ext cx="131400" cy="3358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55E03F38-DF3F-4F74-9DE8-12054D94898E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972060" y="1594740"/>
                  <a:ext cx="149040" cy="35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2E70BD04-A8F5-4FF7-976F-CC5390B9A4C5}"/>
                    </a:ext>
                  </a:extLst>
                </p14:cNvPr>
                <p14:cNvContentPartPr/>
                <p14:nvPr/>
              </p14:nvContentPartPr>
              <p14:xfrm>
                <a:off x="4232340" y="1532100"/>
                <a:ext cx="116640" cy="1458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2E70BD04-A8F5-4FF7-976F-CC5390B9A4C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223340" y="1523460"/>
                  <a:ext cx="13428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CE9C419-6DD8-4C4B-839B-C25E86DA56F2}"/>
                    </a:ext>
                  </a:extLst>
                </p14:cNvPr>
                <p14:cNvContentPartPr/>
                <p14:nvPr/>
              </p14:nvContentPartPr>
              <p14:xfrm>
                <a:off x="4206420" y="1813620"/>
                <a:ext cx="186480" cy="1105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CE9C419-6DD8-4C4B-839B-C25E86DA56F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197780" y="1804980"/>
                  <a:ext cx="204120" cy="128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9BA09940-70BE-46D5-AC00-77A435F6808C}"/>
              </a:ext>
            </a:extLst>
          </p:cNvPr>
          <p:cNvGrpSpPr/>
          <p:nvPr/>
        </p:nvGrpSpPr>
        <p:grpSpPr>
          <a:xfrm>
            <a:off x="4679820" y="1939980"/>
            <a:ext cx="178560" cy="95040"/>
            <a:chOff x="4679820" y="1939980"/>
            <a:chExt cx="178560" cy="95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C35E200C-5005-4B41-9450-5E66CDE728C0}"/>
                    </a:ext>
                  </a:extLst>
                </p14:cNvPr>
                <p14:cNvContentPartPr/>
                <p14:nvPr/>
              </p14:nvContentPartPr>
              <p14:xfrm>
                <a:off x="4731660" y="1939980"/>
                <a:ext cx="101520" cy="140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C35E200C-5005-4B41-9450-5E66CDE728C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723020" y="1931340"/>
                  <a:ext cx="11916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A21CE80A-9F15-4C62-9519-142D84E93E2D}"/>
                    </a:ext>
                  </a:extLst>
                </p14:cNvPr>
                <p14:cNvContentPartPr/>
                <p14:nvPr/>
              </p14:nvContentPartPr>
              <p14:xfrm>
                <a:off x="4679820" y="2028540"/>
                <a:ext cx="178560" cy="64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A21CE80A-9F15-4C62-9519-142D84E93E2D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670820" y="2019540"/>
                  <a:ext cx="196200" cy="24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64B231F1-D73E-4FF3-8695-D5EFBFF8A214}"/>
                  </a:ext>
                </a:extLst>
              </p14:cNvPr>
              <p14:cNvContentPartPr/>
              <p14:nvPr/>
            </p14:nvContentPartPr>
            <p14:xfrm>
              <a:off x="1602540" y="3066420"/>
              <a:ext cx="271440" cy="33840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64B231F1-D73E-4FF3-8695-D5EFBFF8A214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593900" y="3057780"/>
                <a:ext cx="289080" cy="35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0FEB30CF-91BD-4018-A9F1-316D67C44C40}"/>
                  </a:ext>
                </a:extLst>
              </p14:cNvPr>
              <p14:cNvContentPartPr/>
              <p14:nvPr/>
            </p14:nvContentPartPr>
            <p14:xfrm>
              <a:off x="2152980" y="2950860"/>
              <a:ext cx="291240" cy="57852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0FEB30CF-91BD-4018-A9F1-316D67C44C40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2144340" y="2942220"/>
                <a:ext cx="308880" cy="596160"/>
              </a:xfrm>
              <a:prstGeom prst="rect">
                <a:avLst/>
              </a:prstGeom>
            </p:spPr>
          </p:pic>
        </mc:Fallback>
      </mc:AlternateContent>
      <p:grpSp>
        <p:nvGrpSpPr>
          <p:cNvPr id="40" name="Group 39">
            <a:extLst>
              <a:ext uri="{FF2B5EF4-FFF2-40B4-BE49-F238E27FC236}">
                <a16:creationId xmlns:a16="http://schemas.microsoft.com/office/drawing/2014/main" id="{3BC7DE5F-94E2-4481-BDF0-705056BCC60D}"/>
              </a:ext>
            </a:extLst>
          </p:cNvPr>
          <p:cNvGrpSpPr/>
          <p:nvPr/>
        </p:nvGrpSpPr>
        <p:grpSpPr>
          <a:xfrm>
            <a:off x="5148900" y="1294500"/>
            <a:ext cx="1164240" cy="937440"/>
            <a:chOff x="5148900" y="1294500"/>
            <a:chExt cx="1164240" cy="937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E69BE032-C75D-4F57-B521-0E4816022D62}"/>
                    </a:ext>
                  </a:extLst>
                </p14:cNvPr>
                <p14:cNvContentPartPr/>
                <p14:nvPr/>
              </p14:nvContentPartPr>
              <p14:xfrm>
                <a:off x="5148900" y="1825860"/>
                <a:ext cx="303120" cy="2246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E69BE032-C75D-4F57-B521-0E4816022D62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140260" y="1816860"/>
                  <a:ext cx="32076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FE0815B1-1F6B-4661-97B1-1872DF0565F3}"/>
                    </a:ext>
                  </a:extLst>
                </p14:cNvPr>
                <p14:cNvContentPartPr/>
                <p14:nvPr/>
              </p14:nvContentPartPr>
              <p14:xfrm>
                <a:off x="5629500" y="1563420"/>
                <a:ext cx="73440" cy="6685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FE0815B1-1F6B-4661-97B1-1872DF0565F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620860" y="1554420"/>
                  <a:ext cx="91080" cy="68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113B9BCD-BFAD-4CC7-BCD2-65920CB64EE0}"/>
                    </a:ext>
                  </a:extLst>
                </p14:cNvPr>
                <p14:cNvContentPartPr/>
                <p14:nvPr/>
              </p14:nvContentPartPr>
              <p14:xfrm>
                <a:off x="5642100" y="1581420"/>
                <a:ext cx="87840" cy="6112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113B9BCD-BFAD-4CC7-BCD2-65920CB64EE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633460" y="1572420"/>
                  <a:ext cx="105480" cy="62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CDE6CB43-2C9A-47E0-87E8-F3BAD1E6BA45}"/>
                    </a:ext>
                  </a:extLst>
                </p14:cNvPr>
                <p14:cNvContentPartPr/>
                <p14:nvPr/>
              </p14:nvContentPartPr>
              <p14:xfrm>
                <a:off x="6048180" y="1761780"/>
                <a:ext cx="249840" cy="1587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CDE6CB43-2C9A-47E0-87E8-F3BAD1E6BA45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039540" y="1753140"/>
                  <a:ext cx="26748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0920BAC-31E1-49F7-A13D-6DCF6990B8EE}"/>
                    </a:ext>
                  </a:extLst>
                </p14:cNvPr>
                <p14:cNvContentPartPr/>
                <p14:nvPr/>
              </p14:nvContentPartPr>
              <p14:xfrm>
                <a:off x="5823180" y="1743780"/>
                <a:ext cx="426600" cy="2710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0920BAC-31E1-49F7-A13D-6DCF6990B8EE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814180" y="1734780"/>
                  <a:ext cx="44424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6E5A8161-8144-40CD-8FDC-14E5C9364914}"/>
                    </a:ext>
                  </a:extLst>
                </p14:cNvPr>
                <p14:cNvContentPartPr/>
                <p14:nvPr/>
              </p14:nvContentPartPr>
              <p14:xfrm>
                <a:off x="5905980" y="1294500"/>
                <a:ext cx="111240" cy="2552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6E5A8161-8144-40CD-8FDC-14E5C9364914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896980" y="1285860"/>
                  <a:ext cx="12888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70055F8A-8524-42D7-9890-8E76F8ED7FD9}"/>
                    </a:ext>
                  </a:extLst>
                </p14:cNvPr>
                <p14:cNvContentPartPr/>
                <p14:nvPr/>
              </p14:nvContentPartPr>
              <p14:xfrm>
                <a:off x="5874300" y="1448220"/>
                <a:ext cx="134280" cy="46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70055F8A-8524-42D7-9890-8E76F8ED7FD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865300" y="1439220"/>
                  <a:ext cx="15192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74ADC0C3-2C41-4992-AB7E-3FEABAB42209}"/>
                    </a:ext>
                  </a:extLst>
                </p14:cNvPr>
                <p14:cNvContentPartPr/>
                <p14:nvPr/>
              </p14:nvContentPartPr>
              <p14:xfrm>
                <a:off x="6052140" y="1335540"/>
                <a:ext cx="90000" cy="2134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74ADC0C3-2C41-4992-AB7E-3FEABAB42209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043500" y="1326900"/>
                  <a:ext cx="10764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F96DB575-8052-4EA5-819F-D5623CCC17E1}"/>
                    </a:ext>
                  </a:extLst>
                </p14:cNvPr>
                <p14:cNvContentPartPr/>
                <p14:nvPr/>
              </p14:nvContentPartPr>
              <p14:xfrm>
                <a:off x="6150420" y="1307100"/>
                <a:ext cx="162720" cy="2541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F96DB575-8052-4EA5-819F-D5623CCC17E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141780" y="1298100"/>
                  <a:ext cx="18036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76CFC04A-D905-46BA-B131-70CA484CE272}"/>
                    </a:ext>
                  </a:extLst>
                </p14:cNvPr>
                <p14:cNvContentPartPr/>
                <p14:nvPr/>
              </p14:nvContentPartPr>
              <p14:xfrm>
                <a:off x="5238900" y="2135100"/>
                <a:ext cx="361080" cy="273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76CFC04A-D905-46BA-B131-70CA484CE27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230260" y="2126100"/>
                  <a:ext cx="37872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C4929542-213F-4748-8472-6C8EBA2C62C2}"/>
                    </a:ext>
                  </a:extLst>
                </p14:cNvPr>
                <p14:cNvContentPartPr/>
                <p14:nvPr/>
              </p14:nvContentPartPr>
              <p14:xfrm>
                <a:off x="5929740" y="2055180"/>
                <a:ext cx="275760" cy="147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C4929542-213F-4748-8472-6C8EBA2C62C2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921100" y="2046540"/>
                  <a:ext cx="293400" cy="3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BC34923E-1BBE-4D45-B656-3E98CA2375AB}"/>
              </a:ext>
            </a:extLst>
          </p:cNvPr>
          <p:cNvGrpSpPr/>
          <p:nvPr/>
        </p:nvGrpSpPr>
        <p:grpSpPr>
          <a:xfrm>
            <a:off x="2455380" y="2977860"/>
            <a:ext cx="2176560" cy="603360"/>
            <a:chOff x="2455380" y="2977860"/>
            <a:chExt cx="2176560" cy="603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BE4D66C3-7BAC-44AC-8CFD-49BC21C4E451}"/>
                    </a:ext>
                  </a:extLst>
                </p14:cNvPr>
                <p14:cNvContentPartPr/>
                <p14:nvPr/>
              </p14:nvContentPartPr>
              <p14:xfrm>
                <a:off x="2467980" y="3035820"/>
                <a:ext cx="104400" cy="2901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BE4D66C3-7BAC-44AC-8CFD-49BC21C4E451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458980" y="3027180"/>
                  <a:ext cx="122040" cy="30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9FA182EC-4522-4FB4-8F66-CB2D0AA3A23D}"/>
                    </a:ext>
                  </a:extLst>
                </p14:cNvPr>
                <p14:cNvContentPartPr/>
                <p14:nvPr/>
              </p14:nvContentPartPr>
              <p14:xfrm>
                <a:off x="2455380" y="3216180"/>
                <a:ext cx="118800" cy="176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9FA182EC-4522-4FB4-8F66-CB2D0AA3A23D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446740" y="3207180"/>
                  <a:ext cx="13644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4D085CD5-8696-47A4-A510-331851E78AC9}"/>
                    </a:ext>
                  </a:extLst>
                </p14:cNvPr>
                <p14:cNvContentPartPr/>
                <p14:nvPr/>
              </p14:nvContentPartPr>
              <p14:xfrm>
                <a:off x="2702700" y="3048780"/>
                <a:ext cx="86040" cy="2386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4D085CD5-8696-47A4-A510-331851E78AC9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694060" y="3040140"/>
                  <a:ext cx="10368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F0573A08-43A4-402F-8225-12A43660C993}"/>
                    </a:ext>
                  </a:extLst>
                </p14:cNvPr>
                <p14:cNvContentPartPr/>
                <p14:nvPr/>
              </p14:nvContentPartPr>
              <p14:xfrm>
                <a:off x="2840580" y="3056700"/>
                <a:ext cx="438120" cy="3484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F0573A08-43A4-402F-8225-12A43660C993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831580" y="3047700"/>
                  <a:ext cx="455760" cy="36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57AAE190-491E-4F73-B6DE-859696362E4A}"/>
                    </a:ext>
                  </a:extLst>
                </p14:cNvPr>
                <p14:cNvContentPartPr/>
                <p14:nvPr/>
              </p14:nvContentPartPr>
              <p14:xfrm>
                <a:off x="3500820" y="3211860"/>
                <a:ext cx="6120" cy="115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57AAE190-491E-4F73-B6DE-859696362E4A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491820" y="3202860"/>
                  <a:ext cx="2376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27B312A5-65EF-4933-A58C-975974903665}"/>
                    </a:ext>
                  </a:extLst>
                </p14:cNvPr>
                <p14:cNvContentPartPr/>
                <p14:nvPr/>
              </p14:nvContentPartPr>
              <p14:xfrm>
                <a:off x="3575700" y="3036900"/>
                <a:ext cx="311400" cy="2584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27B312A5-65EF-4933-A58C-975974903665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567060" y="3027900"/>
                  <a:ext cx="32904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8645BF95-5FD9-48CE-8824-6C9ECCF1512A}"/>
                    </a:ext>
                  </a:extLst>
                </p14:cNvPr>
                <p14:cNvContentPartPr/>
                <p14:nvPr/>
              </p14:nvContentPartPr>
              <p14:xfrm>
                <a:off x="3961620" y="3130500"/>
                <a:ext cx="131400" cy="4507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8645BF95-5FD9-48CE-8824-6C9ECCF1512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952980" y="3121500"/>
                  <a:ext cx="149040" cy="46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D4A45A6B-8969-4369-889C-2486B70CA755}"/>
                    </a:ext>
                  </a:extLst>
                </p14:cNvPr>
                <p14:cNvContentPartPr/>
                <p14:nvPr/>
              </p14:nvContentPartPr>
              <p14:xfrm>
                <a:off x="4235940" y="3163260"/>
                <a:ext cx="164880" cy="1760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D4A45A6B-8969-4369-889C-2486B70CA755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227300" y="3154260"/>
                  <a:ext cx="18252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2FD77179-CEE8-46D0-907E-E70C5EA8409D}"/>
                    </a:ext>
                  </a:extLst>
                </p14:cNvPr>
                <p14:cNvContentPartPr/>
                <p14:nvPr/>
              </p14:nvContentPartPr>
              <p14:xfrm>
                <a:off x="4491900" y="2977860"/>
                <a:ext cx="140040" cy="5418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2FD77179-CEE8-46D0-907E-E70C5EA8409D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483260" y="2968860"/>
                  <a:ext cx="157680" cy="559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C0AD799D-534B-4754-AE22-5C0A527B3097}"/>
              </a:ext>
            </a:extLst>
          </p:cNvPr>
          <p:cNvGrpSpPr/>
          <p:nvPr/>
        </p:nvGrpSpPr>
        <p:grpSpPr>
          <a:xfrm>
            <a:off x="2875500" y="3780660"/>
            <a:ext cx="2309400" cy="721800"/>
            <a:chOff x="2875500" y="3780660"/>
            <a:chExt cx="2309400" cy="721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48AAFB44-B83A-41CD-AC64-EEA0B2E285DF}"/>
                    </a:ext>
                  </a:extLst>
                </p14:cNvPr>
                <p14:cNvContentPartPr/>
                <p14:nvPr/>
              </p14:nvContentPartPr>
              <p14:xfrm>
                <a:off x="2875500" y="3935100"/>
                <a:ext cx="320040" cy="2624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48AAFB44-B83A-41CD-AC64-EEA0B2E285DF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866500" y="3926460"/>
                  <a:ext cx="33768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0FBE32DE-1874-4141-8BF5-C731338E5629}"/>
                    </a:ext>
                  </a:extLst>
                </p14:cNvPr>
                <p14:cNvContentPartPr/>
                <p14:nvPr/>
              </p14:nvContentPartPr>
              <p14:xfrm>
                <a:off x="3326580" y="3852660"/>
                <a:ext cx="183240" cy="4248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0FBE32DE-1874-4141-8BF5-C731338E5629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317580" y="3844020"/>
                  <a:ext cx="200880" cy="44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DF152271-3CC1-4669-93A0-440F5FAB81A5}"/>
                    </a:ext>
                  </a:extLst>
                </p14:cNvPr>
                <p14:cNvContentPartPr/>
                <p14:nvPr/>
              </p14:nvContentPartPr>
              <p14:xfrm>
                <a:off x="3613500" y="3974700"/>
                <a:ext cx="196560" cy="1969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DF152271-3CC1-4669-93A0-440F5FAB81A5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604860" y="3966060"/>
                  <a:ext cx="21420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BD1C52DA-9030-4A4A-A074-D3D56BD31A04}"/>
                    </a:ext>
                  </a:extLst>
                </p14:cNvPr>
                <p14:cNvContentPartPr/>
                <p14:nvPr/>
              </p14:nvContentPartPr>
              <p14:xfrm>
                <a:off x="3934620" y="3906300"/>
                <a:ext cx="268200" cy="2124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BD1C52DA-9030-4A4A-A074-D3D56BD31A04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925980" y="3897660"/>
                  <a:ext cx="28584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85D54026-0AD0-43FA-8671-1061386EFFF5}"/>
                    </a:ext>
                  </a:extLst>
                </p14:cNvPr>
                <p14:cNvContentPartPr/>
                <p14:nvPr/>
              </p14:nvContentPartPr>
              <p14:xfrm>
                <a:off x="4288860" y="3923580"/>
                <a:ext cx="184320" cy="5468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85D54026-0AD0-43FA-8671-1061386EFFF5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279860" y="3914580"/>
                  <a:ext cx="201960" cy="56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27EB5D92-E649-4108-8510-C13BB47F7195}"/>
                    </a:ext>
                  </a:extLst>
                </p14:cNvPr>
                <p14:cNvContentPartPr/>
                <p14:nvPr/>
              </p14:nvContentPartPr>
              <p14:xfrm>
                <a:off x="4583340" y="3897660"/>
                <a:ext cx="217800" cy="1778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27EB5D92-E649-4108-8510-C13BB47F7195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574700" y="3889020"/>
                  <a:ext cx="23544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927EBA46-6F3F-44B3-818F-281A5014CE22}"/>
                    </a:ext>
                  </a:extLst>
                </p14:cNvPr>
                <p14:cNvContentPartPr/>
                <p14:nvPr/>
              </p14:nvContentPartPr>
              <p14:xfrm>
                <a:off x="4824180" y="3780660"/>
                <a:ext cx="134280" cy="5306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927EBA46-6F3F-44B3-818F-281A5014CE22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815180" y="3772020"/>
                  <a:ext cx="151920" cy="54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ACB67D88-239C-4A77-B1ED-8C711F0CED37}"/>
                    </a:ext>
                  </a:extLst>
                </p14:cNvPr>
                <p14:cNvContentPartPr/>
                <p14:nvPr/>
              </p14:nvContentPartPr>
              <p14:xfrm>
                <a:off x="3234420" y="4358100"/>
                <a:ext cx="1950480" cy="1443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ACB67D88-239C-4A77-B1ED-8C711F0CED37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225420" y="4349100"/>
                  <a:ext cx="196812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E5F2821A-2090-4904-89F0-9E6897B9C3CD}"/>
                    </a:ext>
                  </a:extLst>
                </p14:cNvPr>
                <p14:cNvContentPartPr/>
                <p14:nvPr/>
              </p14:nvContentPartPr>
              <p14:xfrm>
                <a:off x="4304700" y="4166220"/>
                <a:ext cx="298080" cy="2656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E5F2821A-2090-4904-89F0-9E6897B9C3CD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296060" y="4157580"/>
                  <a:ext cx="315720" cy="2833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0989061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22388-0609-4D80-8077-01EF84877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22165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en-IN" dirty="0"/>
              <a:t>Problem 4: Challenging Problem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0D2C02-0C02-44A8-AF49-4332F529A2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IN" dirty="0"/>
              <a:t>T(n) = T(sqrt(n)) + c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941F446-22CC-4AA1-9F83-68CE858EAAD3}"/>
              </a:ext>
            </a:extLst>
          </p:cNvPr>
          <p:cNvGrpSpPr/>
          <p:nvPr/>
        </p:nvGrpSpPr>
        <p:grpSpPr>
          <a:xfrm>
            <a:off x="3815460" y="1647300"/>
            <a:ext cx="485640" cy="253440"/>
            <a:chOff x="3815460" y="1647300"/>
            <a:chExt cx="485640" cy="253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36B7B7E0-6561-4E43-B5FE-52EFCD4B70A2}"/>
                    </a:ext>
                  </a:extLst>
                </p14:cNvPr>
                <p14:cNvContentPartPr/>
                <p14:nvPr/>
              </p14:nvContentPartPr>
              <p14:xfrm>
                <a:off x="3815460" y="1653420"/>
                <a:ext cx="117360" cy="21348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36B7B7E0-6561-4E43-B5FE-52EFCD4B70A2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806460" y="1644780"/>
                  <a:ext cx="13500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C7171F8B-EE6B-47D8-9F7C-2665C61CB522}"/>
                    </a:ext>
                  </a:extLst>
                </p14:cNvPr>
                <p14:cNvContentPartPr/>
                <p14:nvPr/>
              </p14:nvContentPartPr>
              <p14:xfrm>
                <a:off x="4048020" y="1647300"/>
                <a:ext cx="80640" cy="2534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C7171F8B-EE6B-47D8-9F7C-2665C61CB52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039380" y="1638660"/>
                  <a:ext cx="9828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83B569AE-0410-4328-9093-D83C6D63263C}"/>
                    </a:ext>
                  </a:extLst>
                </p14:cNvPr>
                <p14:cNvContentPartPr/>
                <p14:nvPr/>
              </p14:nvContentPartPr>
              <p14:xfrm>
                <a:off x="4178340" y="1719300"/>
                <a:ext cx="122760" cy="1702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83B569AE-0410-4328-9093-D83C6D63263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169340" y="1710300"/>
                  <a:ext cx="140400" cy="187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8DC5157B-4D9D-4F7A-BB06-98A912B9C1C6}"/>
                  </a:ext>
                </a:extLst>
              </p14:cNvPr>
              <p14:cNvContentPartPr/>
              <p14:nvPr/>
            </p14:nvContentPartPr>
            <p14:xfrm>
              <a:off x="4462020" y="1646580"/>
              <a:ext cx="42840" cy="2610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8DC5157B-4D9D-4F7A-BB06-98A912B9C1C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453380" y="1637580"/>
                <a:ext cx="60480" cy="27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D797AEF0-AE89-4334-885F-5A0E81AC2B29}"/>
                  </a:ext>
                </a:extLst>
              </p14:cNvPr>
              <p14:cNvContentPartPr/>
              <p14:nvPr/>
            </p14:nvContentPartPr>
            <p14:xfrm>
              <a:off x="4712580" y="1735860"/>
              <a:ext cx="157320" cy="741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D797AEF0-AE89-4334-885F-5A0E81AC2B2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703580" y="1726860"/>
                <a:ext cx="174960" cy="9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AC1C4112-F47E-4FEC-B775-690ED4A35C40}"/>
                  </a:ext>
                </a:extLst>
              </p14:cNvPr>
              <p14:cNvContentPartPr/>
              <p14:nvPr/>
            </p14:nvContentPartPr>
            <p14:xfrm>
              <a:off x="5110020" y="1615260"/>
              <a:ext cx="74160" cy="2066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AC1C4112-F47E-4FEC-B775-690ED4A35C40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101380" y="1606620"/>
                <a:ext cx="91800" cy="224280"/>
              </a:xfrm>
              <a:prstGeom prst="rect">
                <a:avLst/>
              </a:prstGeom>
            </p:spPr>
          </p:pic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BF2B1BA9-7135-4F1C-953E-F3A51E50D71F}"/>
              </a:ext>
            </a:extLst>
          </p:cNvPr>
          <p:cNvGrpSpPr/>
          <p:nvPr/>
        </p:nvGrpSpPr>
        <p:grpSpPr>
          <a:xfrm>
            <a:off x="5347620" y="1521660"/>
            <a:ext cx="1212120" cy="364320"/>
            <a:chOff x="5347620" y="1521660"/>
            <a:chExt cx="1212120" cy="364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F54CFF74-244F-4E91-A2DD-35A0173D62F1}"/>
                    </a:ext>
                  </a:extLst>
                </p14:cNvPr>
                <p14:cNvContentPartPr/>
                <p14:nvPr/>
              </p14:nvContentPartPr>
              <p14:xfrm>
                <a:off x="5347620" y="1521660"/>
                <a:ext cx="137880" cy="3643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F54CFF74-244F-4E91-A2DD-35A0173D62F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338980" y="1513020"/>
                  <a:ext cx="155520" cy="38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568CE77-6258-4C94-9416-4C3B729F3374}"/>
                    </a:ext>
                  </a:extLst>
                </p14:cNvPr>
                <p14:cNvContentPartPr/>
                <p14:nvPr/>
              </p14:nvContentPartPr>
              <p14:xfrm>
                <a:off x="5462460" y="1595460"/>
                <a:ext cx="173520" cy="2833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568CE77-6258-4C94-9416-4C3B729F337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453460" y="1586820"/>
                  <a:ext cx="19116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5962DA68-C41E-4B67-8FD0-DC4136DFD2F8}"/>
                    </a:ext>
                  </a:extLst>
                </p14:cNvPr>
                <p14:cNvContentPartPr/>
                <p14:nvPr/>
              </p14:nvContentPartPr>
              <p14:xfrm>
                <a:off x="5645700" y="1581420"/>
                <a:ext cx="74880" cy="126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5962DA68-C41E-4B67-8FD0-DC4136DFD2F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636700" y="1572420"/>
                  <a:ext cx="9252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DBEBADD-E2E5-48C0-A7F9-B56D1867055D}"/>
                    </a:ext>
                  </a:extLst>
                </p14:cNvPr>
                <p14:cNvContentPartPr/>
                <p14:nvPr/>
              </p14:nvContentPartPr>
              <p14:xfrm>
                <a:off x="5650740" y="1576380"/>
                <a:ext cx="203760" cy="237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DBEBADD-E2E5-48C0-A7F9-B56D1867055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642100" y="1567380"/>
                  <a:ext cx="22140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71A3044-833A-430E-9D77-CB9106A81CA7}"/>
                    </a:ext>
                  </a:extLst>
                </p14:cNvPr>
                <p14:cNvContentPartPr/>
                <p14:nvPr/>
              </p14:nvContentPartPr>
              <p14:xfrm>
                <a:off x="5697180" y="1700940"/>
                <a:ext cx="135720" cy="1569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171A3044-833A-430E-9D77-CB9106A81CA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688180" y="1692300"/>
                  <a:ext cx="15336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5A2232CE-EB20-4D72-BDF0-BD703583370E}"/>
                    </a:ext>
                  </a:extLst>
                </p14:cNvPr>
                <p14:cNvContentPartPr/>
                <p14:nvPr/>
              </p14:nvContentPartPr>
              <p14:xfrm>
                <a:off x="5990580" y="1521660"/>
                <a:ext cx="72720" cy="3553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5A2232CE-EB20-4D72-BDF0-BD703583370E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981940" y="1513020"/>
                  <a:ext cx="90360" cy="37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3F9E5F82-8D80-457F-ABD4-B965FABFC98E}"/>
                    </a:ext>
                  </a:extLst>
                </p14:cNvPr>
                <p14:cNvContentPartPr/>
                <p14:nvPr/>
              </p14:nvContentPartPr>
              <p14:xfrm>
                <a:off x="6155100" y="1677540"/>
                <a:ext cx="132120" cy="298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3F9E5F82-8D80-457F-ABD4-B965FABFC98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146460" y="1668900"/>
                  <a:ext cx="14976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EECE07B0-E8CC-40E3-B059-918D7F88ED2E}"/>
                    </a:ext>
                  </a:extLst>
                </p14:cNvPr>
                <p14:cNvContentPartPr/>
                <p14:nvPr/>
              </p14:nvContentPartPr>
              <p14:xfrm>
                <a:off x="6219900" y="1585740"/>
                <a:ext cx="17640" cy="2343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EECE07B0-E8CC-40E3-B059-918D7F88ED2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210900" y="1577100"/>
                  <a:ext cx="3528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998BAA64-9456-4438-9CB1-A05E93D49C9B}"/>
                    </a:ext>
                  </a:extLst>
                </p14:cNvPr>
                <p14:cNvContentPartPr/>
                <p14:nvPr/>
              </p14:nvContentPartPr>
              <p14:xfrm>
                <a:off x="6401700" y="1593660"/>
                <a:ext cx="158040" cy="1998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998BAA64-9456-4438-9CB1-A05E93D49C9B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392700" y="1585020"/>
                  <a:ext cx="175680" cy="217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7C642B7D-6A2C-4377-8F30-02EBFEA07769}"/>
                  </a:ext>
                </a:extLst>
              </p14:cNvPr>
              <p14:cNvContentPartPr/>
              <p14:nvPr/>
            </p14:nvContentPartPr>
            <p14:xfrm>
              <a:off x="3636900" y="1969500"/>
              <a:ext cx="249120" cy="36576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7C642B7D-6A2C-4377-8F30-02EBFEA07769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3627900" y="1960860"/>
                <a:ext cx="266760" cy="383400"/>
              </a:xfrm>
              <a:prstGeom prst="rect">
                <a:avLst/>
              </a:prstGeom>
            </p:spPr>
          </p:pic>
        </mc:Fallback>
      </mc:AlternateContent>
      <p:grpSp>
        <p:nvGrpSpPr>
          <p:cNvPr id="33" name="Group 32">
            <a:extLst>
              <a:ext uri="{FF2B5EF4-FFF2-40B4-BE49-F238E27FC236}">
                <a16:creationId xmlns:a16="http://schemas.microsoft.com/office/drawing/2014/main" id="{CFEDFB66-4F59-4DE5-A99F-DF684E0CA40D}"/>
              </a:ext>
            </a:extLst>
          </p:cNvPr>
          <p:cNvGrpSpPr/>
          <p:nvPr/>
        </p:nvGrpSpPr>
        <p:grpSpPr>
          <a:xfrm>
            <a:off x="4258980" y="2314380"/>
            <a:ext cx="2089800" cy="562680"/>
            <a:chOff x="4258980" y="2314380"/>
            <a:chExt cx="2089800" cy="562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7AE7E5BA-A8C7-4E23-89A6-FDE593FBECFA}"/>
                    </a:ext>
                  </a:extLst>
                </p14:cNvPr>
                <p14:cNvContentPartPr/>
                <p14:nvPr/>
              </p14:nvContentPartPr>
              <p14:xfrm>
                <a:off x="4324140" y="2314380"/>
                <a:ext cx="5400" cy="2498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7AE7E5BA-A8C7-4E23-89A6-FDE593FBECFA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315500" y="2305380"/>
                  <a:ext cx="2304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29ADF3A2-7206-4D39-90A9-6AED38D2DECC}"/>
                    </a:ext>
                  </a:extLst>
                </p14:cNvPr>
                <p14:cNvContentPartPr/>
                <p14:nvPr/>
              </p14:nvContentPartPr>
              <p14:xfrm>
                <a:off x="4258980" y="2356860"/>
                <a:ext cx="270720" cy="2109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29ADF3A2-7206-4D39-90A9-6AED38D2DEC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250340" y="2347860"/>
                  <a:ext cx="28836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C1FCBB8B-4C0B-4948-8B05-F363D37A9ADD}"/>
                    </a:ext>
                  </a:extLst>
                </p14:cNvPr>
                <p14:cNvContentPartPr/>
                <p14:nvPr/>
              </p14:nvContentPartPr>
              <p14:xfrm>
                <a:off x="4641300" y="2447220"/>
                <a:ext cx="180720" cy="1378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C1FCBB8B-4C0B-4948-8B05-F363D37A9ADD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632300" y="2438220"/>
                  <a:ext cx="19836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F5E58DFB-172E-420B-A902-091F0C7ACD8D}"/>
                    </a:ext>
                  </a:extLst>
                </p14:cNvPr>
                <p14:cNvContentPartPr/>
                <p14:nvPr/>
              </p14:nvContentPartPr>
              <p14:xfrm>
                <a:off x="4901220" y="2435700"/>
                <a:ext cx="300600" cy="1526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F5E58DFB-172E-420B-A902-091F0C7ACD8D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892220" y="2426700"/>
                  <a:ext cx="31824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7AAB3F80-6B9F-48E5-8F69-7595DEB14202}"/>
                    </a:ext>
                  </a:extLst>
                </p14:cNvPr>
                <p14:cNvContentPartPr/>
                <p14:nvPr/>
              </p14:nvContentPartPr>
              <p14:xfrm>
                <a:off x="5241060" y="2415540"/>
                <a:ext cx="151200" cy="1501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7AAB3F80-6B9F-48E5-8F69-7595DEB14202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232060" y="2406900"/>
                  <a:ext cx="16884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0BF45346-56F8-46EB-ACBB-FC4ED5763423}"/>
                    </a:ext>
                  </a:extLst>
                </p14:cNvPr>
                <p14:cNvContentPartPr/>
                <p14:nvPr/>
              </p14:nvContentPartPr>
              <p14:xfrm>
                <a:off x="5448420" y="2389980"/>
                <a:ext cx="237240" cy="1569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0BF45346-56F8-46EB-ACBB-FC4ED5763423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439780" y="2380980"/>
                  <a:ext cx="25488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3A0B3BCB-95EF-4883-8442-12011F9D9494}"/>
                    </a:ext>
                  </a:extLst>
                </p14:cNvPr>
                <p14:cNvContentPartPr/>
                <p14:nvPr/>
              </p14:nvContentPartPr>
              <p14:xfrm>
                <a:off x="5765220" y="2443620"/>
                <a:ext cx="149040" cy="1483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3A0B3BCB-95EF-4883-8442-12011F9D949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756580" y="2434620"/>
                  <a:ext cx="16668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A4688748-F8A2-483F-B040-A38F6740A180}"/>
                    </a:ext>
                  </a:extLst>
                </p14:cNvPr>
                <p14:cNvContentPartPr/>
                <p14:nvPr/>
              </p14:nvContentPartPr>
              <p14:xfrm>
                <a:off x="5979060" y="2340660"/>
                <a:ext cx="202320" cy="2358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A4688748-F8A2-483F-B040-A38F6740A180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970060" y="2332020"/>
                  <a:ext cx="21996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E1A46971-381B-4929-A22E-A544E3FF9851}"/>
                    </a:ext>
                  </a:extLst>
                </p14:cNvPr>
                <p14:cNvContentPartPr/>
                <p14:nvPr/>
              </p14:nvContentPartPr>
              <p14:xfrm>
                <a:off x="6157980" y="2438940"/>
                <a:ext cx="190800" cy="1980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E1A46971-381B-4929-A22E-A544E3FF985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149340" y="2430300"/>
                  <a:ext cx="20844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B45BFC72-03C0-4C47-8591-D39365A4B4D9}"/>
                    </a:ext>
                  </a:extLst>
                </p14:cNvPr>
                <p14:cNvContentPartPr/>
                <p14:nvPr/>
              </p14:nvContentPartPr>
              <p14:xfrm>
                <a:off x="4311900" y="2688420"/>
                <a:ext cx="1932480" cy="1886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B45BFC72-03C0-4C47-8591-D39365A4B4D9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303260" y="2679780"/>
                  <a:ext cx="195012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066B3462-B099-48E8-A217-1FBBEF9DA73E}"/>
                    </a:ext>
                  </a:extLst>
                </p14:cNvPr>
                <p14:cNvContentPartPr/>
                <p14:nvPr/>
              </p14:nvContentPartPr>
              <p14:xfrm>
                <a:off x="4467060" y="2706780"/>
                <a:ext cx="1580040" cy="658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066B3462-B099-48E8-A217-1FBBEF9DA73E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458060" y="2697780"/>
                  <a:ext cx="1597680" cy="83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D738C971-502C-4963-8C1A-BCD600699B4F}"/>
              </a:ext>
            </a:extLst>
          </p:cNvPr>
          <p:cNvGrpSpPr/>
          <p:nvPr/>
        </p:nvGrpSpPr>
        <p:grpSpPr>
          <a:xfrm>
            <a:off x="293220" y="2047620"/>
            <a:ext cx="723600" cy="243720"/>
            <a:chOff x="293220" y="2047620"/>
            <a:chExt cx="723600" cy="243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2563F85F-DB84-4707-8F6D-BDCAB67A0A1D}"/>
                    </a:ext>
                  </a:extLst>
                </p14:cNvPr>
                <p14:cNvContentPartPr/>
                <p14:nvPr/>
              </p14:nvContentPartPr>
              <p14:xfrm>
                <a:off x="293220" y="2117100"/>
                <a:ext cx="154440" cy="259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2563F85F-DB84-4707-8F6D-BDCAB67A0A1D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84580" y="2108460"/>
                  <a:ext cx="17208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F1DEC529-2EAD-4317-8A0C-DC55A3E0ADC6}"/>
                    </a:ext>
                  </a:extLst>
                </p14:cNvPr>
                <p14:cNvContentPartPr/>
                <p14:nvPr/>
              </p14:nvContentPartPr>
              <p14:xfrm>
                <a:off x="296820" y="2131500"/>
                <a:ext cx="155160" cy="194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F1DEC529-2EAD-4317-8A0C-DC55A3E0ADC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87820" y="2122860"/>
                  <a:ext cx="17280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BFC0F18A-3803-49B2-BDD6-38C7AE8166DD}"/>
                    </a:ext>
                  </a:extLst>
                </p14:cNvPr>
                <p14:cNvContentPartPr/>
                <p14:nvPr/>
              </p14:nvContentPartPr>
              <p14:xfrm>
                <a:off x="392580" y="2159220"/>
                <a:ext cx="38160" cy="1321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BFC0F18A-3803-49B2-BDD6-38C7AE8166DD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83940" y="2150580"/>
                  <a:ext cx="5580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AD86B58F-4C39-44A0-988A-36FFDE9F9C7A}"/>
                    </a:ext>
                  </a:extLst>
                </p14:cNvPr>
                <p14:cNvContentPartPr/>
                <p14:nvPr/>
              </p14:nvContentPartPr>
              <p14:xfrm>
                <a:off x="582660" y="2083620"/>
                <a:ext cx="103320" cy="1720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AD86B58F-4C39-44A0-988A-36FFDE9F9C7A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73660" y="2074980"/>
                  <a:ext cx="12096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07AD5632-3D4F-4C1C-8F62-689FFC65186C}"/>
                    </a:ext>
                  </a:extLst>
                </p14:cNvPr>
                <p14:cNvContentPartPr/>
                <p14:nvPr/>
              </p14:nvContentPartPr>
              <p14:xfrm>
                <a:off x="708660" y="2122860"/>
                <a:ext cx="143640" cy="1519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07AD5632-3D4F-4C1C-8F62-689FFC65186C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99660" y="2113860"/>
                  <a:ext cx="16128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92DD6B59-6411-4D29-8951-3CE325E2FE56}"/>
                    </a:ext>
                  </a:extLst>
                </p14:cNvPr>
                <p14:cNvContentPartPr/>
                <p14:nvPr/>
              </p14:nvContentPartPr>
              <p14:xfrm>
                <a:off x="960660" y="2047620"/>
                <a:ext cx="56160" cy="2437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92DD6B59-6411-4D29-8951-3CE325E2FE56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52020" y="2038620"/>
                  <a:ext cx="73800" cy="261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A1F28AAE-3E1D-4E41-954E-3CCE41C41CEF}"/>
              </a:ext>
            </a:extLst>
          </p:cNvPr>
          <p:cNvGrpSpPr/>
          <p:nvPr/>
        </p:nvGrpSpPr>
        <p:grpSpPr>
          <a:xfrm>
            <a:off x="1241820" y="1506540"/>
            <a:ext cx="2422080" cy="1184760"/>
            <a:chOff x="1241820" y="1506540"/>
            <a:chExt cx="2422080" cy="1184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9BC728E9-07F8-48E3-846F-9A9D1102BC0C}"/>
                    </a:ext>
                  </a:extLst>
                </p14:cNvPr>
                <p14:cNvContentPartPr/>
                <p14:nvPr/>
              </p14:nvContentPartPr>
              <p14:xfrm>
                <a:off x="1241820" y="2114220"/>
                <a:ext cx="84960" cy="90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9BC728E9-07F8-48E3-846F-9A9D1102BC0C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232820" y="2105580"/>
                  <a:ext cx="10260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B0B6A26D-CE6F-4F64-807D-2BB248BFAEDB}"/>
                    </a:ext>
                  </a:extLst>
                </p14:cNvPr>
                <p14:cNvContentPartPr/>
                <p14:nvPr/>
              </p14:nvContentPartPr>
              <p14:xfrm>
                <a:off x="1267740" y="2170380"/>
                <a:ext cx="133200" cy="169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B0B6A26D-CE6F-4F64-807D-2BB248BFAEDB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259100" y="2161740"/>
                  <a:ext cx="15084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6D7A26B7-FCD8-4CCE-9BF3-5A5840274886}"/>
                    </a:ext>
                  </a:extLst>
                </p14:cNvPr>
                <p14:cNvContentPartPr/>
                <p14:nvPr/>
              </p14:nvContentPartPr>
              <p14:xfrm>
                <a:off x="1557540" y="2068500"/>
                <a:ext cx="314280" cy="1310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6D7A26B7-FCD8-4CCE-9BF3-5A5840274886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548540" y="2059500"/>
                  <a:ext cx="33192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979E2196-B624-40BB-8EC9-6913E221FAAA}"/>
                    </a:ext>
                  </a:extLst>
                </p14:cNvPr>
                <p14:cNvContentPartPr/>
                <p14:nvPr/>
              </p14:nvContentPartPr>
              <p14:xfrm>
                <a:off x="1906020" y="2024940"/>
                <a:ext cx="102240" cy="1537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979E2196-B624-40BB-8EC9-6913E221FAAA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897020" y="2016300"/>
                  <a:ext cx="11988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23DCCD39-D40F-4691-98DD-698B7FFAE08C}"/>
                    </a:ext>
                  </a:extLst>
                </p14:cNvPr>
                <p14:cNvContentPartPr/>
                <p14:nvPr/>
              </p14:nvContentPartPr>
              <p14:xfrm>
                <a:off x="2159100" y="1910820"/>
                <a:ext cx="241200" cy="5598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23DCCD39-D40F-4691-98DD-698B7FFAE08C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150100" y="1901820"/>
                  <a:ext cx="258840" cy="57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9C3A259D-FE12-4B98-8FE4-E84E65347003}"/>
                    </a:ext>
                  </a:extLst>
                </p14:cNvPr>
                <p14:cNvContentPartPr/>
                <p14:nvPr/>
              </p14:nvContentPartPr>
              <p14:xfrm>
                <a:off x="2386260" y="2031420"/>
                <a:ext cx="114840" cy="1126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9C3A259D-FE12-4B98-8FE4-E84E65347003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377260" y="2022780"/>
                  <a:ext cx="13248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C299606A-9324-4DB8-B2B9-16A90956ADFD}"/>
                    </a:ext>
                  </a:extLst>
                </p14:cNvPr>
                <p14:cNvContentPartPr/>
                <p14:nvPr/>
              </p14:nvContentPartPr>
              <p14:xfrm>
                <a:off x="2341980" y="2172180"/>
                <a:ext cx="223560" cy="367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C299606A-9324-4DB8-B2B9-16A90956ADFD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332980" y="2163540"/>
                  <a:ext cx="24120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21CCA68E-E4B5-43ED-A46F-A895ABF6BFFE}"/>
                    </a:ext>
                  </a:extLst>
                </p14:cNvPr>
                <p14:cNvContentPartPr/>
                <p14:nvPr/>
              </p14:nvContentPartPr>
              <p14:xfrm>
                <a:off x="2485260" y="2244180"/>
                <a:ext cx="137520" cy="1717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21CCA68E-E4B5-43ED-A46F-A895ABF6BFFE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476620" y="2235180"/>
                  <a:ext cx="15516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03DD084D-4C9E-4DE6-8589-4BF1E573CDDE}"/>
                    </a:ext>
                  </a:extLst>
                </p14:cNvPr>
                <p14:cNvContentPartPr/>
                <p14:nvPr/>
              </p14:nvContentPartPr>
              <p14:xfrm>
                <a:off x="2572380" y="1933140"/>
                <a:ext cx="194400" cy="4629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03DD084D-4C9E-4DE6-8589-4BF1E573CDDE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563740" y="1924500"/>
                  <a:ext cx="212040" cy="48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11AA06EF-1A02-43A7-B6F0-9D7CC0C3ED09}"/>
                    </a:ext>
                  </a:extLst>
                </p14:cNvPr>
                <p14:cNvContentPartPr/>
                <p14:nvPr/>
              </p14:nvContentPartPr>
              <p14:xfrm>
                <a:off x="2834820" y="2041500"/>
                <a:ext cx="145800" cy="446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11AA06EF-1A02-43A7-B6F0-9D7CC0C3ED09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825820" y="2032500"/>
                  <a:ext cx="16344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F6729005-43AE-4ADE-8BD6-D504F99BDD3F}"/>
                    </a:ext>
                  </a:extLst>
                </p14:cNvPr>
                <p14:cNvContentPartPr/>
                <p14:nvPr/>
              </p14:nvContentPartPr>
              <p14:xfrm>
                <a:off x="2894220" y="1986420"/>
                <a:ext cx="70920" cy="1688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F6729005-43AE-4ADE-8BD6-D504F99BDD3F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885220" y="1977420"/>
                  <a:ext cx="8856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8C6F74AC-CBA0-4E13-B771-49198D85DA6D}"/>
                    </a:ext>
                  </a:extLst>
                </p14:cNvPr>
                <p14:cNvContentPartPr/>
                <p14:nvPr/>
              </p14:nvContentPartPr>
              <p14:xfrm>
                <a:off x="3079980" y="1990380"/>
                <a:ext cx="41760" cy="1130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8C6F74AC-CBA0-4E13-B771-49198D85DA6D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071340" y="1981740"/>
                  <a:ext cx="5940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5362844C-AE26-4203-AD54-ECB28837AD1C}"/>
                    </a:ext>
                  </a:extLst>
                </p14:cNvPr>
                <p14:cNvContentPartPr/>
                <p14:nvPr/>
              </p14:nvContentPartPr>
              <p14:xfrm>
                <a:off x="3079980" y="1903620"/>
                <a:ext cx="61920" cy="1018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5362844C-AE26-4203-AD54-ECB28837AD1C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071340" y="1894980"/>
                  <a:ext cx="7956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0D6BA589-DBCC-43EA-BCE2-25B916FB123C}"/>
                    </a:ext>
                  </a:extLst>
                </p14:cNvPr>
                <p14:cNvContentPartPr/>
                <p14:nvPr/>
              </p14:nvContentPartPr>
              <p14:xfrm>
                <a:off x="3093660" y="1874460"/>
                <a:ext cx="220680" cy="18324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0D6BA589-DBCC-43EA-BCE2-25B916FB123C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084660" y="1865460"/>
                  <a:ext cx="23832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8A83D47-C277-4153-AF0F-209E42E40E6C}"/>
                    </a:ext>
                  </a:extLst>
                </p14:cNvPr>
                <p14:cNvContentPartPr/>
                <p14:nvPr/>
              </p14:nvContentPartPr>
              <p14:xfrm>
                <a:off x="3329460" y="1909740"/>
                <a:ext cx="101520" cy="12852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8A83D47-C277-4153-AF0F-209E42E40E6C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320460" y="1901100"/>
                  <a:ext cx="11916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E303865-7B9D-4122-A978-6C5AA882237E}"/>
                    </a:ext>
                  </a:extLst>
                </p14:cNvPr>
                <p14:cNvContentPartPr/>
                <p14:nvPr/>
              </p14:nvContentPartPr>
              <p14:xfrm>
                <a:off x="3409380" y="1821540"/>
                <a:ext cx="81360" cy="2732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E303865-7B9D-4122-A978-6C5AA882237E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400380" y="1812540"/>
                  <a:ext cx="9900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937785D6-3499-47F5-AD0C-51CA0143B847}"/>
                    </a:ext>
                  </a:extLst>
                </p14:cNvPr>
                <p14:cNvContentPartPr/>
                <p14:nvPr/>
              </p14:nvContentPartPr>
              <p14:xfrm>
                <a:off x="3450420" y="1506540"/>
                <a:ext cx="213480" cy="11847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937785D6-3499-47F5-AD0C-51CA0143B847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441420" y="1497900"/>
                  <a:ext cx="231120" cy="120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93699F01-8C7C-48DA-BBDE-B5F66EACD49A}"/>
              </a:ext>
            </a:extLst>
          </p:cNvPr>
          <p:cNvGrpSpPr/>
          <p:nvPr/>
        </p:nvGrpSpPr>
        <p:grpSpPr>
          <a:xfrm>
            <a:off x="1065420" y="2685900"/>
            <a:ext cx="738000" cy="276480"/>
            <a:chOff x="1065420" y="2685900"/>
            <a:chExt cx="738000" cy="276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4F31E34E-9AB9-4D1D-B4EE-235F190C07BA}"/>
                    </a:ext>
                  </a:extLst>
                </p14:cNvPr>
                <p14:cNvContentPartPr/>
                <p14:nvPr/>
              </p14:nvContentPartPr>
              <p14:xfrm>
                <a:off x="1065420" y="2720100"/>
                <a:ext cx="321840" cy="17136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4F31E34E-9AB9-4D1D-B4EE-235F190C07BA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056780" y="2711460"/>
                  <a:ext cx="33948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99A26F0A-E1DA-4EEC-8B5C-9E4D05CF74F2}"/>
                    </a:ext>
                  </a:extLst>
                </p14:cNvPr>
                <p14:cNvContentPartPr/>
                <p14:nvPr/>
              </p14:nvContentPartPr>
              <p14:xfrm>
                <a:off x="1391940" y="2713620"/>
                <a:ext cx="180000" cy="2037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99A26F0A-E1DA-4EEC-8B5C-9E4D05CF74F2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382940" y="2704980"/>
                  <a:ext cx="19764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A495B888-A97A-4F80-B42F-7CE7374C14BE}"/>
                    </a:ext>
                  </a:extLst>
                </p14:cNvPr>
                <p14:cNvContentPartPr/>
                <p14:nvPr/>
              </p14:nvContentPartPr>
              <p14:xfrm>
                <a:off x="1560420" y="2803620"/>
                <a:ext cx="107280" cy="15876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A495B888-A97A-4F80-B42F-7CE7374C14BE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551420" y="2794980"/>
                  <a:ext cx="12492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21667237-53F0-477B-9D12-1907EA95FA4B}"/>
                    </a:ext>
                  </a:extLst>
                </p14:cNvPr>
                <p14:cNvContentPartPr/>
                <p14:nvPr/>
              </p14:nvContentPartPr>
              <p14:xfrm>
                <a:off x="1774980" y="2685900"/>
                <a:ext cx="28440" cy="16164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21667237-53F0-477B-9D12-1907EA95FA4B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766340" y="2677260"/>
                  <a:ext cx="46080" cy="179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2754A505-41E9-4488-A448-E081EB056D17}"/>
              </a:ext>
            </a:extLst>
          </p:cNvPr>
          <p:cNvGrpSpPr/>
          <p:nvPr/>
        </p:nvGrpSpPr>
        <p:grpSpPr>
          <a:xfrm>
            <a:off x="1217700" y="3274140"/>
            <a:ext cx="421560" cy="244440"/>
            <a:chOff x="1217700" y="3274140"/>
            <a:chExt cx="421560" cy="244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E5486F9E-B955-4E51-A8EB-79B21F5A05D9}"/>
                    </a:ext>
                  </a:extLst>
                </p14:cNvPr>
                <p14:cNvContentPartPr/>
                <p14:nvPr/>
              </p14:nvContentPartPr>
              <p14:xfrm>
                <a:off x="1217700" y="3274140"/>
                <a:ext cx="168480" cy="20988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E5486F9E-B955-4E51-A8EB-79B21F5A05D9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209060" y="3265140"/>
                  <a:ext cx="18612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AF767B72-E19B-475A-B275-7D38A3903F2E}"/>
                    </a:ext>
                  </a:extLst>
                </p14:cNvPr>
                <p14:cNvContentPartPr/>
                <p14:nvPr/>
              </p14:nvContentPartPr>
              <p14:xfrm>
                <a:off x="1490220" y="3278100"/>
                <a:ext cx="149040" cy="24048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AF767B72-E19B-475A-B275-7D38A3903F2E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481220" y="3269100"/>
                  <a:ext cx="166680" cy="258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4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1717514E-F831-47B8-A3D6-4CC8069F298F}"/>
                  </a:ext>
                </a:extLst>
              </p14:cNvPr>
              <p14:cNvContentPartPr/>
              <p14:nvPr/>
            </p14:nvContentPartPr>
            <p14:xfrm>
              <a:off x="1799100" y="3235260"/>
              <a:ext cx="31320" cy="183960"/>
            </p14:xfrm>
          </p:contentPart>
        </mc:Choice>
        <mc:Fallback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1717514E-F831-47B8-A3D6-4CC8069F298F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1790100" y="3226260"/>
                <a:ext cx="48960" cy="201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722415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roup 109">
            <a:extLst>
              <a:ext uri="{FF2B5EF4-FFF2-40B4-BE49-F238E27FC236}">
                <a16:creationId xmlns:a16="http://schemas.microsoft.com/office/drawing/2014/main" id="{22204B03-4D7B-4931-90F8-9F4E54B637E9}"/>
              </a:ext>
            </a:extLst>
          </p:cNvPr>
          <p:cNvGrpSpPr/>
          <p:nvPr/>
        </p:nvGrpSpPr>
        <p:grpSpPr>
          <a:xfrm>
            <a:off x="2936700" y="37020"/>
            <a:ext cx="2944440" cy="478800"/>
            <a:chOff x="2936700" y="37020"/>
            <a:chExt cx="2944440" cy="478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67838AF0-3946-42AD-B797-545A8E9E43C8}"/>
                    </a:ext>
                  </a:extLst>
                </p14:cNvPr>
                <p14:cNvContentPartPr/>
                <p14:nvPr/>
              </p14:nvContentPartPr>
              <p14:xfrm>
                <a:off x="2936700" y="142860"/>
                <a:ext cx="92160" cy="1512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67838AF0-3946-42AD-B797-545A8E9E43C8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927700" y="133860"/>
                  <a:ext cx="10980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04488B49-D142-4017-A488-88B4E4E92A0D}"/>
                    </a:ext>
                  </a:extLst>
                </p14:cNvPr>
                <p14:cNvContentPartPr/>
                <p14:nvPr/>
              </p14:nvContentPartPr>
              <p14:xfrm>
                <a:off x="3133980" y="111540"/>
                <a:ext cx="128160" cy="2080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04488B49-D142-4017-A488-88B4E4E92A0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125340" y="102900"/>
                  <a:ext cx="14580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93044002-8D11-4B33-A4BB-E8350CC297E3}"/>
                    </a:ext>
                  </a:extLst>
                </p14:cNvPr>
                <p14:cNvContentPartPr/>
                <p14:nvPr/>
              </p14:nvContentPartPr>
              <p14:xfrm>
                <a:off x="3305340" y="152220"/>
                <a:ext cx="108360" cy="1710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93044002-8D11-4B33-A4BB-E8350CC297E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296340" y="143580"/>
                  <a:ext cx="12600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EC7C280-16F1-49BA-A6A3-96CE34A46017}"/>
                    </a:ext>
                  </a:extLst>
                </p14:cNvPr>
                <p14:cNvContentPartPr/>
                <p14:nvPr/>
              </p14:nvContentPartPr>
              <p14:xfrm>
                <a:off x="3569940" y="73380"/>
                <a:ext cx="78480" cy="2714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5EC7C280-16F1-49BA-A6A3-96CE34A4601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561300" y="64740"/>
                  <a:ext cx="9612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8871DC40-1C6A-48C5-BF64-D395CD8E0915}"/>
                    </a:ext>
                  </a:extLst>
                </p14:cNvPr>
                <p14:cNvContentPartPr/>
                <p14:nvPr/>
              </p14:nvContentPartPr>
              <p14:xfrm>
                <a:off x="3810780" y="164460"/>
                <a:ext cx="75600" cy="39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8871DC40-1C6A-48C5-BF64-D395CD8E091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801780" y="155820"/>
                  <a:ext cx="9324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AAF034C1-52CF-47CC-B014-9824371DD4DF}"/>
                    </a:ext>
                  </a:extLst>
                </p14:cNvPr>
                <p14:cNvContentPartPr/>
                <p14:nvPr/>
              </p14:nvContentPartPr>
              <p14:xfrm>
                <a:off x="3795300" y="227820"/>
                <a:ext cx="119880" cy="176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AAF034C1-52CF-47CC-B014-9824371DD4D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786300" y="218820"/>
                  <a:ext cx="13752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0F20F1A-2656-481E-8F84-C78C1BB02E9F}"/>
                    </a:ext>
                  </a:extLst>
                </p14:cNvPr>
                <p14:cNvContentPartPr/>
                <p14:nvPr/>
              </p14:nvContentPartPr>
              <p14:xfrm>
                <a:off x="4096620" y="129900"/>
                <a:ext cx="143640" cy="1612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0F20F1A-2656-481E-8F84-C78C1BB02E9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087620" y="120900"/>
                  <a:ext cx="16128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907A53E4-EC40-49B8-8D81-D3832659FABF}"/>
                    </a:ext>
                  </a:extLst>
                </p14:cNvPr>
                <p14:cNvContentPartPr/>
                <p14:nvPr/>
              </p14:nvContentPartPr>
              <p14:xfrm>
                <a:off x="4416300" y="37020"/>
                <a:ext cx="208800" cy="3016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907A53E4-EC40-49B8-8D81-D3832659FAB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407300" y="28380"/>
                  <a:ext cx="226440" cy="3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5B9D0E4-ABF0-4D9A-B8D2-C28AA8AAF3C7}"/>
                    </a:ext>
                  </a:extLst>
                </p14:cNvPr>
                <p14:cNvContentPartPr/>
                <p14:nvPr/>
              </p14:nvContentPartPr>
              <p14:xfrm>
                <a:off x="4639860" y="116580"/>
                <a:ext cx="85320" cy="2008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5B9D0E4-ABF0-4D9A-B8D2-C28AA8AAF3C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631220" y="107580"/>
                  <a:ext cx="10296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F51EF05D-2D81-4F82-939B-9B14F02BD3ED}"/>
                    </a:ext>
                  </a:extLst>
                </p14:cNvPr>
                <p14:cNvContentPartPr/>
                <p14:nvPr/>
              </p14:nvContentPartPr>
              <p14:xfrm>
                <a:off x="4697820" y="89220"/>
                <a:ext cx="173880" cy="97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F51EF05D-2D81-4F82-939B-9B14F02BD3E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689180" y="80220"/>
                  <a:ext cx="19152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BC18FB57-5E0E-4D76-BD7A-E1BAA2BFB5FF}"/>
                    </a:ext>
                  </a:extLst>
                </p14:cNvPr>
                <p14:cNvContentPartPr/>
                <p14:nvPr/>
              </p14:nvContentPartPr>
              <p14:xfrm>
                <a:off x="4819140" y="158340"/>
                <a:ext cx="122760" cy="1328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BC18FB57-5E0E-4D76-BD7A-E1BAA2BFB5F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810500" y="149700"/>
                  <a:ext cx="14040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314DFF60-3B42-43BF-B75B-4411AEA964AD}"/>
                    </a:ext>
                  </a:extLst>
                </p14:cNvPr>
                <p14:cNvContentPartPr/>
                <p14:nvPr/>
              </p14:nvContentPartPr>
              <p14:xfrm>
                <a:off x="5067540" y="56100"/>
                <a:ext cx="72720" cy="2826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314DFF60-3B42-43BF-B75B-4411AEA964AD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058900" y="47460"/>
                  <a:ext cx="9036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FF55EB8-1F57-4AFB-8BA2-EEDD9AE4F0B6}"/>
                    </a:ext>
                  </a:extLst>
                </p14:cNvPr>
                <p14:cNvContentPartPr/>
                <p14:nvPr/>
              </p14:nvContentPartPr>
              <p14:xfrm>
                <a:off x="5293980" y="114060"/>
                <a:ext cx="154440" cy="280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FF55EB8-1F57-4AFB-8BA2-EEDD9AE4F0B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285340" y="105420"/>
                  <a:ext cx="17208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787AF75-6573-4142-84C3-6AE6219FA783}"/>
                    </a:ext>
                  </a:extLst>
                </p14:cNvPr>
                <p14:cNvContentPartPr/>
                <p14:nvPr/>
              </p14:nvContentPartPr>
              <p14:xfrm>
                <a:off x="5358060" y="54660"/>
                <a:ext cx="35280" cy="2142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787AF75-6573-4142-84C3-6AE6219FA78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349060" y="45660"/>
                  <a:ext cx="5292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2C5E58EC-D3BB-40B0-B7D8-897DB69A51F3}"/>
                    </a:ext>
                  </a:extLst>
                </p14:cNvPr>
                <p14:cNvContentPartPr/>
                <p14:nvPr/>
              </p14:nvContentPartPr>
              <p14:xfrm>
                <a:off x="5330340" y="120180"/>
                <a:ext cx="157320" cy="223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2C5E58EC-D3BB-40B0-B7D8-897DB69A51F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321340" y="111180"/>
                  <a:ext cx="17496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BDFDFFC2-B2A8-4EFA-9825-A24CC6AD4027}"/>
                    </a:ext>
                  </a:extLst>
                </p14:cNvPr>
                <p14:cNvContentPartPr/>
                <p14:nvPr/>
              </p14:nvContentPartPr>
              <p14:xfrm>
                <a:off x="5695380" y="67260"/>
                <a:ext cx="185760" cy="1695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BDFDFFC2-B2A8-4EFA-9825-A24CC6AD402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686380" y="58260"/>
                  <a:ext cx="20340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063B2036-5F22-499E-A1A1-9BA80E0938AE}"/>
                    </a:ext>
                  </a:extLst>
                </p14:cNvPr>
                <p14:cNvContentPartPr/>
                <p14:nvPr/>
              </p14:nvContentPartPr>
              <p14:xfrm>
                <a:off x="4074300" y="319260"/>
                <a:ext cx="1501560" cy="19656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063B2036-5F22-499E-A1A1-9BA80E0938AE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065660" y="310260"/>
                  <a:ext cx="1519200" cy="21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B4B6B1BF-FE0C-4724-B936-4FAF4C055636}"/>
              </a:ext>
            </a:extLst>
          </p:cNvPr>
          <p:cNvGrpSpPr/>
          <p:nvPr/>
        </p:nvGrpSpPr>
        <p:grpSpPr>
          <a:xfrm>
            <a:off x="3109500" y="685020"/>
            <a:ext cx="953640" cy="317520"/>
            <a:chOff x="3109500" y="685020"/>
            <a:chExt cx="953640" cy="317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B3A00668-114F-480C-A716-32E8B834F21B}"/>
                    </a:ext>
                  </a:extLst>
                </p14:cNvPr>
                <p14:cNvContentPartPr/>
                <p14:nvPr/>
              </p14:nvContentPartPr>
              <p14:xfrm>
                <a:off x="3109500" y="739740"/>
                <a:ext cx="138960" cy="20124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B3A00668-114F-480C-A716-32E8B834F21B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100500" y="730740"/>
                  <a:ext cx="15660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B05127EC-C914-4A63-BDA5-400651DBEB3B}"/>
                    </a:ext>
                  </a:extLst>
                </p14:cNvPr>
                <p14:cNvContentPartPr/>
                <p14:nvPr/>
              </p14:nvContentPartPr>
              <p14:xfrm>
                <a:off x="3411180" y="685020"/>
                <a:ext cx="140040" cy="28044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B05127EC-C914-4A63-BDA5-400651DBEB3B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402180" y="676380"/>
                  <a:ext cx="157680" cy="29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7C08D0DA-9204-4B64-A5B8-342BE5ED40CA}"/>
                    </a:ext>
                  </a:extLst>
                </p14:cNvPr>
                <p14:cNvContentPartPr/>
                <p14:nvPr/>
              </p14:nvContentPartPr>
              <p14:xfrm>
                <a:off x="3638340" y="750540"/>
                <a:ext cx="171000" cy="19296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7C08D0DA-9204-4B64-A5B8-342BE5ED40C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629340" y="741900"/>
                  <a:ext cx="18864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0CA99194-F761-43F3-B710-3C44A4060AD0}"/>
                    </a:ext>
                  </a:extLst>
                </p14:cNvPr>
                <p14:cNvContentPartPr/>
                <p14:nvPr/>
              </p14:nvContentPartPr>
              <p14:xfrm>
                <a:off x="3994380" y="708420"/>
                <a:ext cx="68760" cy="29412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0CA99194-F761-43F3-B710-3C44A4060AD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985740" y="699780"/>
                  <a:ext cx="86400" cy="311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26EDA0BF-256F-4E41-9AEA-6A9F981AEF3D}"/>
                  </a:ext>
                </a:extLst>
              </p14:cNvPr>
              <p14:cNvContentPartPr/>
              <p14:nvPr/>
            </p14:nvContentPartPr>
            <p14:xfrm>
              <a:off x="4285260" y="817500"/>
              <a:ext cx="119880" cy="74160"/>
            </p14:xfrm>
          </p:contentPart>
        </mc:Choice>
        <mc:Fallback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26EDA0BF-256F-4E41-9AEA-6A9F981AEF3D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4276260" y="808860"/>
                <a:ext cx="137520" cy="9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71CCDB44-1522-4573-ABD9-8AF622D7804A}"/>
                  </a:ext>
                </a:extLst>
              </p14:cNvPr>
              <p14:cNvContentPartPr/>
              <p14:nvPr/>
            </p14:nvContentPartPr>
            <p14:xfrm>
              <a:off x="4818060" y="703020"/>
              <a:ext cx="124200" cy="181800"/>
            </p14:xfrm>
          </p:contentPart>
        </mc:Choice>
        <mc:Fallback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71CCDB44-1522-4573-ABD9-8AF622D7804A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4809060" y="694020"/>
                <a:ext cx="141840" cy="199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52" name="Group 151">
            <a:extLst>
              <a:ext uri="{FF2B5EF4-FFF2-40B4-BE49-F238E27FC236}">
                <a16:creationId xmlns:a16="http://schemas.microsoft.com/office/drawing/2014/main" id="{FF9E8591-0EB6-42BD-9EC6-212F18F5AB4F}"/>
              </a:ext>
            </a:extLst>
          </p:cNvPr>
          <p:cNvGrpSpPr/>
          <p:nvPr/>
        </p:nvGrpSpPr>
        <p:grpSpPr>
          <a:xfrm>
            <a:off x="5134860" y="467580"/>
            <a:ext cx="1355400" cy="550440"/>
            <a:chOff x="5134860" y="467580"/>
            <a:chExt cx="1355400" cy="550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4BC7BED5-0122-4B83-90A8-907447BE3485}"/>
                    </a:ext>
                  </a:extLst>
                </p14:cNvPr>
                <p14:cNvContentPartPr/>
                <p14:nvPr/>
              </p14:nvContentPartPr>
              <p14:xfrm>
                <a:off x="5134860" y="552540"/>
                <a:ext cx="235080" cy="46548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4BC7BED5-0122-4B83-90A8-907447BE3485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126220" y="543540"/>
                  <a:ext cx="252720" cy="48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C0339291-EC4B-4CED-8C58-3B786A2531D9}"/>
                    </a:ext>
                  </a:extLst>
                </p14:cNvPr>
                <p14:cNvContentPartPr/>
                <p14:nvPr/>
              </p14:nvContentPartPr>
              <p14:xfrm>
                <a:off x="5401260" y="701580"/>
                <a:ext cx="141120" cy="20232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C0339291-EC4B-4CED-8C58-3B786A2531D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392260" y="692580"/>
                  <a:ext cx="15876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837732CA-1E2B-458F-8A6A-DFCD46DC6476}"/>
                    </a:ext>
                  </a:extLst>
                </p14:cNvPr>
                <p14:cNvContentPartPr/>
                <p14:nvPr/>
              </p14:nvContentPartPr>
              <p14:xfrm>
                <a:off x="5620860" y="501420"/>
                <a:ext cx="1440" cy="12672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837732CA-1E2B-458F-8A6A-DFCD46DC647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612220" y="492420"/>
                  <a:ext cx="1908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EB0C65AF-98D0-4BCD-A7CD-56A6DA4C3286}"/>
                    </a:ext>
                  </a:extLst>
                </p14:cNvPr>
                <p14:cNvContentPartPr/>
                <p14:nvPr/>
              </p14:nvContentPartPr>
              <p14:xfrm>
                <a:off x="5666220" y="503220"/>
                <a:ext cx="83160" cy="21960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EB0C65AF-98D0-4BCD-A7CD-56A6DA4C3286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657580" y="494220"/>
                  <a:ext cx="10080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D410BC91-2E01-4C73-B8C3-F697B5731AD2}"/>
                    </a:ext>
                  </a:extLst>
                </p14:cNvPr>
                <p14:cNvContentPartPr/>
                <p14:nvPr/>
              </p14:nvContentPartPr>
              <p14:xfrm>
                <a:off x="5787540" y="625260"/>
                <a:ext cx="183240" cy="9216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D410BC91-2E01-4C73-B8C3-F697B5731AD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778540" y="616620"/>
                  <a:ext cx="20088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90A0248A-65C7-4970-BE2F-FA2848E65D11}"/>
                    </a:ext>
                  </a:extLst>
                </p14:cNvPr>
                <p14:cNvContentPartPr/>
                <p14:nvPr/>
              </p14:nvContentPartPr>
              <p14:xfrm>
                <a:off x="5932980" y="467580"/>
                <a:ext cx="175320" cy="46800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90A0248A-65C7-4970-BE2F-FA2848E65D11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923980" y="458940"/>
                  <a:ext cx="192960" cy="48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7A805E30-A55D-41E9-800F-2230E67AC8C4}"/>
                    </a:ext>
                  </a:extLst>
                </p14:cNvPr>
                <p14:cNvContentPartPr/>
                <p14:nvPr/>
              </p14:nvContentPartPr>
              <p14:xfrm>
                <a:off x="6292620" y="727500"/>
                <a:ext cx="153720" cy="1260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7A805E30-A55D-41E9-800F-2230E67AC8C4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283620" y="718500"/>
                  <a:ext cx="17136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E7D3A423-EA99-4B51-A33D-11C2A4C503F4}"/>
                    </a:ext>
                  </a:extLst>
                </p14:cNvPr>
                <p14:cNvContentPartPr/>
                <p14:nvPr/>
              </p14:nvContentPartPr>
              <p14:xfrm>
                <a:off x="6363540" y="638220"/>
                <a:ext cx="29880" cy="22212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E7D3A423-EA99-4B51-A33D-11C2A4C503F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354540" y="629580"/>
                  <a:ext cx="4752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B62C750D-C1E3-40FF-A972-ADF866E983B6}"/>
                    </a:ext>
                  </a:extLst>
                </p14:cNvPr>
                <p14:cNvContentPartPr/>
                <p14:nvPr/>
              </p14:nvContentPartPr>
              <p14:xfrm>
                <a:off x="6306300" y="765660"/>
                <a:ext cx="49320" cy="540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B62C750D-C1E3-40FF-A972-ADF866E983B6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297300" y="756660"/>
                  <a:ext cx="6696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593A73BB-C16C-4B97-ADAE-93C2F1C6E261}"/>
                    </a:ext>
                  </a:extLst>
                </p14:cNvPr>
                <p14:cNvContentPartPr/>
                <p14:nvPr/>
              </p14:nvContentPartPr>
              <p14:xfrm>
                <a:off x="6307380" y="738660"/>
                <a:ext cx="182880" cy="1404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593A73BB-C16C-4B97-ADAE-93C2F1C6E261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298380" y="730020"/>
                  <a:ext cx="200520" cy="31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AC87F6A1-31ED-490D-84EC-4E1B43889618}"/>
                  </a:ext>
                </a:extLst>
              </p14:cNvPr>
              <p14:cNvContentPartPr/>
              <p14:nvPr/>
            </p14:nvContentPartPr>
            <p14:xfrm>
              <a:off x="6867540" y="624180"/>
              <a:ext cx="193680" cy="145080"/>
            </p14:xfrm>
          </p:contentPart>
        </mc:Choice>
        <mc:Fallback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AC87F6A1-31ED-490D-84EC-4E1B43889618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6858900" y="615540"/>
                <a:ext cx="211320" cy="16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E6FAF03E-5C92-41A8-BD61-72F0022F2457}"/>
                  </a:ext>
                </a:extLst>
              </p14:cNvPr>
              <p14:cNvContentPartPr/>
              <p14:nvPr/>
            </p14:nvContentPartPr>
            <p14:xfrm>
              <a:off x="174420" y="370740"/>
              <a:ext cx="40680" cy="158400"/>
            </p14:xfrm>
          </p:contentPart>
        </mc:Choice>
        <mc:Fallback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E6FAF03E-5C92-41A8-BD61-72F0022F2457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165420" y="361740"/>
                <a:ext cx="58320" cy="17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155" name="Ink 154">
                <a:extLst>
                  <a:ext uri="{FF2B5EF4-FFF2-40B4-BE49-F238E27FC236}">
                    <a16:creationId xmlns:a16="http://schemas.microsoft.com/office/drawing/2014/main" id="{6876B4FB-512B-4AE9-9832-7041E845D3DA}"/>
                  </a:ext>
                </a:extLst>
              </p14:cNvPr>
              <p14:cNvContentPartPr/>
              <p14:nvPr/>
            </p14:nvContentPartPr>
            <p14:xfrm>
              <a:off x="197820" y="362100"/>
              <a:ext cx="21240" cy="177480"/>
            </p14:xfrm>
          </p:contentPart>
        </mc:Choice>
        <mc:Fallback>
          <p:pic>
            <p:nvPicPr>
              <p:cNvPr id="155" name="Ink 154">
                <a:extLst>
                  <a:ext uri="{FF2B5EF4-FFF2-40B4-BE49-F238E27FC236}">
                    <a16:creationId xmlns:a16="http://schemas.microsoft.com/office/drawing/2014/main" id="{6876B4FB-512B-4AE9-9832-7041E845D3DA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189180" y="353100"/>
                <a:ext cx="38880" cy="19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156" name="Ink 155">
                <a:extLst>
                  <a:ext uri="{FF2B5EF4-FFF2-40B4-BE49-F238E27FC236}">
                    <a16:creationId xmlns:a16="http://schemas.microsoft.com/office/drawing/2014/main" id="{6754CF24-5437-4279-96D7-D162592BE3C3}"/>
                  </a:ext>
                </a:extLst>
              </p14:cNvPr>
              <p14:cNvContentPartPr/>
              <p14:nvPr/>
            </p14:nvContentPartPr>
            <p14:xfrm>
              <a:off x="166860" y="298020"/>
              <a:ext cx="230400" cy="547560"/>
            </p14:xfrm>
          </p:contentPart>
        </mc:Choice>
        <mc:Fallback>
          <p:pic>
            <p:nvPicPr>
              <p:cNvPr id="156" name="Ink 155">
                <a:extLst>
                  <a:ext uri="{FF2B5EF4-FFF2-40B4-BE49-F238E27FC236}">
                    <a16:creationId xmlns:a16="http://schemas.microsoft.com/office/drawing/2014/main" id="{6754CF24-5437-4279-96D7-D162592BE3C3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157860" y="289020"/>
                <a:ext cx="248040" cy="56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0ECFAA00-69AD-4F9A-AD48-A5A5F23DA1E4}"/>
                  </a:ext>
                </a:extLst>
              </p14:cNvPr>
              <p14:cNvContentPartPr/>
              <p14:nvPr/>
            </p14:nvContentPartPr>
            <p14:xfrm>
              <a:off x="577260" y="390540"/>
              <a:ext cx="138240" cy="194760"/>
            </p14:xfrm>
          </p:contentPart>
        </mc:Choice>
        <mc:Fallback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0ECFAA00-69AD-4F9A-AD48-A5A5F23DA1E4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568620" y="381540"/>
                <a:ext cx="155880" cy="21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158" name="Ink 157">
                <a:extLst>
                  <a:ext uri="{FF2B5EF4-FFF2-40B4-BE49-F238E27FC236}">
                    <a16:creationId xmlns:a16="http://schemas.microsoft.com/office/drawing/2014/main" id="{4DB4580A-00D9-42A5-A170-31A54BAB2671}"/>
                  </a:ext>
                </a:extLst>
              </p14:cNvPr>
              <p14:cNvContentPartPr/>
              <p14:nvPr/>
            </p14:nvContentPartPr>
            <p14:xfrm>
              <a:off x="687420" y="361020"/>
              <a:ext cx="106200" cy="222120"/>
            </p14:xfrm>
          </p:contentPart>
        </mc:Choice>
        <mc:Fallback>
          <p:pic>
            <p:nvPicPr>
              <p:cNvPr id="158" name="Ink 157">
                <a:extLst>
                  <a:ext uri="{FF2B5EF4-FFF2-40B4-BE49-F238E27FC236}">
                    <a16:creationId xmlns:a16="http://schemas.microsoft.com/office/drawing/2014/main" id="{4DB4580A-00D9-42A5-A170-31A54BAB2671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678420" y="352380"/>
                <a:ext cx="123840" cy="23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159" name="Ink 158">
                <a:extLst>
                  <a:ext uri="{FF2B5EF4-FFF2-40B4-BE49-F238E27FC236}">
                    <a16:creationId xmlns:a16="http://schemas.microsoft.com/office/drawing/2014/main" id="{A04D3CCC-A9FE-4FA6-A1C2-5BA680963A73}"/>
                  </a:ext>
                </a:extLst>
              </p14:cNvPr>
              <p14:cNvContentPartPr/>
              <p14:nvPr/>
            </p14:nvContentPartPr>
            <p14:xfrm>
              <a:off x="796140" y="351660"/>
              <a:ext cx="22320" cy="285480"/>
            </p14:xfrm>
          </p:contentPart>
        </mc:Choice>
        <mc:Fallback>
          <p:pic>
            <p:nvPicPr>
              <p:cNvPr id="159" name="Ink 158">
                <a:extLst>
                  <a:ext uri="{FF2B5EF4-FFF2-40B4-BE49-F238E27FC236}">
                    <a16:creationId xmlns:a16="http://schemas.microsoft.com/office/drawing/2014/main" id="{A04D3CCC-A9FE-4FA6-A1C2-5BA680963A73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787500" y="342660"/>
                <a:ext cx="39960" cy="30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F44F8A5B-338C-4C76-9E08-FF7391D4D014}"/>
                  </a:ext>
                </a:extLst>
              </p14:cNvPr>
              <p14:cNvContentPartPr/>
              <p14:nvPr/>
            </p14:nvContentPartPr>
            <p14:xfrm>
              <a:off x="877860" y="422220"/>
              <a:ext cx="256680" cy="159480"/>
            </p14:xfrm>
          </p:contentPart>
        </mc:Choice>
        <mc:Fallback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F44F8A5B-338C-4C76-9E08-FF7391D4D014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868860" y="413220"/>
                <a:ext cx="274320" cy="17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FFFDD8DE-9AF1-40B1-A42C-C3353E6CAB15}"/>
                  </a:ext>
                </a:extLst>
              </p14:cNvPr>
              <p14:cNvContentPartPr/>
              <p14:nvPr/>
            </p14:nvContentPartPr>
            <p14:xfrm>
              <a:off x="1113660" y="339420"/>
              <a:ext cx="229320" cy="251640"/>
            </p14:xfrm>
          </p:contentPart>
        </mc:Choice>
        <mc:Fallback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FFFDD8DE-9AF1-40B1-A42C-C3353E6CAB15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1105020" y="330780"/>
                <a:ext cx="246960" cy="26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162" name="Ink 161">
                <a:extLst>
                  <a:ext uri="{FF2B5EF4-FFF2-40B4-BE49-F238E27FC236}">
                    <a16:creationId xmlns:a16="http://schemas.microsoft.com/office/drawing/2014/main" id="{AF35E1FE-3A14-4468-8160-0F9643708605}"/>
                  </a:ext>
                </a:extLst>
              </p14:cNvPr>
              <p14:cNvContentPartPr/>
              <p14:nvPr/>
            </p14:nvContentPartPr>
            <p14:xfrm>
              <a:off x="1286100" y="457140"/>
              <a:ext cx="84240" cy="15840"/>
            </p14:xfrm>
          </p:contentPart>
        </mc:Choice>
        <mc:Fallback>
          <p:pic>
            <p:nvPicPr>
              <p:cNvPr id="162" name="Ink 161">
                <a:extLst>
                  <a:ext uri="{FF2B5EF4-FFF2-40B4-BE49-F238E27FC236}">
                    <a16:creationId xmlns:a16="http://schemas.microsoft.com/office/drawing/2014/main" id="{AF35E1FE-3A14-4468-8160-0F9643708605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1277100" y="448500"/>
                <a:ext cx="101880" cy="3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163" name="Ink 162">
                <a:extLst>
                  <a:ext uri="{FF2B5EF4-FFF2-40B4-BE49-F238E27FC236}">
                    <a16:creationId xmlns:a16="http://schemas.microsoft.com/office/drawing/2014/main" id="{B7085674-D830-4111-BBE9-5C2801258780}"/>
                  </a:ext>
                </a:extLst>
              </p14:cNvPr>
              <p14:cNvContentPartPr/>
              <p14:nvPr/>
            </p14:nvContentPartPr>
            <p14:xfrm>
              <a:off x="1460340" y="399900"/>
              <a:ext cx="135000" cy="181440"/>
            </p14:xfrm>
          </p:contentPart>
        </mc:Choice>
        <mc:Fallback>
          <p:pic>
            <p:nvPicPr>
              <p:cNvPr id="163" name="Ink 162">
                <a:extLst>
                  <a:ext uri="{FF2B5EF4-FFF2-40B4-BE49-F238E27FC236}">
                    <a16:creationId xmlns:a16="http://schemas.microsoft.com/office/drawing/2014/main" id="{B7085674-D830-4111-BBE9-5C2801258780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1451340" y="390900"/>
                <a:ext cx="152640" cy="19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F7A058E6-D00C-4106-AB41-53193B13F711}"/>
                  </a:ext>
                </a:extLst>
              </p14:cNvPr>
              <p14:cNvContentPartPr/>
              <p14:nvPr/>
            </p14:nvContentPartPr>
            <p14:xfrm>
              <a:off x="1613340" y="283980"/>
              <a:ext cx="155160" cy="284040"/>
            </p14:xfrm>
          </p:contentPart>
        </mc:Choice>
        <mc:Fallback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F7A058E6-D00C-4106-AB41-53193B13F711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1604340" y="275340"/>
                <a:ext cx="172800" cy="30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89E8E8B0-F2F0-4B36-9FB7-0B7D4AD8D40F}"/>
                  </a:ext>
                </a:extLst>
              </p14:cNvPr>
              <p14:cNvContentPartPr/>
              <p14:nvPr/>
            </p14:nvContentPartPr>
            <p14:xfrm>
              <a:off x="1810620" y="398460"/>
              <a:ext cx="117720" cy="135360"/>
            </p14:xfrm>
          </p:contentPart>
        </mc:Choice>
        <mc:Fallback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89E8E8B0-F2F0-4B36-9FB7-0B7D4AD8D40F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1801620" y="389460"/>
                <a:ext cx="135360" cy="153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08" name="Group 207">
            <a:extLst>
              <a:ext uri="{FF2B5EF4-FFF2-40B4-BE49-F238E27FC236}">
                <a16:creationId xmlns:a16="http://schemas.microsoft.com/office/drawing/2014/main" id="{E7C33EA2-6943-412E-9CB6-BB6EEF500818}"/>
              </a:ext>
            </a:extLst>
          </p:cNvPr>
          <p:cNvGrpSpPr/>
          <p:nvPr/>
        </p:nvGrpSpPr>
        <p:grpSpPr>
          <a:xfrm>
            <a:off x="302580" y="872940"/>
            <a:ext cx="1410120" cy="269640"/>
            <a:chOff x="302580" y="872940"/>
            <a:chExt cx="1410120" cy="269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F35ED3E9-4A9F-4615-A346-D5118A62B3CE}"/>
                    </a:ext>
                  </a:extLst>
                </p14:cNvPr>
                <p14:cNvContentPartPr/>
                <p14:nvPr/>
              </p14:nvContentPartPr>
              <p14:xfrm>
                <a:off x="302580" y="872940"/>
                <a:ext cx="138960" cy="26784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F35ED3E9-4A9F-4615-A346-D5118A62B3CE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93580" y="864300"/>
                  <a:ext cx="15660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13B4DF7D-CCE4-4C85-8207-02DB6ECB72F2}"/>
                    </a:ext>
                  </a:extLst>
                </p14:cNvPr>
                <p14:cNvContentPartPr/>
                <p14:nvPr/>
              </p14:nvContentPartPr>
              <p14:xfrm>
                <a:off x="528300" y="961500"/>
                <a:ext cx="364320" cy="18108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13B4DF7D-CCE4-4C85-8207-02DB6ECB72F2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19660" y="952500"/>
                  <a:ext cx="38196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EED34B8D-B3E2-49D5-9AB7-D9AB6FBD526A}"/>
                    </a:ext>
                  </a:extLst>
                </p14:cNvPr>
                <p14:cNvContentPartPr/>
                <p14:nvPr/>
              </p14:nvContentPartPr>
              <p14:xfrm>
                <a:off x="856980" y="972660"/>
                <a:ext cx="177480" cy="15480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EED34B8D-B3E2-49D5-9AB7-D9AB6FBD526A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47980" y="964020"/>
                  <a:ext cx="19512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48D8CC05-884E-434E-B9E7-F2AB06E038F4}"/>
                    </a:ext>
                  </a:extLst>
                </p14:cNvPr>
                <p14:cNvContentPartPr/>
                <p14:nvPr/>
              </p14:nvContentPartPr>
              <p14:xfrm>
                <a:off x="1110060" y="976260"/>
                <a:ext cx="202320" cy="14760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48D8CC05-884E-434E-B9E7-F2AB06E038F4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101060" y="967260"/>
                  <a:ext cx="21996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104C6945-55DB-4E1A-B977-AE4BCD6027DE}"/>
                    </a:ext>
                  </a:extLst>
                </p14:cNvPr>
                <p14:cNvContentPartPr/>
                <p14:nvPr/>
              </p14:nvContentPartPr>
              <p14:xfrm>
                <a:off x="1303020" y="960060"/>
                <a:ext cx="119160" cy="14004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104C6945-55DB-4E1A-B977-AE4BCD6027DE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294380" y="951420"/>
                  <a:ext cx="13680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F47BFE57-77E3-4390-9179-41D48B8D8DA5}"/>
                    </a:ext>
                  </a:extLst>
                </p14:cNvPr>
                <p14:cNvContentPartPr/>
                <p14:nvPr/>
              </p14:nvContentPartPr>
              <p14:xfrm>
                <a:off x="1456380" y="983820"/>
                <a:ext cx="256320" cy="14148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F47BFE57-77E3-4390-9179-41D48B8D8DA5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447740" y="975180"/>
                  <a:ext cx="273960" cy="159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7" name="Group 206">
            <a:extLst>
              <a:ext uri="{FF2B5EF4-FFF2-40B4-BE49-F238E27FC236}">
                <a16:creationId xmlns:a16="http://schemas.microsoft.com/office/drawing/2014/main" id="{3B8B8EEB-E00A-481B-B8BB-610C75843AA3}"/>
              </a:ext>
            </a:extLst>
          </p:cNvPr>
          <p:cNvGrpSpPr/>
          <p:nvPr/>
        </p:nvGrpSpPr>
        <p:grpSpPr>
          <a:xfrm>
            <a:off x="2048220" y="808140"/>
            <a:ext cx="264240" cy="278280"/>
            <a:chOff x="2048220" y="808140"/>
            <a:chExt cx="264240" cy="278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EC769FF1-68DB-424D-87FF-310E548603ED}"/>
                    </a:ext>
                  </a:extLst>
                </p14:cNvPr>
                <p14:cNvContentPartPr/>
                <p14:nvPr/>
              </p14:nvContentPartPr>
              <p14:xfrm>
                <a:off x="2048220" y="933780"/>
                <a:ext cx="23400" cy="15264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EC769FF1-68DB-424D-87FF-310E548603ED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2039580" y="924780"/>
                  <a:ext cx="4104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7EFCF058-27BB-4C9D-868C-031ACCD9D67E}"/>
                    </a:ext>
                  </a:extLst>
                </p14:cNvPr>
                <p14:cNvContentPartPr/>
                <p14:nvPr/>
              </p14:nvContentPartPr>
              <p14:xfrm>
                <a:off x="2052180" y="808140"/>
                <a:ext cx="1440" cy="2124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7EFCF058-27BB-4C9D-868C-031ACCD9D67E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2043540" y="799140"/>
                  <a:ext cx="1908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DC654E11-21CE-4E8E-9D77-26E149BECDD2}"/>
                    </a:ext>
                  </a:extLst>
                </p14:cNvPr>
                <p14:cNvContentPartPr/>
                <p14:nvPr/>
              </p14:nvContentPartPr>
              <p14:xfrm>
                <a:off x="2147580" y="886980"/>
                <a:ext cx="164880" cy="15372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DC654E11-21CE-4E8E-9D77-26E149BECDD2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2138580" y="877980"/>
                  <a:ext cx="182520" cy="171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C147D4F5-34F1-408D-B729-72076E47A5D0}"/>
              </a:ext>
            </a:extLst>
          </p:cNvPr>
          <p:cNvGrpSpPr/>
          <p:nvPr/>
        </p:nvGrpSpPr>
        <p:grpSpPr>
          <a:xfrm>
            <a:off x="456660" y="1378380"/>
            <a:ext cx="2713320" cy="1051560"/>
            <a:chOff x="456660" y="1378380"/>
            <a:chExt cx="2713320" cy="1051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6F59C3DE-67DF-437D-B1DB-41E2433DF474}"/>
                    </a:ext>
                  </a:extLst>
                </p14:cNvPr>
                <p14:cNvContentPartPr/>
                <p14:nvPr/>
              </p14:nvContentPartPr>
              <p14:xfrm>
                <a:off x="456660" y="1549380"/>
                <a:ext cx="291600" cy="19008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6F59C3DE-67DF-437D-B1DB-41E2433DF474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48020" y="1540740"/>
                  <a:ext cx="30924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0599065B-1E24-41DC-AB91-3E24E2D4BFE6}"/>
                    </a:ext>
                  </a:extLst>
                </p14:cNvPr>
                <p14:cNvContentPartPr/>
                <p14:nvPr/>
              </p14:nvContentPartPr>
              <p14:xfrm>
                <a:off x="780660" y="1604820"/>
                <a:ext cx="153000" cy="15300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0599065B-1E24-41DC-AB91-3E24E2D4BFE6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72020" y="1596180"/>
                  <a:ext cx="17064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6BE3BFBA-CCE8-4B83-A372-89B0C67EEAF1}"/>
                    </a:ext>
                  </a:extLst>
                </p14:cNvPr>
                <p14:cNvContentPartPr/>
                <p14:nvPr/>
              </p14:nvContentPartPr>
              <p14:xfrm>
                <a:off x="1031940" y="1531380"/>
                <a:ext cx="91080" cy="18000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6BE3BFBA-CCE8-4B83-A372-89B0C67EEAF1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022940" y="1522380"/>
                  <a:ext cx="10872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78714850-CF2F-42E8-82F9-8C1CCD92D08E}"/>
                    </a:ext>
                  </a:extLst>
                </p14:cNvPr>
                <p14:cNvContentPartPr/>
                <p14:nvPr/>
              </p14:nvContentPartPr>
              <p14:xfrm>
                <a:off x="1017540" y="1591140"/>
                <a:ext cx="145800" cy="2628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78714850-CF2F-42E8-82F9-8C1CCD92D08E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008540" y="1582140"/>
                  <a:ext cx="16344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84699234-42C2-4061-BE61-1FC11DEC30C9}"/>
                    </a:ext>
                  </a:extLst>
                </p14:cNvPr>
                <p14:cNvContentPartPr/>
                <p14:nvPr/>
              </p14:nvContentPartPr>
              <p14:xfrm>
                <a:off x="1684620" y="1386660"/>
                <a:ext cx="168840" cy="27324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84699234-42C2-4061-BE61-1FC11DEC30C9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675620" y="1377660"/>
                  <a:ext cx="18648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1CA65508-1A41-4985-B389-4FFDE2645A72}"/>
                    </a:ext>
                  </a:extLst>
                </p14:cNvPr>
                <p14:cNvContentPartPr/>
                <p14:nvPr/>
              </p14:nvContentPartPr>
              <p14:xfrm>
                <a:off x="1949220" y="1400340"/>
                <a:ext cx="49320" cy="23508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1CA65508-1A41-4985-B389-4FFDE2645A72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940220" y="1391700"/>
                  <a:ext cx="6696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AB8F3E5C-B49C-4B30-89FA-4F869F4C2736}"/>
                    </a:ext>
                  </a:extLst>
                </p14:cNvPr>
                <p14:cNvContentPartPr/>
                <p14:nvPr/>
              </p14:nvContentPartPr>
              <p14:xfrm>
                <a:off x="2063700" y="1475940"/>
                <a:ext cx="228600" cy="13860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AB8F3E5C-B49C-4B30-89FA-4F869F4C2736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2055060" y="1466940"/>
                  <a:ext cx="24624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CFDDDD8F-37AD-42EB-B704-88E1D86E125B}"/>
                    </a:ext>
                  </a:extLst>
                </p14:cNvPr>
                <p14:cNvContentPartPr/>
                <p14:nvPr/>
              </p14:nvContentPartPr>
              <p14:xfrm>
                <a:off x="2298420" y="1462620"/>
                <a:ext cx="162000" cy="14364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CFDDDD8F-37AD-42EB-B704-88E1D86E125B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2289780" y="1453620"/>
                  <a:ext cx="17964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327DA0A3-7446-44C4-9D03-E576FBFB2B7E}"/>
                    </a:ext>
                  </a:extLst>
                </p14:cNvPr>
                <p14:cNvContentPartPr/>
                <p14:nvPr/>
              </p14:nvContentPartPr>
              <p14:xfrm>
                <a:off x="2446380" y="1378380"/>
                <a:ext cx="222120" cy="23400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327DA0A3-7446-44C4-9D03-E576FBFB2B7E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2437380" y="1369380"/>
                  <a:ext cx="23976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34A285F1-5D32-4F92-99DE-6500DFDA1B53}"/>
                    </a:ext>
                  </a:extLst>
                </p14:cNvPr>
                <p14:cNvContentPartPr/>
                <p14:nvPr/>
              </p14:nvContentPartPr>
              <p14:xfrm>
                <a:off x="2641140" y="1389540"/>
                <a:ext cx="165960" cy="18108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34A285F1-5D32-4F92-99DE-6500DFDA1B53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632500" y="1380900"/>
                  <a:ext cx="18360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84955086-58AB-40CD-9925-87300342DC3D}"/>
                    </a:ext>
                  </a:extLst>
                </p14:cNvPr>
                <p14:cNvContentPartPr/>
                <p14:nvPr/>
              </p14:nvContentPartPr>
              <p14:xfrm>
                <a:off x="2908620" y="1435980"/>
                <a:ext cx="261360" cy="43236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84955086-58AB-40CD-9925-87300342DC3D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2899980" y="1427340"/>
                  <a:ext cx="279000" cy="45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CAACD714-F16D-4771-8AEA-ECBF6AB98EC7}"/>
                    </a:ext>
                  </a:extLst>
                </p14:cNvPr>
                <p14:cNvContentPartPr/>
                <p14:nvPr/>
              </p14:nvContentPartPr>
              <p14:xfrm>
                <a:off x="980820" y="2019900"/>
                <a:ext cx="338760" cy="41004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CAACD714-F16D-4771-8AEA-ECBF6AB98EC7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972180" y="2010900"/>
                  <a:ext cx="356400" cy="42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DB9C2266-FD6E-4A04-B349-01F2AD878B57}"/>
                    </a:ext>
                  </a:extLst>
                </p14:cNvPr>
                <p14:cNvContentPartPr/>
                <p14:nvPr/>
              </p14:nvContentPartPr>
              <p14:xfrm>
                <a:off x="1319220" y="2173980"/>
                <a:ext cx="140400" cy="16020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DB9C2266-FD6E-4A04-B349-01F2AD878B57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310580" y="2165340"/>
                  <a:ext cx="15804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D5F64ADB-6E98-4D13-BC16-9912C3BBA977}"/>
                    </a:ext>
                  </a:extLst>
                </p14:cNvPr>
                <p14:cNvContentPartPr/>
                <p14:nvPr/>
              </p14:nvContentPartPr>
              <p14:xfrm>
                <a:off x="1581660" y="2046540"/>
                <a:ext cx="15840" cy="33300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D5F64ADB-6E98-4D13-BC16-9912C3BBA977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572660" y="2037900"/>
                  <a:ext cx="33480" cy="35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85BEC1DE-FC3A-4F46-928B-A51581068582}"/>
                    </a:ext>
                  </a:extLst>
                </p14:cNvPr>
                <p14:cNvContentPartPr/>
                <p14:nvPr/>
              </p14:nvContentPartPr>
              <p14:xfrm>
                <a:off x="1587420" y="2030700"/>
                <a:ext cx="514080" cy="24408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85BEC1DE-FC3A-4F46-928B-A51581068582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578780" y="2022060"/>
                  <a:ext cx="53172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C5C5727C-4060-4357-A823-3511DD62EA9A}"/>
                    </a:ext>
                  </a:extLst>
                </p14:cNvPr>
                <p14:cNvContentPartPr/>
                <p14:nvPr/>
              </p14:nvContentPartPr>
              <p14:xfrm>
                <a:off x="2039580" y="2000820"/>
                <a:ext cx="16560" cy="2016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C5C5727C-4060-4357-A823-3511DD62EA9A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2030940" y="1991820"/>
                  <a:ext cx="3420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757EA5FE-5856-46B1-8D46-889F0AE0FDE3}"/>
                    </a:ext>
                  </a:extLst>
                </p14:cNvPr>
                <p14:cNvContentPartPr/>
                <p14:nvPr/>
              </p14:nvContentPartPr>
              <p14:xfrm>
                <a:off x="2158020" y="2034300"/>
                <a:ext cx="362520" cy="15912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757EA5FE-5856-46B1-8D46-889F0AE0FDE3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2149020" y="2025660"/>
                  <a:ext cx="38016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BC2E6DE3-E577-4F7D-B1A3-692BFA910B17}"/>
                    </a:ext>
                  </a:extLst>
                </p14:cNvPr>
                <p14:cNvContentPartPr/>
                <p14:nvPr/>
              </p14:nvContentPartPr>
              <p14:xfrm>
                <a:off x="2528460" y="1978140"/>
                <a:ext cx="145080" cy="19980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BC2E6DE3-E577-4F7D-B1A3-692BFA910B17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2519820" y="1969500"/>
                  <a:ext cx="16272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312115C8-A131-4429-9E9A-969594E170D2}"/>
                    </a:ext>
                  </a:extLst>
                </p14:cNvPr>
                <p14:cNvContentPartPr/>
                <p14:nvPr/>
              </p14:nvContentPartPr>
              <p14:xfrm>
                <a:off x="2748780" y="1909020"/>
                <a:ext cx="285480" cy="23004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312115C8-A131-4429-9E9A-969594E170D2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2740140" y="1900020"/>
                  <a:ext cx="30312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579746E2-89AA-47FC-BD41-39A3C10BBA54}"/>
                    </a:ext>
                  </a:extLst>
                </p14:cNvPr>
                <p14:cNvContentPartPr/>
                <p14:nvPr/>
              </p14:nvContentPartPr>
              <p14:xfrm>
                <a:off x="3087900" y="2056980"/>
                <a:ext cx="37080" cy="972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579746E2-89AA-47FC-BD41-39A3C10BBA54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3078900" y="2048340"/>
                  <a:ext cx="54720" cy="27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5" name="Group 204">
            <a:extLst>
              <a:ext uri="{FF2B5EF4-FFF2-40B4-BE49-F238E27FC236}">
                <a16:creationId xmlns:a16="http://schemas.microsoft.com/office/drawing/2014/main" id="{67639138-603D-4735-AFEC-499086D680B4}"/>
              </a:ext>
            </a:extLst>
          </p:cNvPr>
          <p:cNvGrpSpPr/>
          <p:nvPr/>
        </p:nvGrpSpPr>
        <p:grpSpPr>
          <a:xfrm>
            <a:off x="352620" y="2798580"/>
            <a:ext cx="357840" cy="508680"/>
            <a:chOff x="352620" y="2798580"/>
            <a:chExt cx="357840" cy="508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71A1E167-828F-465B-B964-D4EA0E8E36D3}"/>
                    </a:ext>
                  </a:extLst>
                </p14:cNvPr>
                <p14:cNvContentPartPr/>
                <p14:nvPr/>
              </p14:nvContentPartPr>
              <p14:xfrm>
                <a:off x="374580" y="2869500"/>
                <a:ext cx="213840" cy="27648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71A1E167-828F-465B-B964-D4EA0E8E36D3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365580" y="2860860"/>
                  <a:ext cx="23148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797DEE75-94D4-4CBF-AD44-B420B2D99077}"/>
                    </a:ext>
                  </a:extLst>
                </p14:cNvPr>
                <p14:cNvContentPartPr/>
                <p14:nvPr/>
              </p14:nvContentPartPr>
              <p14:xfrm>
                <a:off x="467820" y="2798580"/>
                <a:ext cx="242640" cy="50868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797DEE75-94D4-4CBF-AD44-B420B2D99077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459180" y="2789580"/>
                  <a:ext cx="260280" cy="52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72566535-8429-46C6-B59D-CF9469AEE821}"/>
                    </a:ext>
                  </a:extLst>
                </p14:cNvPr>
                <p14:cNvContentPartPr/>
                <p14:nvPr/>
              </p14:nvContentPartPr>
              <p14:xfrm>
                <a:off x="352620" y="2848620"/>
                <a:ext cx="147600" cy="5832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72566535-8429-46C6-B59D-CF9469AEE821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343620" y="2839980"/>
                  <a:ext cx="165240" cy="75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4" name="Group 203">
            <a:extLst>
              <a:ext uri="{FF2B5EF4-FFF2-40B4-BE49-F238E27FC236}">
                <a16:creationId xmlns:a16="http://schemas.microsoft.com/office/drawing/2014/main" id="{4E86E743-E36A-47C2-88C6-056548B9A70B}"/>
              </a:ext>
            </a:extLst>
          </p:cNvPr>
          <p:cNvGrpSpPr/>
          <p:nvPr/>
        </p:nvGrpSpPr>
        <p:grpSpPr>
          <a:xfrm>
            <a:off x="7395660" y="406740"/>
            <a:ext cx="1043280" cy="468720"/>
            <a:chOff x="7395660" y="406740"/>
            <a:chExt cx="1043280" cy="468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912088FB-2FEF-43A0-8925-0B02C12D37DA}"/>
                    </a:ext>
                  </a:extLst>
                </p14:cNvPr>
                <p14:cNvContentPartPr/>
                <p14:nvPr/>
              </p14:nvContentPartPr>
              <p14:xfrm>
                <a:off x="7395660" y="644340"/>
                <a:ext cx="392040" cy="4536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912088FB-2FEF-43A0-8925-0B02C12D37DA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7387020" y="635340"/>
                  <a:ext cx="40968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19F2C2EC-B65C-47FA-8228-D8F5FC4BA151}"/>
                    </a:ext>
                  </a:extLst>
                </p14:cNvPr>
                <p14:cNvContentPartPr/>
                <p14:nvPr/>
              </p14:nvContentPartPr>
              <p14:xfrm>
                <a:off x="8158140" y="537780"/>
                <a:ext cx="15480" cy="16704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19F2C2EC-B65C-47FA-8228-D8F5FC4BA151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8149140" y="529140"/>
                  <a:ext cx="3312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3E51E2B8-5BCC-4260-BCD5-A53F141CA275}"/>
                    </a:ext>
                  </a:extLst>
                </p14:cNvPr>
                <p14:cNvContentPartPr/>
                <p14:nvPr/>
              </p14:nvContentPartPr>
              <p14:xfrm>
                <a:off x="7982820" y="406740"/>
                <a:ext cx="456120" cy="46872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3E51E2B8-5BCC-4260-BCD5-A53F141CA275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7973820" y="397740"/>
                  <a:ext cx="473760" cy="486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6" name="Group 255">
            <a:extLst>
              <a:ext uri="{FF2B5EF4-FFF2-40B4-BE49-F238E27FC236}">
                <a16:creationId xmlns:a16="http://schemas.microsoft.com/office/drawing/2014/main" id="{94967A32-4723-48C6-B64F-53E62F742A39}"/>
              </a:ext>
            </a:extLst>
          </p:cNvPr>
          <p:cNvGrpSpPr/>
          <p:nvPr/>
        </p:nvGrpSpPr>
        <p:grpSpPr>
          <a:xfrm>
            <a:off x="1087380" y="2720820"/>
            <a:ext cx="3099960" cy="368280"/>
            <a:chOff x="1087380" y="2720820"/>
            <a:chExt cx="3099960" cy="368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93265EC9-50D6-4B27-AB7F-E4B07B1A076C}"/>
                    </a:ext>
                  </a:extLst>
                </p14:cNvPr>
                <p14:cNvContentPartPr/>
                <p14:nvPr/>
              </p14:nvContentPartPr>
              <p14:xfrm>
                <a:off x="1087380" y="2818380"/>
                <a:ext cx="199800" cy="27072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93265EC9-50D6-4B27-AB7F-E4B07B1A076C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078740" y="2809740"/>
                  <a:ext cx="21744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18151CB3-460A-4EC7-B1B2-3EE8463F5B3E}"/>
                    </a:ext>
                  </a:extLst>
                </p14:cNvPr>
                <p14:cNvContentPartPr/>
                <p14:nvPr/>
              </p14:nvContentPartPr>
              <p14:xfrm>
                <a:off x="1431540" y="2916660"/>
                <a:ext cx="264960" cy="15480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18151CB3-460A-4EC7-B1B2-3EE8463F5B3E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422540" y="2907660"/>
                  <a:ext cx="28260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85A2306B-C789-472A-A299-67C03562E0FC}"/>
                    </a:ext>
                  </a:extLst>
                </p14:cNvPr>
                <p14:cNvContentPartPr/>
                <p14:nvPr/>
              </p14:nvContentPartPr>
              <p14:xfrm>
                <a:off x="1683540" y="2905500"/>
                <a:ext cx="202680" cy="17748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85A2306B-C789-472A-A299-67C03562E0FC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674540" y="2896860"/>
                  <a:ext cx="22032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5FE8D413-70C0-4CCA-A6C8-E7EB05BB1BA3}"/>
                    </a:ext>
                  </a:extLst>
                </p14:cNvPr>
                <p14:cNvContentPartPr/>
                <p14:nvPr/>
              </p14:nvContentPartPr>
              <p14:xfrm>
                <a:off x="1976220" y="2931060"/>
                <a:ext cx="294840" cy="13032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5FE8D413-70C0-4CCA-A6C8-E7EB05BB1BA3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967580" y="2922060"/>
                  <a:ext cx="31248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21FF543F-F708-4729-9357-4530611AA4B8}"/>
                    </a:ext>
                  </a:extLst>
                </p14:cNvPr>
                <p14:cNvContentPartPr/>
                <p14:nvPr/>
              </p14:nvContentPartPr>
              <p14:xfrm>
                <a:off x="2368620" y="2720820"/>
                <a:ext cx="92880" cy="34200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21FF543F-F708-4729-9357-4530611AA4B8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2359620" y="2712180"/>
                  <a:ext cx="110520" cy="35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C47CC7EF-EBDB-48B1-8420-DA87583B0D9D}"/>
                    </a:ext>
                  </a:extLst>
                </p14:cNvPr>
                <p14:cNvContentPartPr/>
                <p14:nvPr/>
              </p14:nvContentPartPr>
              <p14:xfrm>
                <a:off x="2371860" y="2898660"/>
                <a:ext cx="324720" cy="14328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C47CC7EF-EBDB-48B1-8420-DA87583B0D9D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2362860" y="2890020"/>
                  <a:ext cx="34236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2A54FC57-8F38-4CF4-86BF-37D132CFB8BD}"/>
                    </a:ext>
                  </a:extLst>
                </p14:cNvPr>
                <p14:cNvContentPartPr/>
                <p14:nvPr/>
              </p14:nvContentPartPr>
              <p14:xfrm>
                <a:off x="2742300" y="2810820"/>
                <a:ext cx="875160" cy="21780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2A54FC57-8F38-4CF4-86BF-37D132CFB8BD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2733300" y="2801820"/>
                  <a:ext cx="89280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2AC3EB03-782D-4822-8D7C-2953EBFE61A8}"/>
                    </a:ext>
                  </a:extLst>
                </p14:cNvPr>
                <p14:cNvContentPartPr/>
                <p14:nvPr/>
              </p14:nvContentPartPr>
              <p14:xfrm>
                <a:off x="3552660" y="2866980"/>
                <a:ext cx="194760" cy="13896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2AC3EB03-782D-4822-8D7C-2953EBFE61A8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3544020" y="2857980"/>
                  <a:ext cx="21240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0D54568A-79DE-4C86-9B7B-E6050C6E0A69}"/>
                    </a:ext>
                  </a:extLst>
                </p14:cNvPr>
                <p14:cNvContentPartPr/>
                <p14:nvPr/>
              </p14:nvContentPartPr>
              <p14:xfrm>
                <a:off x="3731580" y="2733420"/>
                <a:ext cx="14760" cy="4968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0D54568A-79DE-4C86-9B7B-E6050C6E0A69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3722940" y="2724780"/>
                  <a:ext cx="3240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A265010C-AE81-472E-AFE7-DC3C4DC49AA4}"/>
                    </a:ext>
                  </a:extLst>
                </p14:cNvPr>
                <p14:cNvContentPartPr/>
                <p14:nvPr/>
              </p14:nvContentPartPr>
              <p14:xfrm>
                <a:off x="3824820" y="2808660"/>
                <a:ext cx="362520" cy="23112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A265010C-AE81-472E-AFE7-DC3C4DC49AA4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3816180" y="2799660"/>
                  <a:ext cx="380160" cy="248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5" name="Group 254">
            <a:extLst>
              <a:ext uri="{FF2B5EF4-FFF2-40B4-BE49-F238E27FC236}">
                <a16:creationId xmlns:a16="http://schemas.microsoft.com/office/drawing/2014/main" id="{8B3177FB-F3B7-4E78-93CC-14F24619A8B6}"/>
              </a:ext>
            </a:extLst>
          </p:cNvPr>
          <p:cNvGrpSpPr/>
          <p:nvPr/>
        </p:nvGrpSpPr>
        <p:grpSpPr>
          <a:xfrm>
            <a:off x="4738500" y="2700660"/>
            <a:ext cx="320760" cy="238320"/>
            <a:chOff x="4738500" y="2700660"/>
            <a:chExt cx="320760" cy="238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36F6472A-69A7-481B-9B7C-E903207CCB5E}"/>
                    </a:ext>
                  </a:extLst>
                </p14:cNvPr>
                <p14:cNvContentPartPr/>
                <p14:nvPr/>
              </p14:nvContentPartPr>
              <p14:xfrm>
                <a:off x="4775940" y="2820900"/>
                <a:ext cx="17640" cy="11808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36F6472A-69A7-481B-9B7C-E903207CCB5E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4767300" y="2812260"/>
                  <a:ext cx="3528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3B81E436-D080-4886-A13A-61531BB720C9}"/>
                    </a:ext>
                  </a:extLst>
                </p14:cNvPr>
                <p14:cNvContentPartPr/>
                <p14:nvPr/>
              </p14:nvContentPartPr>
              <p14:xfrm>
                <a:off x="4738500" y="2700660"/>
                <a:ext cx="12960" cy="4644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3B81E436-D080-4886-A13A-61531BB720C9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4729500" y="2691660"/>
                  <a:ext cx="3060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2796F647-ACD9-4C6A-A380-C43E5BB504AB}"/>
                    </a:ext>
                  </a:extLst>
                </p14:cNvPr>
                <p14:cNvContentPartPr/>
                <p14:nvPr/>
              </p14:nvContentPartPr>
              <p14:xfrm>
                <a:off x="4884660" y="2794260"/>
                <a:ext cx="174600" cy="13428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2796F647-ACD9-4C6A-A380-C43E5BB504AB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4876020" y="2785620"/>
                  <a:ext cx="192240" cy="151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4" name="Group 253">
            <a:extLst>
              <a:ext uri="{FF2B5EF4-FFF2-40B4-BE49-F238E27FC236}">
                <a16:creationId xmlns:a16="http://schemas.microsoft.com/office/drawing/2014/main" id="{E2CFA50C-A21A-47C1-BBF8-76B8D26B6720}"/>
              </a:ext>
            </a:extLst>
          </p:cNvPr>
          <p:cNvGrpSpPr/>
          <p:nvPr/>
        </p:nvGrpSpPr>
        <p:grpSpPr>
          <a:xfrm>
            <a:off x="5521500" y="2610300"/>
            <a:ext cx="930600" cy="291240"/>
            <a:chOff x="5521500" y="2610300"/>
            <a:chExt cx="930600" cy="291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6DC2B400-93CE-4953-889D-8D43AF958C6E}"/>
                    </a:ext>
                  </a:extLst>
                </p14:cNvPr>
                <p14:cNvContentPartPr/>
                <p14:nvPr/>
              </p14:nvContentPartPr>
              <p14:xfrm>
                <a:off x="5521500" y="2681940"/>
                <a:ext cx="157320" cy="21960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6DC2B400-93CE-4953-889D-8D43AF958C6E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5512860" y="2673300"/>
                  <a:ext cx="17496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B81224AB-7A89-4D95-921A-8EF781E1E88E}"/>
                    </a:ext>
                  </a:extLst>
                </p14:cNvPr>
                <p14:cNvContentPartPr/>
                <p14:nvPr/>
              </p14:nvContentPartPr>
              <p14:xfrm>
                <a:off x="5766300" y="2745660"/>
                <a:ext cx="208080" cy="13536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B81224AB-7A89-4D95-921A-8EF781E1E88E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5757660" y="2737020"/>
                  <a:ext cx="22572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06FA940D-BBD8-4C58-8BD4-7BCFF849694B}"/>
                    </a:ext>
                  </a:extLst>
                </p14:cNvPr>
                <p14:cNvContentPartPr/>
                <p14:nvPr/>
              </p14:nvContentPartPr>
              <p14:xfrm>
                <a:off x="6057540" y="2610300"/>
                <a:ext cx="394560" cy="26244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06FA940D-BBD8-4C58-8BD4-7BCFF849694B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6048540" y="2601300"/>
                  <a:ext cx="412200" cy="280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96">
            <p14:nvContentPartPr>
              <p14:cNvPr id="225" name="Ink 224">
                <a:extLst>
                  <a:ext uri="{FF2B5EF4-FFF2-40B4-BE49-F238E27FC236}">
                    <a16:creationId xmlns:a16="http://schemas.microsoft.com/office/drawing/2014/main" id="{1C4142BE-40BD-4C50-BD4B-AAEEB0196702}"/>
                  </a:ext>
                </a:extLst>
              </p14:cNvPr>
              <p14:cNvContentPartPr/>
              <p14:nvPr/>
            </p14:nvContentPartPr>
            <p14:xfrm>
              <a:off x="6710220" y="2634060"/>
              <a:ext cx="268200" cy="159840"/>
            </p14:xfrm>
          </p:contentPart>
        </mc:Choice>
        <mc:Fallback>
          <p:pic>
            <p:nvPicPr>
              <p:cNvPr id="225" name="Ink 224">
                <a:extLst>
                  <a:ext uri="{FF2B5EF4-FFF2-40B4-BE49-F238E27FC236}">
                    <a16:creationId xmlns:a16="http://schemas.microsoft.com/office/drawing/2014/main" id="{1C4142BE-40BD-4C50-BD4B-AAEEB0196702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6701220" y="2625060"/>
                <a:ext cx="285840" cy="177480"/>
              </a:xfrm>
              <a:prstGeom prst="rect">
                <a:avLst/>
              </a:prstGeom>
            </p:spPr>
          </p:pic>
        </mc:Fallback>
      </mc:AlternateContent>
      <p:grpSp>
        <p:nvGrpSpPr>
          <p:cNvPr id="252" name="Group 251">
            <a:extLst>
              <a:ext uri="{FF2B5EF4-FFF2-40B4-BE49-F238E27FC236}">
                <a16:creationId xmlns:a16="http://schemas.microsoft.com/office/drawing/2014/main" id="{62C29776-958A-4107-8730-71A36218FD1F}"/>
              </a:ext>
            </a:extLst>
          </p:cNvPr>
          <p:cNvGrpSpPr/>
          <p:nvPr/>
        </p:nvGrpSpPr>
        <p:grpSpPr>
          <a:xfrm>
            <a:off x="957060" y="3488700"/>
            <a:ext cx="1025280" cy="382320"/>
            <a:chOff x="957060" y="3488700"/>
            <a:chExt cx="1025280" cy="382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C357EF3E-EB8B-4506-AB74-593B40186249}"/>
                    </a:ext>
                  </a:extLst>
                </p14:cNvPr>
                <p14:cNvContentPartPr/>
                <p14:nvPr/>
              </p14:nvContentPartPr>
              <p14:xfrm>
                <a:off x="1087020" y="3488700"/>
                <a:ext cx="98280" cy="38232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C357EF3E-EB8B-4506-AB74-593B40186249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078020" y="3480060"/>
                  <a:ext cx="115920" cy="39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37F610A1-A8C0-4281-9AB3-F856BE4F0972}"/>
                    </a:ext>
                  </a:extLst>
                </p14:cNvPr>
                <p14:cNvContentPartPr/>
                <p14:nvPr/>
              </p14:nvContentPartPr>
              <p14:xfrm>
                <a:off x="957060" y="3544860"/>
                <a:ext cx="832680" cy="27072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37F610A1-A8C0-4281-9AB3-F856BE4F0972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948060" y="3535860"/>
                  <a:ext cx="85032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3E7161B0-FEB4-4042-8137-F50623026679}"/>
                    </a:ext>
                  </a:extLst>
                </p14:cNvPr>
                <p14:cNvContentPartPr/>
                <p14:nvPr/>
              </p14:nvContentPartPr>
              <p14:xfrm>
                <a:off x="1736460" y="3651780"/>
                <a:ext cx="245880" cy="2376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3E7161B0-FEB4-4042-8137-F50623026679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727820" y="3642780"/>
                  <a:ext cx="263520" cy="41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1" name="Group 250">
            <a:extLst>
              <a:ext uri="{FF2B5EF4-FFF2-40B4-BE49-F238E27FC236}">
                <a16:creationId xmlns:a16="http://schemas.microsoft.com/office/drawing/2014/main" id="{25EA5B7A-00AF-4940-A0E2-F156C2585129}"/>
              </a:ext>
            </a:extLst>
          </p:cNvPr>
          <p:cNvGrpSpPr/>
          <p:nvPr/>
        </p:nvGrpSpPr>
        <p:grpSpPr>
          <a:xfrm>
            <a:off x="2500380" y="3414540"/>
            <a:ext cx="1943640" cy="342360"/>
            <a:chOff x="2500380" y="3414540"/>
            <a:chExt cx="1943640" cy="342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7BD81FA6-B1E8-4AC9-9541-1C81B4894BCC}"/>
                    </a:ext>
                  </a:extLst>
                </p14:cNvPr>
                <p14:cNvContentPartPr/>
                <p14:nvPr/>
              </p14:nvContentPartPr>
              <p14:xfrm>
                <a:off x="2500380" y="3567540"/>
                <a:ext cx="551880" cy="18936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7BD81FA6-B1E8-4AC9-9541-1C81B4894BCC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2491740" y="3558900"/>
                  <a:ext cx="56952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1B124B25-253A-4D5C-9A57-8BBF70E63EFA}"/>
                    </a:ext>
                  </a:extLst>
                </p14:cNvPr>
                <p14:cNvContentPartPr/>
                <p14:nvPr/>
              </p14:nvContentPartPr>
              <p14:xfrm>
                <a:off x="3032100" y="3511380"/>
                <a:ext cx="379440" cy="21348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1B124B25-253A-4D5C-9A57-8BBF70E63EFA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3023460" y="3502380"/>
                  <a:ext cx="39708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CE6A994C-D5E1-4D68-886D-8E6F43035848}"/>
                    </a:ext>
                  </a:extLst>
                </p14:cNvPr>
                <p14:cNvContentPartPr/>
                <p14:nvPr/>
              </p14:nvContentPartPr>
              <p14:xfrm>
                <a:off x="3539340" y="3476820"/>
                <a:ext cx="10080" cy="21096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CE6A994C-D5E1-4D68-886D-8E6F43035848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3530340" y="3467820"/>
                  <a:ext cx="2772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4008CEC6-2CBF-4C7E-964D-70576CF70183}"/>
                    </a:ext>
                  </a:extLst>
                </p14:cNvPr>
                <p14:cNvContentPartPr/>
                <p14:nvPr/>
              </p14:nvContentPartPr>
              <p14:xfrm>
                <a:off x="3549780" y="3539100"/>
                <a:ext cx="290880" cy="17460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4008CEC6-2CBF-4C7E-964D-70576CF70183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3540780" y="3530460"/>
                  <a:ext cx="30852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FE1D21F1-EC4C-4018-BA69-20D31C15D43D}"/>
                    </a:ext>
                  </a:extLst>
                </p14:cNvPr>
                <p14:cNvContentPartPr/>
                <p14:nvPr/>
              </p14:nvContentPartPr>
              <p14:xfrm>
                <a:off x="3934620" y="3414540"/>
                <a:ext cx="234360" cy="30024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FE1D21F1-EC4C-4018-BA69-20D31C15D43D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3925980" y="3405540"/>
                  <a:ext cx="252000" cy="3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ACF74DEA-B9D1-476C-ADB4-2EA7D1B7CC9A}"/>
                    </a:ext>
                  </a:extLst>
                </p14:cNvPr>
                <p14:cNvContentPartPr/>
                <p14:nvPr/>
              </p14:nvContentPartPr>
              <p14:xfrm>
                <a:off x="4237020" y="3541620"/>
                <a:ext cx="207000" cy="21276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ACF74DEA-B9D1-476C-ADB4-2EA7D1B7CC9A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4228020" y="3532980"/>
                  <a:ext cx="224640" cy="230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0" name="Group 249">
            <a:extLst>
              <a:ext uri="{FF2B5EF4-FFF2-40B4-BE49-F238E27FC236}">
                <a16:creationId xmlns:a16="http://schemas.microsoft.com/office/drawing/2014/main" id="{DB10A37E-F3C0-4BA3-AC75-0E6E6AF942B7}"/>
              </a:ext>
            </a:extLst>
          </p:cNvPr>
          <p:cNvGrpSpPr/>
          <p:nvPr/>
        </p:nvGrpSpPr>
        <p:grpSpPr>
          <a:xfrm>
            <a:off x="5256180" y="3317700"/>
            <a:ext cx="1714680" cy="281520"/>
            <a:chOff x="5256180" y="3317700"/>
            <a:chExt cx="1714680" cy="281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B4DF6F9F-C1B8-43AC-B9AF-5BE8C4E21802}"/>
                    </a:ext>
                  </a:extLst>
                </p14:cNvPr>
                <p14:cNvContentPartPr/>
                <p14:nvPr/>
              </p14:nvContentPartPr>
              <p14:xfrm>
                <a:off x="5256180" y="3317700"/>
                <a:ext cx="266040" cy="28152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B4DF6F9F-C1B8-43AC-B9AF-5BE8C4E21802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5247540" y="3308700"/>
                  <a:ext cx="28368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2A473F2F-633B-414D-8AB4-BBDACA756BD4}"/>
                    </a:ext>
                  </a:extLst>
                </p14:cNvPr>
                <p14:cNvContentPartPr/>
                <p14:nvPr/>
              </p14:nvContentPartPr>
              <p14:xfrm>
                <a:off x="5430420" y="3375660"/>
                <a:ext cx="619200" cy="20700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2A473F2F-633B-414D-8AB4-BBDACA756BD4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5421780" y="3367020"/>
                  <a:ext cx="63684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D3261BD8-9229-420E-BBE4-9782786C8FC5}"/>
                    </a:ext>
                  </a:extLst>
                </p14:cNvPr>
                <p14:cNvContentPartPr/>
                <p14:nvPr/>
              </p14:nvContentPartPr>
              <p14:xfrm>
                <a:off x="6049980" y="3374580"/>
                <a:ext cx="136080" cy="10728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D3261BD8-9229-420E-BBE4-9782786C8FC5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6041340" y="3365580"/>
                  <a:ext cx="15372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DF7A12A5-FAC5-43FD-8056-F5DA89990333}"/>
                    </a:ext>
                  </a:extLst>
                </p14:cNvPr>
                <p14:cNvContentPartPr/>
                <p14:nvPr/>
              </p14:nvContentPartPr>
              <p14:xfrm>
                <a:off x="6268860" y="3372060"/>
                <a:ext cx="296640" cy="13140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DF7A12A5-FAC5-43FD-8056-F5DA89990333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6259860" y="3363060"/>
                  <a:ext cx="31428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916BB9E0-88E2-4BE7-9677-1ED8D382365C}"/>
                    </a:ext>
                  </a:extLst>
                </p14:cNvPr>
                <p14:cNvContentPartPr/>
                <p14:nvPr/>
              </p14:nvContentPartPr>
              <p14:xfrm>
                <a:off x="6673860" y="3352980"/>
                <a:ext cx="297000" cy="10620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916BB9E0-88E2-4BE7-9677-1ED8D382365C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6664860" y="3343980"/>
                  <a:ext cx="314640" cy="123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3" name="Group 252">
            <a:extLst>
              <a:ext uri="{FF2B5EF4-FFF2-40B4-BE49-F238E27FC236}">
                <a16:creationId xmlns:a16="http://schemas.microsoft.com/office/drawing/2014/main" id="{3AEB1FE3-CA10-4F5E-B5EC-2978E3624130}"/>
              </a:ext>
            </a:extLst>
          </p:cNvPr>
          <p:cNvGrpSpPr/>
          <p:nvPr/>
        </p:nvGrpSpPr>
        <p:grpSpPr>
          <a:xfrm>
            <a:off x="7353540" y="2541180"/>
            <a:ext cx="1172520" cy="804960"/>
            <a:chOff x="7353540" y="2541180"/>
            <a:chExt cx="1172520" cy="804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4800ADDD-4B61-4BE0-A895-CC4C084DCA64}"/>
                    </a:ext>
                  </a:extLst>
                </p14:cNvPr>
                <p14:cNvContentPartPr/>
                <p14:nvPr/>
              </p14:nvContentPartPr>
              <p14:xfrm>
                <a:off x="7353540" y="2541180"/>
                <a:ext cx="357480" cy="18072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4800ADDD-4B61-4BE0-A895-CC4C084DCA64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7344540" y="2532540"/>
                  <a:ext cx="37512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BA28EA21-901E-4114-99CC-26F3442F6BCD}"/>
                    </a:ext>
                  </a:extLst>
                </p14:cNvPr>
                <p14:cNvContentPartPr/>
                <p14:nvPr/>
              </p14:nvContentPartPr>
              <p14:xfrm>
                <a:off x="7852860" y="2571780"/>
                <a:ext cx="157320" cy="14760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BA28EA21-901E-4114-99CC-26F3442F6BCD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7844220" y="2562780"/>
                  <a:ext cx="17496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17E4EED8-C3CD-4254-9480-F3730AB4EBBA}"/>
                    </a:ext>
                  </a:extLst>
                </p14:cNvPr>
                <p14:cNvContentPartPr/>
                <p14:nvPr/>
              </p14:nvContentPartPr>
              <p14:xfrm>
                <a:off x="8080380" y="2562780"/>
                <a:ext cx="324360" cy="54756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17E4EED8-C3CD-4254-9480-F3730AB4EBBA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8071740" y="2553780"/>
                  <a:ext cx="342000" cy="56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30CE51BE-EA8F-4DD7-AE8A-F3DED43B19F9}"/>
                    </a:ext>
                  </a:extLst>
                </p14:cNvPr>
                <p14:cNvContentPartPr/>
                <p14:nvPr/>
              </p14:nvContentPartPr>
              <p14:xfrm>
                <a:off x="7512300" y="3124020"/>
                <a:ext cx="423720" cy="22212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30CE51BE-EA8F-4DD7-AE8A-F3DED43B19F9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7503300" y="3115020"/>
                  <a:ext cx="44136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17B14AE5-3D9E-4475-99A5-98680DAA90C3}"/>
                    </a:ext>
                  </a:extLst>
                </p14:cNvPr>
                <p14:cNvContentPartPr/>
                <p14:nvPr/>
              </p14:nvContentPartPr>
              <p14:xfrm>
                <a:off x="8014500" y="3010620"/>
                <a:ext cx="40680" cy="31032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17B14AE5-3D9E-4475-99A5-98680DAA90C3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8005860" y="3001980"/>
                  <a:ext cx="58320" cy="32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89A8C390-4EF0-41B5-83B4-3274AEC3911F}"/>
                    </a:ext>
                  </a:extLst>
                </p14:cNvPr>
                <p14:cNvContentPartPr/>
                <p14:nvPr/>
              </p14:nvContentPartPr>
              <p14:xfrm>
                <a:off x="8094420" y="3013140"/>
                <a:ext cx="431640" cy="30960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89A8C390-4EF0-41B5-83B4-3274AEC3911F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8085780" y="3004500"/>
                  <a:ext cx="449280" cy="327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8" name="Group 247">
            <a:extLst>
              <a:ext uri="{FF2B5EF4-FFF2-40B4-BE49-F238E27FC236}">
                <a16:creationId xmlns:a16="http://schemas.microsoft.com/office/drawing/2014/main" id="{A981BE0B-CE4D-43B3-A54E-83DA1CE3857B}"/>
              </a:ext>
            </a:extLst>
          </p:cNvPr>
          <p:cNvGrpSpPr/>
          <p:nvPr/>
        </p:nvGrpSpPr>
        <p:grpSpPr>
          <a:xfrm>
            <a:off x="1185300" y="4262340"/>
            <a:ext cx="699840" cy="292320"/>
            <a:chOff x="1185300" y="4262340"/>
            <a:chExt cx="699840" cy="292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FD87680E-2377-4538-A570-79F742E6F495}"/>
                    </a:ext>
                  </a:extLst>
                </p14:cNvPr>
                <p14:cNvContentPartPr/>
                <p14:nvPr/>
              </p14:nvContentPartPr>
              <p14:xfrm>
                <a:off x="1185300" y="4262340"/>
                <a:ext cx="270000" cy="29232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FD87680E-2377-4538-A570-79F742E6F495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176300" y="4253700"/>
                  <a:ext cx="287640" cy="30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37AFA325-CC86-4DCF-8635-07E12826E4F7}"/>
                    </a:ext>
                  </a:extLst>
                </p14:cNvPr>
                <p14:cNvContentPartPr/>
                <p14:nvPr/>
              </p14:nvContentPartPr>
              <p14:xfrm>
                <a:off x="1619100" y="4319940"/>
                <a:ext cx="266040" cy="20160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37AFA325-CC86-4DCF-8635-07E12826E4F7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610100" y="4311300"/>
                  <a:ext cx="283680" cy="219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5" name="Group 264">
            <a:extLst>
              <a:ext uri="{FF2B5EF4-FFF2-40B4-BE49-F238E27FC236}">
                <a16:creationId xmlns:a16="http://schemas.microsoft.com/office/drawing/2014/main" id="{FBB4DC99-6322-4AB7-A0FA-56676A727318}"/>
              </a:ext>
            </a:extLst>
          </p:cNvPr>
          <p:cNvGrpSpPr/>
          <p:nvPr/>
        </p:nvGrpSpPr>
        <p:grpSpPr>
          <a:xfrm>
            <a:off x="2575620" y="4012860"/>
            <a:ext cx="2458800" cy="565200"/>
            <a:chOff x="2575620" y="4012860"/>
            <a:chExt cx="2458800" cy="565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74F4BC92-F334-4ACC-BE0D-98F7FD94EE0D}"/>
                    </a:ext>
                  </a:extLst>
                </p14:cNvPr>
                <p14:cNvContentPartPr/>
                <p14:nvPr/>
              </p14:nvContentPartPr>
              <p14:xfrm>
                <a:off x="2575620" y="4081260"/>
                <a:ext cx="363600" cy="496800"/>
              </p14:xfrm>
            </p:contentPart>
          </mc:Choice>
          <mc:Fallback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74F4BC92-F334-4ACC-BE0D-98F7FD94EE0D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2566980" y="4072620"/>
                  <a:ext cx="381240" cy="51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E211A365-1778-4085-989E-493378C991E0}"/>
                    </a:ext>
                  </a:extLst>
                </p14:cNvPr>
                <p14:cNvContentPartPr/>
                <p14:nvPr/>
              </p14:nvContentPartPr>
              <p14:xfrm>
                <a:off x="2920500" y="4243260"/>
                <a:ext cx="143280" cy="133920"/>
              </p14:xfrm>
            </p:contentPart>
          </mc:Choice>
          <mc:Fallback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E211A365-1778-4085-989E-493378C991E0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2911500" y="4234620"/>
                  <a:ext cx="16092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59D835F2-BA0E-4177-B5A9-D1365F338A86}"/>
                    </a:ext>
                  </a:extLst>
                </p14:cNvPr>
                <p14:cNvContentPartPr/>
                <p14:nvPr/>
              </p14:nvContentPartPr>
              <p14:xfrm>
                <a:off x="3195540" y="4131660"/>
                <a:ext cx="160200" cy="374400"/>
              </p14:xfrm>
            </p:contentPart>
          </mc:Choice>
          <mc:Fallback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59D835F2-BA0E-4177-B5A9-D1365F338A86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3186900" y="4122660"/>
                  <a:ext cx="177840" cy="39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353ECCB1-0252-4448-8645-3DA3B3D2CA55}"/>
                    </a:ext>
                  </a:extLst>
                </p14:cNvPr>
                <p14:cNvContentPartPr/>
                <p14:nvPr/>
              </p14:nvContentPartPr>
              <p14:xfrm>
                <a:off x="3522780" y="4102140"/>
                <a:ext cx="298800" cy="243360"/>
              </p14:xfrm>
            </p:contentPart>
          </mc:Choice>
          <mc:Fallback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353ECCB1-0252-4448-8645-3DA3B3D2CA55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3514140" y="4093140"/>
                  <a:ext cx="31644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A75C46D3-B3C1-4F2F-B176-321BDEF73B02}"/>
                    </a:ext>
                  </a:extLst>
                </p14:cNvPr>
                <p14:cNvContentPartPr/>
                <p14:nvPr/>
              </p14:nvContentPartPr>
              <p14:xfrm>
                <a:off x="3710340" y="4121220"/>
                <a:ext cx="360" cy="360"/>
              </p14:xfrm>
            </p:contentPart>
          </mc:Choice>
          <mc:Fallback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A75C46D3-B3C1-4F2F-B176-321BDEF73B02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3701700" y="411222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A52302E6-5E86-4AE6-9736-CDF3CA745604}"/>
                    </a:ext>
                  </a:extLst>
                </p14:cNvPr>
                <p14:cNvContentPartPr/>
                <p14:nvPr/>
              </p14:nvContentPartPr>
              <p14:xfrm>
                <a:off x="3875580" y="4056780"/>
                <a:ext cx="533160" cy="286560"/>
              </p14:xfrm>
            </p:contentPart>
          </mc:Choice>
          <mc:Fallback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A52302E6-5E86-4AE6-9736-CDF3CA745604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3866580" y="4048140"/>
                  <a:ext cx="55080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720C112D-7CBC-442D-92F5-CC8779F58E2A}"/>
                    </a:ext>
                  </a:extLst>
                </p14:cNvPr>
                <p14:cNvContentPartPr/>
                <p14:nvPr/>
              </p14:nvContentPartPr>
              <p14:xfrm>
                <a:off x="4588020" y="4012860"/>
                <a:ext cx="259560" cy="264600"/>
              </p14:xfrm>
            </p:contentPart>
          </mc:Choice>
          <mc:Fallback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720C112D-7CBC-442D-92F5-CC8779F58E2A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4579020" y="4004220"/>
                  <a:ext cx="27720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2B8DBA2D-A9DC-4C7F-BF6A-4836B26E7C6C}"/>
                    </a:ext>
                  </a:extLst>
                </p14:cNvPr>
                <p14:cNvContentPartPr/>
                <p14:nvPr/>
              </p14:nvContentPartPr>
              <p14:xfrm>
                <a:off x="4991580" y="4222380"/>
                <a:ext cx="42840" cy="14040"/>
              </p14:xfrm>
            </p:contentPart>
          </mc:Choice>
          <mc:Fallback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2B8DBA2D-A9DC-4C7F-BF6A-4836B26E7C6C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4982580" y="4213740"/>
                  <a:ext cx="60480" cy="316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5313303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9229644E-A58B-4784-AF0B-6D74B91B12F9}"/>
                  </a:ext>
                </a:extLst>
              </p14:cNvPr>
              <p14:cNvContentPartPr/>
              <p14:nvPr/>
            </p14:nvContentPartPr>
            <p14:xfrm>
              <a:off x="4303260" y="105780"/>
              <a:ext cx="78480" cy="2757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9229644E-A58B-4784-AF0B-6D74B91B12F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94620" y="96780"/>
                <a:ext cx="96120" cy="293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5" name="Group 14">
            <a:extLst>
              <a:ext uri="{FF2B5EF4-FFF2-40B4-BE49-F238E27FC236}">
                <a16:creationId xmlns:a16="http://schemas.microsoft.com/office/drawing/2014/main" id="{9EA8398C-2C3A-4782-9C78-5446CF5BBFA9}"/>
              </a:ext>
            </a:extLst>
          </p:cNvPr>
          <p:cNvGrpSpPr/>
          <p:nvPr/>
        </p:nvGrpSpPr>
        <p:grpSpPr>
          <a:xfrm>
            <a:off x="4531500" y="29460"/>
            <a:ext cx="1452600" cy="412920"/>
            <a:chOff x="4531500" y="29460"/>
            <a:chExt cx="1452600" cy="412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F2459CA-7A89-45A8-A35A-6BB4BA0591F8}"/>
                    </a:ext>
                  </a:extLst>
                </p14:cNvPr>
                <p14:cNvContentPartPr/>
                <p14:nvPr/>
              </p14:nvContentPartPr>
              <p14:xfrm>
                <a:off x="4531500" y="68340"/>
                <a:ext cx="150480" cy="3740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F2459CA-7A89-45A8-A35A-6BB4BA0591F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522860" y="59340"/>
                  <a:ext cx="168120" cy="39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D265DC4E-8B1F-4F75-80BB-45EEC5C07111}"/>
                    </a:ext>
                  </a:extLst>
                </p14:cNvPr>
                <p14:cNvContentPartPr/>
                <p14:nvPr/>
              </p14:nvContentPartPr>
              <p14:xfrm>
                <a:off x="4741380" y="159420"/>
                <a:ext cx="115920" cy="2066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D265DC4E-8B1F-4F75-80BB-45EEC5C0711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732380" y="150420"/>
                  <a:ext cx="13356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0FCBAC2-D580-4F65-82B0-4FB76344EFFC}"/>
                    </a:ext>
                  </a:extLst>
                </p14:cNvPr>
                <p14:cNvContentPartPr/>
                <p14:nvPr/>
              </p14:nvContentPartPr>
              <p14:xfrm>
                <a:off x="4951980" y="47460"/>
                <a:ext cx="142920" cy="1674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0FCBAC2-D580-4F65-82B0-4FB76344EFF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943340" y="38820"/>
                  <a:ext cx="16056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4A91392-4C78-4A4C-BFBE-E46F66398C4C}"/>
                    </a:ext>
                  </a:extLst>
                </p14:cNvPr>
                <p14:cNvContentPartPr/>
                <p14:nvPr/>
              </p14:nvContentPartPr>
              <p14:xfrm>
                <a:off x="5096340" y="162660"/>
                <a:ext cx="142920" cy="774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4A91392-4C78-4A4C-BFBE-E46F66398C4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087700" y="154020"/>
                  <a:ext cx="16056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36FB20B2-D71E-4FA0-BF59-CE0F1BD249C2}"/>
                    </a:ext>
                  </a:extLst>
                </p14:cNvPr>
                <p14:cNvContentPartPr/>
                <p14:nvPr/>
              </p14:nvContentPartPr>
              <p14:xfrm>
                <a:off x="5318820" y="29460"/>
                <a:ext cx="103320" cy="3841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36FB20B2-D71E-4FA0-BF59-CE0F1BD249C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309820" y="20460"/>
                  <a:ext cx="120960" cy="40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18B8A6C-00F4-4EF7-A0DA-D7D49EA5A34C}"/>
                    </a:ext>
                  </a:extLst>
                </p14:cNvPr>
                <p14:cNvContentPartPr/>
                <p14:nvPr/>
              </p14:nvContentPartPr>
              <p14:xfrm>
                <a:off x="5548860" y="81300"/>
                <a:ext cx="160920" cy="2365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18B8A6C-00F4-4EF7-A0DA-D7D49EA5A34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539860" y="72660"/>
                  <a:ext cx="17856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F88D8791-64A9-48F4-80D6-343861BC108D}"/>
                    </a:ext>
                  </a:extLst>
                </p14:cNvPr>
                <p14:cNvContentPartPr/>
                <p14:nvPr/>
              </p14:nvContentPartPr>
              <p14:xfrm>
                <a:off x="5821020" y="116940"/>
                <a:ext cx="163080" cy="1918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88D8791-64A9-48F4-80D6-343861BC108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812380" y="107940"/>
                  <a:ext cx="180720" cy="209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AC1E5C9D-079B-4F0C-89F1-BA0E21FD74E7}"/>
                  </a:ext>
                </a:extLst>
              </p14:cNvPr>
              <p14:cNvContentPartPr/>
              <p14:nvPr/>
            </p14:nvContentPartPr>
            <p14:xfrm>
              <a:off x="6294780" y="771780"/>
              <a:ext cx="353520" cy="20556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AC1E5C9D-079B-4F0C-89F1-BA0E21FD74E7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285780" y="762780"/>
                <a:ext cx="371160" cy="223200"/>
              </a:xfrm>
              <a:prstGeom prst="rect">
                <a:avLst/>
              </a:prstGeom>
            </p:spPr>
          </p:pic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E5D02C51-352D-467F-8785-1D1F5044FF0D}"/>
              </a:ext>
            </a:extLst>
          </p:cNvPr>
          <p:cNvGrpSpPr/>
          <p:nvPr/>
        </p:nvGrpSpPr>
        <p:grpSpPr>
          <a:xfrm>
            <a:off x="6846300" y="831540"/>
            <a:ext cx="151560" cy="60120"/>
            <a:chOff x="6846300" y="831540"/>
            <a:chExt cx="151560" cy="60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7D2C537-BAC6-4F37-8F87-BA01CA79ED2C}"/>
                    </a:ext>
                  </a:extLst>
                </p14:cNvPr>
                <p14:cNvContentPartPr/>
                <p14:nvPr/>
              </p14:nvContentPartPr>
              <p14:xfrm>
                <a:off x="6846300" y="831540"/>
                <a:ext cx="88920" cy="57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7D2C537-BAC6-4F37-8F87-BA01CA79ED2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837300" y="822540"/>
                  <a:ext cx="1065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655DC714-D289-4A06-9102-DC6FF8D282FF}"/>
                    </a:ext>
                  </a:extLst>
                </p14:cNvPr>
                <p14:cNvContentPartPr/>
                <p14:nvPr/>
              </p14:nvContentPartPr>
              <p14:xfrm>
                <a:off x="6857820" y="891300"/>
                <a:ext cx="140040" cy="3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655DC714-D289-4A06-9102-DC6FF8D282F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848820" y="882300"/>
                  <a:ext cx="15768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A6D392E2-CC0F-429F-BE91-35B92E0BCFE5}"/>
              </a:ext>
            </a:extLst>
          </p:cNvPr>
          <p:cNvGrpSpPr/>
          <p:nvPr/>
        </p:nvGrpSpPr>
        <p:grpSpPr>
          <a:xfrm>
            <a:off x="7250220" y="548220"/>
            <a:ext cx="489600" cy="461880"/>
            <a:chOff x="7250220" y="548220"/>
            <a:chExt cx="489600" cy="461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6B49D58C-5F8E-44FD-ACCF-F19971A276EE}"/>
                    </a:ext>
                  </a:extLst>
                </p14:cNvPr>
                <p14:cNvContentPartPr/>
                <p14:nvPr/>
              </p14:nvContentPartPr>
              <p14:xfrm>
                <a:off x="7250220" y="785460"/>
                <a:ext cx="182880" cy="2246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6B49D58C-5F8E-44FD-ACCF-F19971A276EE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241220" y="776820"/>
                  <a:ext cx="20052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9BA82301-FD63-43B9-A660-435E7850684B}"/>
                    </a:ext>
                  </a:extLst>
                </p14:cNvPr>
                <p14:cNvContentPartPr/>
                <p14:nvPr/>
              </p14:nvContentPartPr>
              <p14:xfrm>
                <a:off x="7542900" y="548220"/>
                <a:ext cx="46440" cy="1746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9BA82301-FD63-43B9-A660-435E7850684B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534260" y="539220"/>
                  <a:ext cx="6408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208B48A-1785-4415-8049-4C6AE3C7BAC1}"/>
                    </a:ext>
                  </a:extLst>
                </p14:cNvPr>
                <p14:cNvContentPartPr/>
                <p14:nvPr/>
              </p14:nvContentPartPr>
              <p14:xfrm>
                <a:off x="7585020" y="587460"/>
                <a:ext cx="154800" cy="932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208B48A-1785-4415-8049-4C6AE3C7BAC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576020" y="578460"/>
                  <a:ext cx="17244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9BFEE69-352C-41E6-A417-72611938D8D7}"/>
                    </a:ext>
                  </a:extLst>
                </p14:cNvPr>
                <p14:cNvContentPartPr/>
                <p14:nvPr/>
              </p14:nvContentPartPr>
              <p14:xfrm>
                <a:off x="7622100" y="672060"/>
                <a:ext cx="98640" cy="496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9BFEE69-352C-41E6-A417-72611938D8D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613100" y="663060"/>
                  <a:ext cx="116280" cy="67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F68CE878-50EB-47B9-84E8-53D9F58CB8E0}"/>
                  </a:ext>
                </a:extLst>
              </p14:cNvPr>
              <p14:cNvContentPartPr/>
              <p14:nvPr/>
            </p14:nvContentPartPr>
            <p14:xfrm>
              <a:off x="4779900" y="467580"/>
              <a:ext cx="469800" cy="34200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F68CE878-50EB-47B9-84E8-53D9F58CB8E0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4770900" y="458940"/>
                <a:ext cx="487440" cy="51840"/>
              </a:xfrm>
              <a:prstGeom prst="rect">
                <a:avLst/>
              </a:prstGeom>
            </p:spPr>
          </p:pic>
        </mc:Fallback>
      </mc:AlternateContent>
      <p:grpSp>
        <p:nvGrpSpPr>
          <p:cNvPr id="80" name="Group 79">
            <a:extLst>
              <a:ext uri="{FF2B5EF4-FFF2-40B4-BE49-F238E27FC236}">
                <a16:creationId xmlns:a16="http://schemas.microsoft.com/office/drawing/2014/main" id="{DB58096E-4C66-4414-BEBB-5239DF93D315}"/>
              </a:ext>
            </a:extLst>
          </p:cNvPr>
          <p:cNvGrpSpPr/>
          <p:nvPr/>
        </p:nvGrpSpPr>
        <p:grpSpPr>
          <a:xfrm>
            <a:off x="160020" y="61500"/>
            <a:ext cx="2750040" cy="831960"/>
            <a:chOff x="160020" y="61500"/>
            <a:chExt cx="2750040" cy="831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FAF275D1-5258-40F6-8C14-C94805D1EA99}"/>
                    </a:ext>
                  </a:extLst>
                </p14:cNvPr>
                <p14:cNvContentPartPr/>
                <p14:nvPr/>
              </p14:nvContentPartPr>
              <p14:xfrm>
                <a:off x="160020" y="446700"/>
                <a:ext cx="163800" cy="2588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FAF275D1-5258-40F6-8C14-C94805D1EA9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51380" y="438060"/>
                  <a:ext cx="18144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D691D621-A8C5-4534-80D2-09397F9417D6}"/>
                    </a:ext>
                  </a:extLst>
                </p14:cNvPr>
                <p14:cNvContentPartPr/>
                <p14:nvPr/>
              </p14:nvContentPartPr>
              <p14:xfrm>
                <a:off x="369900" y="510060"/>
                <a:ext cx="360" cy="3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D691D621-A8C5-4534-80D2-09397F9417D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60900" y="50142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3B4EEFE3-E6C3-4AE9-8FA1-8CDC03427F49}"/>
                    </a:ext>
                  </a:extLst>
                </p14:cNvPr>
                <p14:cNvContentPartPr/>
                <p14:nvPr/>
              </p14:nvContentPartPr>
              <p14:xfrm>
                <a:off x="369900" y="430500"/>
                <a:ext cx="278640" cy="24084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3B4EEFE3-E6C3-4AE9-8FA1-8CDC03427F49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60900" y="421860"/>
                  <a:ext cx="29628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70FBF241-A083-43E5-8AFD-6BDE22459B30}"/>
                    </a:ext>
                  </a:extLst>
                </p14:cNvPr>
                <p14:cNvContentPartPr/>
                <p14:nvPr/>
              </p14:nvContentPartPr>
              <p14:xfrm>
                <a:off x="667980" y="378660"/>
                <a:ext cx="163080" cy="21384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70FBF241-A083-43E5-8AFD-6BDE22459B3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59340" y="370020"/>
                  <a:ext cx="18072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B4853A3F-B1DA-43B1-B398-26AE00EF5F51}"/>
                    </a:ext>
                  </a:extLst>
                </p14:cNvPr>
                <p14:cNvContentPartPr/>
                <p14:nvPr/>
              </p14:nvContentPartPr>
              <p14:xfrm>
                <a:off x="701820" y="527340"/>
                <a:ext cx="118800" cy="385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B4853A3F-B1DA-43B1-B398-26AE00EF5F51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93180" y="518700"/>
                  <a:ext cx="13644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BB2A1B3D-5C56-4D23-8458-02091AA893B5}"/>
                    </a:ext>
                  </a:extLst>
                </p14:cNvPr>
                <p14:cNvContentPartPr/>
                <p14:nvPr/>
              </p14:nvContentPartPr>
              <p14:xfrm>
                <a:off x="870300" y="407100"/>
                <a:ext cx="190080" cy="1483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BB2A1B3D-5C56-4D23-8458-02091AA893B5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61300" y="398460"/>
                  <a:ext cx="20772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931BA5FB-2C57-4E03-9561-DDD860068C08}"/>
                    </a:ext>
                  </a:extLst>
                </p14:cNvPr>
                <p14:cNvContentPartPr/>
                <p14:nvPr/>
              </p14:nvContentPartPr>
              <p14:xfrm>
                <a:off x="1018620" y="334380"/>
                <a:ext cx="197640" cy="21600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931BA5FB-2C57-4E03-9561-DDD860068C08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09980" y="325380"/>
                  <a:ext cx="21528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E3615711-74A4-4427-82A2-34E812F4A144}"/>
                    </a:ext>
                  </a:extLst>
                </p14:cNvPr>
                <p14:cNvContentPartPr/>
                <p14:nvPr/>
              </p14:nvContentPartPr>
              <p14:xfrm>
                <a:off x="1259460" y="226740"/>
                <a:ext cx="136440" cy="26712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E3615711-74A4-4427-82A2-34E812F4A144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250820" y="218100"/>
                  <a:ext cx="15408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2978396B-696A-4B75-A3E9-43018EC22855}"/>
                    </a:ext>
                  </a:extLst>
                </p14:cNvPr>
                <p14:cNvContentPartPr/>
                <p14:nvPr/>
              </p14:nvContentPartPr>
              <p14:xfrm>
                <a:off x="1280340" y="364620"/>
                <a:ext cx="155160" cy="6264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2978396B-696A-4B75-A3E9-43018EC22855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271340" y="355620"/>
                  <a:ext cx="17280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EC61E9B8-C0DE-4EBD-B785-212C0E1BC061}"/>
                    </a:ext>
                  </a:extLst>
                </p14:cNvPr>
                <p14:cNvContentPartPr/>
                <p14:nvPr/>
              </p14:nvContentPartPr>
              <p14:xfrm>
                <a:off x="1425060" y="274260"/>
                <a:ext cx="140760" cy="17064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EC61E9B8-C0DE-4EBD-B785-212C0E1BC06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416060" y="265620"/>
                  <a:ext cx="15840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95584CCE-7AB2-4DF6-8833-D3EC05F0EB8B}"/>
                    </a:ext>
                  </a:extLst>
                </p14:cNvPr>
                <p14:cNvContentPartPr/>
                <p14:nvPr/>
              </p14:nvContentPartPr>
              <p14:xfrm>
                <a:off x="1624860" y="184260"/>
                <a:ext cx="223560" cy="25524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95584CCE-7AB2-4DF6-8833-D3EC05F0EB8B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615860" y="175260"/>
                  <a:ext cx="24120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74FA214C-5E9F-4647-BAEC-9FCAEF3E4014}"/>
                    </a:ext>
                  </a:extLst>
                </p14:cNvPr>
                <p14:cNvContentPartPr/>
                <p14:nvPr/>
              </p14:nvContentPartPr>
              <p14:xfrm>
                <a:off x="1838700" y="218820"/>
                <a:ext cx="168480" cy="13320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74FA214C-5E9F-4647-BAEC-9FCAEF3E4014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830060" y="209820"/>
                  <a:ext cx="18612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FDF036F4-F20F-4D9D-A69D-00D99BC753FD}"/>
                    </a:ext>
                  </a:extLst>
                </p14:cNvPr>
                <p14:cNvContentPartPr/>
                <p14:nvPr/>
              </p14:nvContentPartPr>
              <p14:xfrm>
                <a:off x="1996380" y="134940"/>
                <a:ext cx="140760" cy="2145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FDF036F4-F20F-4D9D-A69D-00D99BC753FD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987380" y="125940"/>
                  <a:ext cx="15840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60597E97-BB20-40BA-93FC-D41FC7AFA7E3}"/>
                    </a:ext>
                  </a:extLst>
                </p14:cNvPr>
                <p14:cNvContentPartPr/>
                <p14:nvPr/>
              </p14:nvContentPartPr>
              <p14:xfrm>
                <a:off x="2212380" y="76260"/>
                <a:ext cx="147240" cy="23148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60597E97-BB20-40BA-93FC-D41FC7AFA7E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203740" y="67620"/>
                  <a:ext cx="16488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B6F183EE-AA77-4CF7-B8F2-123B52273867}"/>
                    </a:ext>
                  </a:extLst>
                </p14:cNvPr>
                <p14:cNvContentPartPr/>
                <p14:nvPr/>
              </p14:nvContentPartPr>
              <p14:xfrm>
                <a:off x="2213820" y="196500"/>
                <a:ext cx="157320" cy="5328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B6F183EE-AA77-4CF7-B8F2-123B52273867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205180" y="187860"/>
                  <a:ext cx="17496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CB4F8336-5B0E-4E32-805B-CD997EED23AA}"/>
                    </a:ext>
                  </a:extLst>
                </p14:cNvPr>
                <p14:cNvContentPartPr/>
                <p14:nvPr/>
              </p14:nvContentPartPr>
              <p14:xfrm>
                <a:off x="2397780" y="109740"/>
                <a:ext cx="90720" cy="19620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CB4F8336-5B0E-4E32-805B-CD997EED23AA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388780" y="101100"/>
                  <a:ext cx="10836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23048105-EB37-445D-AE39-87C57E9BADB6}"/>
                    </a:ext>
                  </a:extLst>
                </p14:cNvPr>
                <p14:cNvContentPartPr/>
                <p14:nvPr/>
              </p14:nvContentPartPr>
              <p14:xfrm>
                <a:off x="2550780" y="104700"/>
                <a:ext cx="136440" cy="14760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23048105-EB37-445D-AE39-87C57E9BADB6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541780" y="96060"/>
                  <a:ext cx="15408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AE19D025-22B4-4BF2-8988-9AD22F778532}"/>
                    </a:ext>
                  </a:extLst>
                </p14:cNvPr>
                <p14:cNvContentPartPr/>
                <p14:nvPr/>
              </p14:nvContentPartPr>
              <p14:xfrm>
                <a:off x="2729340" y="119460"/>
                <a:ext cx="180720" cy="11124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AE19D025-22B4-4BF2-8988-9AD22F778532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720340" y="110460"/>
                  <a:ext cx="19836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465561D5-59E2-4541-BFD0-50FAEED57EA7}"/>
                    </a:ext>
                  </a:extLst>
                </p14:cNvPr>
                <p14:cNvContentPartPr/>
                <p14:nvPr/>
              </p14:nvContentPartPr>
              <p14:xfrm>
                <a:off x="2836620" y="61500"/>
                <a:ext cx="47520" cy="17172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465561D5-59E2-4541-BFD0-50FAEED57EA7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827620" y="52500"/>
                  <a:ext cx="6516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D9F7C427-535B-491A-BE73-8374CCB705F6}"/>
                    </a:ext>
                  </a:extLst>
                </p14:cNvPr>
                <p14:cNvContentPartPr/>
                <p14:nvPr/>
              </p14:nvContentPartPr>
              <p14:xfrm>
                <a:off x="381420" y="503220"/>
                <a:ext cx="1606680" cy="33300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D9F7C427-535B-491A-BE73-8374CCB705F6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72780" y="494220"/>
                  <a:ext cx="1624320" cy="35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A128C942-0BEB-4932-A1A2-655E1A1ADB5C}"/>
                    </a:ext>
                  </a:extLst>
                </p14:cNvPr>
                <p14:cNvContentPartPr/>
                <p14:nvPr/>
              </p14:nvContentPartPr>
              <p14:xfrm>
                <a:off x="2083500" y="258420"/>
                <a:ext cx="817200" cy="20340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A128C942-0BEB-4932-A1A2-655E1A1ADB5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074860" y="249780"/>
                  <a:ext cx="83484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C807FD03-E6AE-4EA1-B5DD-076739465C37}"/>
                    </a:ext>
                  </a:extLst>
                </p14:cNvPr>
                <p14:cNvContentPartPr/>
                <p14:nvPr/>
              </p14:nvContentPartPr>
              <p14:xfrm>
                <a:off x="819180" y="502500"/>
                <a:ext cx="1622880" cy="39096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C807FD03-E6AE-4EA1-B5DD-076739465C37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10540" y="493500"/>
                  <a:ext cx="1640520" cy="408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4DF9C144-21F1-48DA-A4E4-E1137B100D65}"/>
              </a:ext>
            </a:extLst>
          </p:cNvPr>
          <p:cNvGrpSpPr/>
          <p:nvPr/>
        </p:nvGrpSpPr>
        <p:grpSpPr>
          <a:xfrm>
            <a:off x="6198300" y="15780"/>
            <a:ext cx="829080" cy="345960"/>
            <a:chOff x="6198300" y="15780"/>
            <a:chExt cx="829080" cy="345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9F534AD6-2AF1-4256-81CC-F2C1EE41E6C8}"/>
                    </a:ext>
                  </a:extLst>
                </p14:cNvPr>
                <p14:cNvContentPartPr/>
                <p14:nvPr/>
              </p14:nvContentPartPr>
              <p14:xfrm>
                <a:off x="6198300" y="205140"/>
                <a:ext cx="463320" cy="2484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9F534AD6-2AF1-4256-81CC-F2C1EE41E6C8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189660" y="196500"/>
                  <a:ext cx="48096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273259FB-F596-472B-B9CE-F52A392AAD81}"/>
                    </a:ext>
                  </a:extLst>
                </p14:cNvPr>
                <p14:cNvContentPartPr/>
                <p14:nvPr/>
              </p14:nvContentPartPr>
              <p14:xfrm>
                <a:off x="6846660" y="129900"/>
                <a:ext cx="42480" cy="18468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273259FB-F596-472B-B9CE-F52A392AAD81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837660" y="120900"/>
                  <a:ext cx="6012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8E55960C-E677-4839-B357-7B35FABC5D5B}"/>
                    </a:ext>
                  </a:extLst>
                </p14:cNvPr>
                <p14:cNvContentPartPr/>
                <p14:nvPr/>
              </p14:nvContentPartPr>
              <p14:xfrm>
                <a:off x="6663780" y="15780"/>
                <a:ext cx="363600" cy="34596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8E55960C-E677-4839-B357-7B35FABC5D5B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654780" y="6780"/>
                  <a:ext cx="381240" cy="363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CC19B05F-D2E1-481E-BFEE-F865F772FF8C}"/>
                  </a:ext>
                </a:extLst>
              </p14:cNvPr>
              <p14:cNvContentPartPr/>
              <p14:nvPr/>
            </p14:nvContentPartPr>
            <p14:xfrm>
              <a:off x="2041740" y="1630680"/>
              <a:ext cx="1577880" cy="366840"/>
            </p14:xfrm>
          </p:contentPart>
        </mc:Choice>
        <mc:Fallback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CC19B05F-D2E1-481E-BFEE-F865F772FF8C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2032740" y="1622040"/>
                <a:ext cx="1595520" cy="38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199" name="Ink 198">
                <a:extLst>
                  <a:ext uri="{FF2B5EF4-FFF2-40B4-BE49-F238E27FC236}">
                    <a16:creationId xmlns:a16="http://schemas.microsoft.com/office/drawing/2014/main" id="{9897846D-F081-4EF8-A78A-AD26CAD50E18}"/>
                  </a:ext>
                </a:extLst>
              </p14:cNvPr>
              <p14:cNvContentPartPr/>
              <p14:nvPr/>
            </p14:nvContentPartPr>
            <p14:xfrm>
              <a:off x="7640820" y="871440"/>
              <a:ext cx="349200" cy="32400"/>
            </p14:xfrm>
          </p:contentPart>
        </mc:Choice>
        <mc:Fallback>
          <p:pic>
            <p:nvPicPr>
              <p:cNvPr id="199" name="Ink 198">
                <a:extLst>
                  <a:ext uri="{FF2B5EF4-FFF2-40B4-BE49-F238E27FC236}">
                    <a16:creationId xmlns:a16="http://schemas.microsoft.com/office/drawing/2014/main" id="{9897846D-F081-4EF8-A78A-AD26CAD50E18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7632180" y="862800"/>
                <a:ext cx="366840" cy="5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202" name="Ink 201">
                <a:extLst>
                  <a:ext uri="{FF2B5EF4-FFF2-40B4-BE49-F238E27FC236}">
                    <a16:creationId xmlns:a16="http://schemas.microsoft.com/office/drawing/2014/main" id="{A9AC361D-B81A-4BCC-9781-AD3895A2F8FE}"/>
                  </a:ext>
                </a:extLst>
              </p14:cNvPr>
              <p14:cNvContentPartPr/>
              <p14:nvPr/>
            </p14:nvContentPartPr>
            <p14:xfrm>
              <a:off x="1337940" y="2774760"/>
              <a:ext cx="45720" cy="8640"/>
            </p14:xfrm>
          </p:contentPart>
        </mc:Choice>
        <mc:Fallback>
          <p:pic>
            <p:nvPicPr>
              <p:cNvPr id="202" name="Ink 201">
                <a:extLst>
                  <a:ext uri="{FF2B5EF4-FFF2-40B4-BE49-F238E27FC236}">
                    <a16:creationId xmlns:a16="http://schemas.microsoft.com/office/drawing/2014/main" id="{A9AC361D-B81A-4BCC-9781-AD3895A2F8FE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1328940" y="2765760"/>
                <a:ext cx="63360" cy="26280"/>
              </a:xfrm>
              <a:prstGeom prst="rect">
                <a:avLst/>
              </a:prstGeom>
            </p:spPr>
          </p:pic>
        </mc:Fallback>
      </mc:AlternateContent>
      <p:grpSp>
        <p:nvGrpSpPr>
          <p:cNvPr id="204" name="Group 203">
            <a:extLst>
              <a:ext uri="{FF2B5EF4-FFF2-40B4-BE49-F238E27FC236}">
                <a16:creationId xmlns:a16="http://schemas.microsoft.com/office/drawing/2014/main" id="{E629CEF0-6F8A-40CB-9A83-0E2A18CC3085}"/>
              </a:ext>
            </a:extLst>
          </p:cNvPr>
          <p:cNvGrpSpPr/>
          <p:nvPr/>
        </p:nvGrpSpPr>
        <p:grpSpPr>
          <a:xfrm>
            <a:off x="3019500" y="95340"/>
            <a:ext cx="1021680" cy="346680"/>
            <a:chOff x="3019500" y="95340"/>
            <a:chExt cx="1021680" cy="346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689A189B-310A-4B63-8863-00261B6CEF0F}"/>
                    </a:ext>
                  </a:extLst>
                </p14:cNvPr>
                <p14:cNvContentPartPr/>
                <p14:nvPr/>
              </p14:nvContentPartPr>
              <p14:xfrm>
                <a:off x="3019500" y="114060"/>
                <a:ext cx="133200" cy="13572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689A189B-310A-4B63-8863-00261B6CEF0F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010500" y="105420"/>
                  <a:ext cx="15084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4334F1DF-86A5-4EA7-BCFF-0D589EA001A6}"/>
                    </a:ext>
                  </a:extLst>
                </p14:cNvPr>
                <p14:cNvContentPartPr/>
                <p14:nvPr/>
              </p14:nvContentPartPr>
              <p14:xfrm>
                <a:off x="3228300" y="95340"/>
                <a:ext cx="124560" cy="3466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4334F1DF-86A5-4EA7-BCFF-0D589EA001A6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219300" y="86340"/>
                  <a:ext cx="142200" cy="36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F4B802A5-B865-4F36-8887-0ABB8E784C6E}"/>
                    </a:ext>
                  </a:extLst>
                </p14:cNvPr>
                <p14:cNvContentPartPr/>
                <p14:nvPr/>
              </p14:nvContentPartPr>
              <p14:xfrm>
                <a:off x="3432420" y="187860"/>
                <a:ext cx="108000" cy="1771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F4B802A5-B865-4F36-8887-0ABB8E784C6E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423420" y="178860"/>
                  <a:ext cx="12564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3307EEE4-2739-4081-8C44-8F5AB4C6D520}"/>
                    </a:ext>
                  </a:extLst>
                </p14:cNvPr>
                <p14:cNvContentPartPr/>
                <p14:nvPr/>
              </p14:nvContentPartPr>
              <p14:xfrm>
                <a:off x="3692340" y="95340"/>
                <a:ext cx="296640" cy="3218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3307EEE4-2739-4081-8C44-8F5AB4C6D520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683340" y="86340"/>
                  <a:ext cx="314280" cy="33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7DF2AD2E-C141-4E32-BEF5-C16F43B0E9F0}"/>
                    </a:ext>
                  </a:extLst>
                </p14:cNvPr>
                <p14:cNvContentPartPr/>
                <p14:nvPr/>
              </p14:nvContentPartPr>
              <p14:xfrm>
                <a:off x="3904020" y="197220"/>
                <a:ext cx="137160" cy="741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7DF2AD2E-C141-4E32-BEF5-C16F43B0E9F0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895020" y="188580"/>
                  <a:ext cx="15480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974EE222-2BF1-4FEE-A047-8678F719685F}"/>
                    </a:ext>
                  </a:extLst>
                </p14:cNvPr>
                <p14:cNvContentPartPr/>
                <p14:nvPr/>
              </p14:nvContentPartPr>
              <p14:xfrm>
                <a:off x="3447900" y="393720"/>
                <a:ext cx="128880" cy="1980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974EE222-2BF1-4FEE-A047-8678F719685F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439260" y="385080"/>
                  <a:ext cx="14652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C5D13801-060A-46E3-B6F3-8CEDA3657603}"/>
                    </a:ext>
                  </a:extLst>
                </p14:cNvPr>
                <p14:cNvContentPartPr/>
                <p14:nvPr/>
              </p14:nvContentPartPr>
              <p14:xfrm>
                <a:off x="3420900" y="346560"/>
                <a:ext cx="5040" cy="828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C5D13801-060A-46E3-B6F3-8CEDA3657603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411900" y="337560"/>
                  <a:ext cx="22680" cy="25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205" name="Ink 204">
                <a:extLst>
                  <a:ext uri="{FF2B5EF4-FFF2-40B4-BE49-F238E27FC236}">
                    <a16:creationId xmlns:a16="http://schemas.microsoft.com/office/drawing/2014/main" id="{B9C67124-89AC-43DE-84CC-EB51368F9571}"/>
                  </a:ext>
                </a:extLst>
              </p14:cNvPr>
              <p14:cNvContentPartPr/>
              <p14:nvPr/>
            </p14:nvContentPartPr>
            <p14:xfrm>
              <a:off x="2026980" y="1020480"/>
              <a:ext cx="360" cy="360"/>
            </p14:xfrm>
          </p:contentPart>
        </mc:Choice>
        <mc:Fallback>
          <p:pic>
            <p:nvPicPr>
              <p:cNvPr id="205" name="Ink 204">
                <a:extLst>
                  <a:ext uri="{FF2B5EF4-FFF2-40B4-BE49-F238E27FC236}">
                    <a16:creationId xmlns:a16="http://schemas.microsoft.com/office/drawing/2014/main" id="{B9C67124-89AC-43DE-84CC-EB51368F9571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2018340" y="1011480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24" name="Group 223">
            <a:extLst>
              <a:ext uri="{FF2B5EF4-FFF2-40B4-BE49-F238E27FC236}">
                <a16:creationId xmlns:a16="http://schemas.microsoft.com/office/drawing/2014/main" id="{9451857A-85F4-4874-BD99-0F4A9FD7969E}"/>
              </a:ext>
            </a:extLst>
          </p:cNvPr>
          <p:cNvGrpSpPr/>
          <p:nvPr/>
        </p:nvGrpSpPr>
        <p:grpSpPr>
          <a:xfrm>
            <a:off x="602460" y="1101180"/>
            <a:ext cx="8510040" cy="3924660"/>
            <a:chOff x="602460" y="1101180"/>
            <a:chExt cx="8510040" cy="39246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FFDA369C-CF15-4A56-AE8B-37E1CA3760AD}"/>
                    </a:ext>
                  </a:extLst>
                </p14:cNvPr>
                <p14:cNvContentPartPr/>
                <p14:nvPr/>
              </p14:nvContentPartPr>
              <p14:xfrm>
                <a:off x="7569180" y="1330500"/>
                <a:ext cx="28440" cy="2134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FFDA369C-CF15-4A56-AE8B-37E1CA3760AD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560180" y="1321860"/>
                  <a:ext cx="4608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A7CE4BE-8BAC-46B1-977C-2DABD06B5271}"/>
                    </a:ext>
                  </a:extLst>
                </p14:cNvPr>
                <p14:cNvContentPartPr/>
                <p14:nvPr/>
              </p14:nvContentPartPr>
              <p14:xfrm>
                <a:off x="7587540" y="1373700"/>
                <a:ext cx="193320" cy="1216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A7CE4BE-8BAC-46B1-977C-2DABD06B5271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578900" y="1364700"/>
                  <a:ext cx="21096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F9F5B923-09F6-4591-AD76-061F8D90A36E}"/>
                    </a:ext>
                  </a:extLst>
                </p14:cNvPr>
                <p14:cNvContentPartPr/>
                <p14:nvPr/>
              </p14:nvContentPartPr>
              <p14:xfrm>
                <a:off x="7214940" y="1464780"/>
                <a:ext cx="130320" cy="82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F9F5B923-09F6-4591-AD76-061F8D90A36E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205940" y="1455780"/>
                  <a:ext cx="14796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5377EA3B-3DAF-4218-8CBB-ECD81C308E37}"/>
                    </a:ext>
                  </a:extLst>
                </p14:cNvPr>
                <p14:cNvContentPartPr/>
                <p14:nvPr/>
              </p14:nvContentPartPr>
              <p14:xfrm>
                <a:off x="7252380" y="1520940"/>
                <a:ext cx="183240" cy="90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5377EA3B-3DAF-4218-8CBB-ECD81C308E37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243380" y="1511940"/>
                  <a:ext cx="20088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548416DD-23C3-4F3F-BE3E-FF627ECA74E6}"/>
                    </a:ext>
                  </a:extLst>
                </p14:cNvPr>
                <p14:cNvContentPartPr/>
                <p14:nvPr/>
              </p14:nvContentPartPr>
              <p14:xfrm>
                <a:off x="5961780" y="1437420"/>
                <a:ext cx="84240" cy="2181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548416DD-23C3-4F3F-BE3E-FF627ECA74E6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952780" y="1428780"/>
                  <a:ext cx="10188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2D706D73-5B82-4A0E-A034-419BBA0C305A}"/>
                    </a:ext>
                  </a:extLst>
                </p14:cNvPr>
                <p14:cNvContentPartPr/>
                <p14:nvPr/>
              </p14:nvContentPartPr>
              <p14:xfrm>
                <a:off x="6127740" y="1470540"/>
                <a:ext cx="161640" cy="1393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2D706D73-5B82-4A0E-A034-419BBA0C305A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6118740" y="1461540"/>
                  <a:ext cx="17928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10DB3B06-3A1E-42D4-A2C2-A7DD1C211286}"/>
                    </a:ext>
                  </a:extLst>
                </p14:cNvPr>
                <p14:cNvContentPartPr/>
                <p14:nvPr/>
              </p14:nvContentPartPr>
              <p14:xfrm>
                <a:off x="6387660" y="1487460"/>
                <a:ext cx="151920" cy="5122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10DB3B06-3A1E-42D4-A2C2-A7DD1C211286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6379020" y="1478460"/>
                  <a:ext cx="169560" cy="52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2F645F94-F320-46D3-8D11-B97FAA753C26}"/>
                    </a:ext>
                  </a:extLst>
                </p14:cNvPr>
                <p14:cNvContentPartPr/>
                <p14:nvPr/>
              </p14:nvContentPartPr>
              <p14:xfrm>
                <a:off x="6786540" y="1403220"/>
                <a:ext cx="166320" cy="1976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2F645F94-F320-46D3-8D11-B97FAA753C26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6777540" y="1394220"/>
                  <a:ext cx="18396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08995C6F-A72A-4CC5-AC26-315CFF3C542F}"/>
                    </a:ext>
                  </a:extLst>
                </p14:cNvPr>
                <p14:cNvContentPartPr/>
                <p14:nvPr/>
              </p14:nvContentPartPr>
              <p14:xfrm>
                <a:off x="6695100" y="1641900"/>
                <a:ext cx="198720" cy="1285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08995C6F-A72A-4CC5-AC26-315CFF3C542F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686460" y="1633260"/>
                  <a:ext cx="21636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23A46B10-6C94-4804-9CD1-1A76EB2949C0}"/>
                    </a:ext>
                  </a:extLst>
                </p14:cNvPr>
                <p14:cNvContentPartPr/>
                <p14:nvPr/>
              </p14:nvContentPartPr>
              <p14:xfrm>
                <a:off x="5939460" y="1788420"/>
                <a:ext cx="1995480" cy="1148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23A46B10-6C94-4804-9CD1-1A76EB2949C0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930820" y="1779420"/>
                  <a:ext cx="201312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806D5349-4160-4868-BF7C-2B7C75C9F84C}"/>
                    </a:ext>
                  </a:extLst>
                </p14:cNvPr>
                <p14:cNvContentPartPr/>
                <p14:nvPr/>
              </p14:nvContentPartPr>
              <p14:xfrm>
                <a:off x="992340" y="1309620"/>
                <a:ext cx="143280" cy="2401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806D5349-4160-4868-BF7C-2B7C75C9F84C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983700" y="1300980"/>
                  <a:ext cx="16092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C5440269-C4F8-4384-A41B-5B985E4E240A}"/>
                    </a:ext>
                  </a:extLst>
                </p14:cNvPr>
                <p14:cNvContentPartPr/>
                <p14:nvPr/>
              </p14:nvContentPartPr>
              <p14:xfrm>
                <a:off x="1275300" y="1292700"/>
                <a:ext cx="264960" cy="3506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C5440269-C4F8-4384-A41B-5B985E4E240A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266660" y="1284060"/>
                  <a:ext cx="282600" cy="36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25FF32DE-B88C-45A2-989F-94500A9E82A8}"/>
                    </a:ext>
                  </a:extLst>
                </p14:cNvPr>
                <p14:cNvContentPartPr/>
                <p14:nvPr/>
              </p14:nvContentPartPr>
              <p14:xfrm>
                <a:off x="1524780" y="1358580"/>
                <a:ext cx="206280" cy="1515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25FF32DE-B88C-45A2-989F-94500A9E82A8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516140" y="1349580"/>
                  <a:ext cx="22392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BFF60C43-20EF-418D-89A4-E2FC18D7E5E7}"/>
                    </a:ext>
                  </a:extLst>
                </p14:cNvPr>
                <p14:cNvContentPartPr/>
                <p14:nvPr/>
              </p14:nvContentPartPr>
              <p14:xfrm>
                <a:off x="1771020" y="1210260"/>
                <a:ext cx="15840" cy="1814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BFF60C43-20EF-418D-89A4-E2FC18D7E5E7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762380" y="1201620"/>
                  <a:ext cx="3348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C49216F6-FDB7-4156-9340-7891981C10CB}"/>
                    </a:ext>
                  </a:extLst>
                </p14:cNvPr>
                <p14:cNvContentPartPr/>
                <p14:nvPr/>
              </p14:nvContentPartPr>
              <p14:xfrm>
                <a:off x="1778940" y="1247340"/>
                <a:ext cx="157320" cy="1033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C49216F6-FDB7-4156-9340-7891981C10CB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769940" y="1238700"/>
                  <a:ext cx="17496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8FE60BE0-1C60-4DD3-8FC5-B90132BFE474}"/>
                    </a:ext>
                  </a:extLst>
                </p14:cNvPr>
                <p14:cNvContentPartPr/>
                <p14:nvPr/>
              </p14:nvContentPartPr>
              <p14:xfrm>
                <a:off x="1813500" y="1146900"/>
                <a:ext cx="396720" cy="4914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8FE60BE0-1C60-4DD3-8FC5-B90132BFE474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804500" y="1137900"/>
                  <a:ext cx="414360" cy="50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5CEAFEC8-6851-477D-8F37-97DBCB7D52C1}"/>
                    </a:ext>
                  </a:extLst>
                </p14:cNvPr>
                <p14:cNvContentPartPr/>
                <p14:nvPr/>
              </p14:nvContentPartPr>
              <p14:xfrm>
                <a:off x="2525220" y="1365060"/>
                <a:ext cx="105480" cy="68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5CEAFEC8-6851-477D-8F37-97DBCB7D52C1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2516580" y="1356060"/>
                  <a:ext cx="12312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CAFF36C1-F0CF-471B-912A-B7D2748F485E}"/>
                    </a:ext>
                  </a:extLst>
                </p14:cNvPr>
                <p14:cNvContentPartPr/>
                <p14:nvPr/>
              </p14:nvContentPartPr>
              <p14:xfrm>
                <a:off x="2513340" y="1448220"/>
                <a:ext cx="227520" cy="64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CAFF36C1-F0CF-471B-912A-B7D2748F485E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2504340" y="1439220"/>
                  <a:ext cx="24516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622A3795-0B64-458C-8393-CEF1E6D3971F}"/>
                    </a:ext>
                  </a:extLst>
                </p14:cNvPr>
                <p14:cNvContentPartPr/>
                <p14:nvPr/>
              </p14:nvContentPartPr>
              <p14:xfrm>
                <a:off x="602460" y="2487900"/>
                <a:ext cx="177840" cy="1368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622A3795-0B64-458C-8393-CEF1E6D3971F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593460" y="2479260"/>
                  <a:ext cx="19548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997BC19D-79AC-458E-BD90-60C93C71EC6F}"/>
                    </a:ext>
                  </a:extLst>
                </p14:cNvPr>
                <p14:cNvContentPartPr/>
                <p14:nvPr/>
              </p14:nvContentPartPr>
              <p14:xfrm>
                <a:off x="707220" y="2497980"/>
                <a:ext cx="32760" cy="1771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997BC19D-79AC-458E-BD90-60C93C71EC6F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698220" y="2488980"/>
                  <a:ext cx="5040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78366B12-7F8D-4B7F-94FA-3080389CC8A7}"/>
                    </a:ext>
                  </a:extLst>
                </p14:cNvPr>
                <p14:cNvContentPartPr/>
                <p14:nvPr/>
              </p14:nvContentPartPr>
              <p14:xfrm>
                <a:off x="924300" y="2406900"/>
                <a:ext cx="270000" cy="41976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78366B12-7F8D-4B7F-94FA-3080389CC8A7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915300" y="2398260"/>
                  <a:ext cx="287640" cy="43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11BFFE87-4E82-4BCE-9DFB-9154B7261A70}"/>
                    </a:ext>
                  </a:extLst>
                </p14:cNvPr>
                <p14:cNvContentPartPr/>
                <p14:nvPr/>
              </p14:nvContentPartPr>
              <p14:xfrm>
                <a:off x="1217700" y="2491500"/>
                <a:ext cx="226440" cy="16560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11BFFE87-4E82-4BCE-9DFB-9154B7261A70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209060" y="2482860"/>
                  <a:ext cx="24408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FF33D994-DF41-4075-8DB3-917F652025C2}"/>
                    </a:ext>
                  </a:extLst>
                </p14:cNvPr>
                <p14:cNvContentPartPr/>
                <p14:nvPr/>
              </p14:nvContentPartPr>
              <p14:xfrm>
                <a:off x="1494900" y="2318700"/>
                <a:ext cx="8280" cy="18324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FF33D994-DF41-4075-8DB3-917F652025C2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486260" y="2309700"/>
                  <a:ext cx="2592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24E46EEF-3A18-40F2-8E34-9574871F94B2}"/>
                    </a:ext>
                  </a:extLst>
                </p14:cNvPr>
                <p14:cNvContentPartPr/>
                <p14:nvPr/>
              </p14:nvContentPartPr>
              <p14:xfrm>
                <a:off x="1499580" y="2391420"/>
                <a:ext cx="94680" cy="6264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24E46EEF-3A18-40F2-8E34-9574871F94B2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490940" y="2382780"/>
                  <a:ext cx="11232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B9D5F5BA-AED0-4949-9713-C7CC48377EFF}"/>
                    </a:ext>
                  </a:extLst>
                </p14:cNvPr>
                <p14:cNvContentPartPr/>
                <p14:nvPr/>
              </p14:nvContentPartPr>
              <p14:xfrm>
                <a:off x="1543860" y="2445060"/>
                <a:ext cx="132120" cy="3492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B9D5F5BA-AED0-4949-9713-C7CC48377EFF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535220" y="2436420"/>
                  <a:ext cx="14976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C1A28A78-CC69-4A64-B605-409C6B9769BE}"/>
                    </a:ext>
                  </a:extLst>
                </p14:cNvPr>
                <p14:cNvContentPartPr/>
                <p14:nvPr/>
              </p14:nvContentPartPr>
              <p14:xfrm>
                <a:off x="1665180" y="2265060"/>
                <a:ext cx="131040" cy="51048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C1A28A78-CC69-4A64-B605-409C6B9769BE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656540" y="2256060"/>
                  <a:ext cx="148680" cy="52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57C9905F-31AB-4946-AAC8-8B9ACC11E01D}"/>
                    </a:ext>
                  </a:extLst>
                </p14:cNvPr>
                <p14:cNvContentPartPr/>
                <p14:nvPr/>
              </p14:nvContentPartPr>
              <p14:xfrm>
                <a:off x="2204460" y="2552340"/>
                <a:ext cx="205920" cy="9576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57C9905F-31AB-4946-AAC8-8B9ACC11E01D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2195820" y="2543700"/>
                  <a:ext cx="22356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7A62BD89-7290-4453-BD5F-5C235014D3A7}"/>
                    </a:ext>
                  </a:extLst>
                </p14:cNvPr>
                <p14:cNvContentPartPr/>
                <p14:nvPr/>
              </p14:nvContentPartPr>
              <p14:xfrm>
                <a:off x="2710620" y="2424180"/>
                <a:ext cx="205560" cy="24300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7A62BD89-7290-4453-BD5F-5C235014D3A7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2701620" y="2415540"/>
                  <a:ext cx="22320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C3B8E46B-C5F6-41AA-ADA3-856245777DDE}"/>
                    </a:ext>
                  </a:extLst>
                </p14:cNvPr>
                <p14:cNvContentPartPr/>
                <p14:nvPr/>
              </p14:nvContentPartPr>
              <p14:xfrm>
                <a:off x="3104100" y="2293500"/>
                <a:ext cx="349560" cy="64836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C3B8E46B-C5F6-41AA-ADA3-856245777DDE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3095460" y="2284860"/>
                  <a:ext cx="367200" cy="66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E4F4C3A9-DB04-486C-85FD-95F611481C62}"/>
                    </a:ext>
                  </a:extLst>
                </p14:cNvPr>
                <p14:cNvContentPartPr/>
                <p14:nvPr/>
              </p14:nvContentPartPr>
              <p14:xfrm>
                <a:off x="3393900" y="2438220"/>
                <a:ext cx="225720" cy="23436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E4F4C3A9-DB04-486C-85FD-95F611481C62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3384900" y="2429220"/>
                  <a:ext cx="24336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B650D1E5-7F69-4419-9343-59327C74E0B3}"/>
                    </a:ext>
                  </a:extLst>
                </p14:cNvPr>
                <p14:cNvContentPartPr/>
                <p14:nvPr/>
              </p14:nvContentPartPr>
              <p14:xfrm>
                <a:off x="3664980" y="2247780"/>
                <a:ext cx="19800" cy="13968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B650D1E5-7F69-4419-9343-59327C74E0B3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3655980" y="2239140"/>
                  <a:ext cx="3744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1782716D-7DB4-4513-8BE5-929E700FA425}"/>
                    </a:ext>
                  </a:extLst>
                </p14:cNvPr>
                <p14:cNvContentPartPr/>
                <p14:nvPr/>
              </p14:nvContentPartPr>
              <p14:xfrm>
                <a:off x="3672180" y="2284860"/>
                <a:ext cx="137160" cy="6696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1782716D-7DB4-4513-8BE5-929E700FA425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3663180" y="2276220"/>
                  <a:ext cx="15480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4D7E5274-1F28-48E6-AA91-3C609F8B405A}"/>
                    </a:ext>
                  </a:extLst>
                </p14:cNvPr>
                <p14:cNvContentPartPr/>
                <p14:nvPr/>
              </p14:nvContentPartPr>
              <p14:xfrm>
                <a:off x="3724020" y="2283060"/>
                <a:ext cx="267120" cy="25956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4D7E5274-1F28-48E6-AA91-3C609F8B405A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3715020" y="2274060"/>
                  <a:ext cx="28476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00DC721A-051D-4E23-86F2-EC969D46EBE0}"/>
                    </a:ext>
                  </a:extLst>
                </p14:cNvPr>
                <p14:cNvContentPartPr/>
                <p14:nvPr/>
              </p14:nvContentPartPr>
              <p14:xfrm>
                <a:off x="4062420" y="2368740"/>
                <a:ext cx="212760" cy="11664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00DC721A-051D-4E23-86F2-EC969D46EBE0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4053420" y="2359740"/>
                  <a:ext cx="23040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6BC5CE3A-2A15-43DA-8126-E5C92B847CFB}"/>
                    </a:ext>
                  </a:extLst>
                </p14:cNvPr>
                <p14:cNvContentPartPr/>
                <p14:nvPr/>
              </p14:nvContentPartPr>
              <p14:xfrm>
                <a:off x="4294620" y="2235540"/>
                <a:ext cx="150480" cy="49932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6BC5CE3A-2A15-43DA-8126-E5C92B847CFB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4285980" y="2226540"/>
                  <a:ext cx="168120" cy="51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26B53B73-2836-4B50-9F7B-78A406798594}"/>
                    </a:ext>
                  </a:extLst>
                </p14:cNvPr>
                <p14:cNvContentPartPr/>
                <p14:nvPr/>
              </p14:nvContentPartPr>
              <p14:xfrm>
                <a:off x="4719780" y="2433900"/>
                <a:ext cx="275400" cy="4284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26B53B73-2836-4B50-9F7B-78A406798594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4710780" y="2424900"/>
                  <a:ext cx="29304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FEF7B2BB-FAE2-45CE-AB90-0DA9D0C714FD}"/>
                    </a:ext>
                  </a:extLst>
                </p14:cNvPr>
                <p14:cNvContentPartPr/>
                <p14:nvPr/>
              </p14:nvContentPartPr>
              <p14:xfrm>
                <a:off x="4875660" y="2269020"/>
                <a:ext cx="18000" cy="32868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FEF7B2BB-FAE2-45CE-AB90-0DA9D0C714FD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4867020" y="2260380"/>
                  <a:ext cx="35640" cy="34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13F87E6E-ECC5-45E5-B43E-259206624D8B}"/>
                    </a:ext>
                  </a:extLst>
                </p14:cNvPr>
                <p14:cNvContentPartPr/>
                <p14:nvPr/>
              </p14:nvContentPartPr>
              <p14:xfrm>
                <a:off x="5180580" y="2323740"/>
                <a:ext cx="219600" cy="16344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13F87E6E-ECC5-45E5-B43E-259206624D8B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5171580" y="2314740"/>
                  <a:ext cx="23724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D6CBC95D-F7E0-4975-9B62-CD55D3C974E5}"/>
                    </a:ext>
                  </a:extLst>
                </p14:cNvPr>
                <p14:cNvContentPartPr/>
                <p14:nvPr/>
              </p14:nvContentPartPr>
              <p14:xfrm>
                <a:off x="5572980" y="2329860"/>
                <a:ext cx="604800" cy="6084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D6CBC95D-F7E0-4975-9B62-CD55D3C974E5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5563980" y="2321220"/>
                  <a:ext cx="62244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562C2ED3-6AC8-4570-9957-73397B4AC68C}"/>
                    </a:ext>
                  </a:extLst>
                </p14:cNvPr>
                <p14:cNvContentPartPr/>
                <p14:nvPr/>
              </p14:nvContentPartPr>
              <p14:xfrm>
                <a:off x="5561820" y="2332020"/>
                <a:ext cx="687960" cy="1728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562C2ED3-6AC8-4570-9957-73397B4AC68C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5552820" y="2323380"/>
                  <a:ext cx="70560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F6E320F0-7A9A-4B09-BCAA-5D4A064A5B2D}"/>
                    </a:ext>
                  </a:extLst>
                </p14:cNvPr>
                <p14:cNvContentPartPr/>
                <p14:nvPr/>
              </p14:nvContentPartPr>
              <p14:xfrm>
                <a:off x="5606460" y="2348940"/>
                <a:ext cx="584640" cy="540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F6E320F0-7A9A-4B09-BCAA-5D4A064A5B2D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5597460" y="2340300"/>
                  <a:ext cx="60228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44FE0992-C0E8-469C-8702-14F5ADC42896}"/>
                    </a:ext>
                  </a:extLst>
                </p14:cNvPr>
                <p14:cNvContentPartPr/>
                <p14:nvPr/>
              </p14:nvContentPartPr>
              <p14:xfrm>
                <a:off x="6652620" y="2249880"/>
                <a:ext cx="203760" cy="12924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44FE0992-C0E8-469C-8702-14F5ADC42896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6643980" y="2240880"/>
                  <a:ext cx="22140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EF4D0202-9A1E-4513-B976-9C87CC7A8699}"/>
                    </a:ext>
                  </a:extLst>
                </p14:cNvPr>
                <p14:cNvContentPartPr/>
                <p14:nvPr/>
              </p14:nvContentPartPr>
              <p14:xfrm>
                <a:off x="6409980" y="2105160"/>
                <a:ext cx="647280" cy="48960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EF4D0202-9A1E-4513-B976-9C87CC7A8699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6401340" y="2096520"/>
                  <a:ext cx="664920" cy="50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59A565C9-3B4B-4A77-A41D-D725778AE83D}"/>
                    </a:ext>
                  </a:extLst>
                </p14:cNvPr>
                <p14:cNvContentPartPr/>
                <p14:nvPr/>
              </p14:nvContentPartPr>
              <p14:xfrm>
                <a:off x="6499620" y="3125760"/>
                <a:ext cx="241200" cy="31968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59A565C9-3B4B-4A77-A41D-D725778AE83D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6490980" y="3116760"/>
                  <a:ext cx="258840" cy="33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D4FA7175-4D9C-426E-AA22-45738ACAC89B}"/>
                    </a:ext>
                  </a:extLst>
                </p14:cNvPr>
                <p14:cNvContentPartPr/>
                <p14:nvPr/>
              </p14:nvContentPartPr>
              <p14:xfrm>
                <a:off x="6917580" y="2996160"/>
                <a:ext cx="196560" cy="53748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D4FA7175-4D9C-426E-AA22-45738ACAC89B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6908580" y="2987520"/>
                  <a:ext cx="214200" cy="55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C22EFE41-1761-4F1C-842A-5695A0766F77}"/>
                    </a:ext>
                  </a:extLst>
                </p14:cNvPr>
                <p14:cNvContentPartPr/>
                <p14:nvPr/>
              </p14:nvContentPartPr>
              <p14:xfrm>
                <a:off x="7122060" y="3190920"/>
                <a:ext cx="228960" cy="20124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C22EFE41-1761-4F1C-842A-5695A0766F77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7113060" y="3182280"/>
                  <a:ext cx="24660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784182B0-6C3B-4659-9863-04BC6316B438}"/>
                    </a:ext>
                  </a:extLst>
                </p14:cNvPr>
                <p14:cNvContentPartPr/>
                <p14:nvPr/>
              </p14:nvContentPartPr>
              <p14:xfrm>
                <a:off x="7352100" y="3014520"/>
                <a:ext cx="23040" cy="23400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784182B0-6C3B-4659-9863-04BC6316B438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7343100" y="3005520"/>
                  <a:ext cx="4068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D919DB19-336D-4CDB-8172-824D3D744A5D}"/>
                    </a:ext>
                  </a:extLst>
                </p14:cNvPr>
                <p14:cNvContentPartPr/>
                <p14:nvPr/>
              </p14:nvContentPartPr>
              <p14:xfrm>
                <a:off x="7325100" y="3006600"/>
                <a:ext cx="277920" cy="22032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D919DB19-336D-4CDB-8172-824D3D744A5D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7316100" y="2997600"/>
                  <a:ext cx="29556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6F9D7A0D-325D-49E9-99EA-8F2F2BA90061}"/>
                    </a:ext>
                  </a:extLst>
                </p14:cNvPr>
                <p14:cNvContentPartPr/>
                <p14:nvPr/>
              </p14:nvContentPartPr>
              <p14:xfrm>
                <a:off x="7666380" y="2975280"/>
                <a:ext cx="127440" cy="50148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6F9D7A0D-325D-49E9-99EA-8F2F2BA90061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7657740" y="2966640"/>
                  <a:ext cx="145080" cy="51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32090F00-C725-4532-9CE6-45C7C0CFC1B4}"/>
                    </a:ext>
                  </a:extLst>
                </p14:cNvPr>
                <p14:cNvContentPartPr/>
                <p14:nvPr/>
              </p14:nvContentPartPr>
              <p14:xfrm>
                <a:off x="8030340" y="3145200"/>
                <a:ext cx="248400" cy="10332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32090F00-C725-4532-9CE6-45C7C0CFC1B4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8021340" y="3136200"/>
                  <a:ext cx="26604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7F62764F-FCFD-470E-B685-43FB5B27C4E7}"/>
                    </a:ext>
                  </a:extLst>
                </p14:cNvPr>
                <p14:cNvContentPartPr/>
                <p14:nvPr/>
              </p14:nvContentPartPr>
              <p14:xfrm>
                <a:off x="8427780" y="2982840"/>
                <a:ext cx="183600" cy="31896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7F62764F-FCFD-470E-B685-43FB5B27C4E7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8418780" y="2973840"/>
                  <a:ext cx="201240" cy="33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C3B00F02-A377-49B9-A0F2-8983838EB758}"/>
                    </a:ext>
                  </a:extLst>
                </p14:cNvPr>
                <p14:cNvContentPartPr/>
                <p14:nvPr/>
              </p14:nvContentPartPr>
              <p14:xfrm>
                <a:off x="8675820" y="2949360"/>
                <a:ext cx="140760" cy="36072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C3B00F02-A377-49B9-A0F2-8983838EB758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8667180" y="2940720"/>
                  <a:ext cx="158400" cy="37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94CB0A8D-A727-4CD0-85F3-2D0C7BA20BE9}"/>
                    </a:ext>
                  </a:extLst>
                </p14:cNvPr>
                <p14:cNvContentPartPr/>
                <p14:nvPr/>
              </p14:nvContentPartPr>
              <p14:xfrm>
                <a:off x="8859780" y="3019560"/>
                <a:ext cx="66600" cy="23148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94CB0A8D-A727-4CD0-85F3-2D0C7BA20BE9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8850780" y="3010920"/>
                  <a:ext cx="8424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1260FF02-0FFD-49E7-954F-3B93B3001297}"/>
                    </a:ext>
                  </a:extLst>
                </p14:cNvPr>
                <p14:cNvContentPartPr/>
                <p14:nvPr/>
              </p14:nvContentPartPr>
              <p14:xfrm>
                <a:off x="8868780" y="2890680"/>
                <a:ext cx="218520" cy="46548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1260FF02-0FFD-49E7-954F-3B93B3001297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8860140" y="2881680"/>
                  <a:ext cx="236160" cy="48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EB0557C9-E728-4ED9-901D-08B05BC8FE70}"/>
                    </a:ext>
                  </a:extLst>
                </p14:cNvPr>
                <p14:cNvContentPartPr/>
                <p14:nvPr/>
              </p14:nvContentPartPr>
              <p14:xfrm>
                <a:off x="6616260" y="3847560"/>
                <a:ext cx="164520" cy="34416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EB0557C9-E728-4ED9-901D-08B05BC8FE70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6607260" y="3838920"/>
                  <a:ext cx="182160" cy="36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6B1C3190-7E02-450D-875E-52FB59037E61}"/>
                    </a:ext>
                  </a:extLst>
                </p14:cNvPr>
                <p14:cNvContentPartPr/>
                <p14:nvPr/>
              </p14:nvContentPartPr>
              <p14:xfrm>
                <a:off x="7026300" y="3858000"/>
                <a:ext cx="212040" cy="48600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6B1C3190-7E02-450D-875E-52FB59037E61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7017300" y="3849360"/>
                  <a:ext cx="229680" cy="50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48998FA6-EAA1-43E5-90A2-348B4F5EE925}"/>
                    </a:ext>
                  </a:extLst>
                </p14:cNvPr>
                <p14:cNvContentPartPr/>
                <p14:nvPr/>
              </p14:nvContentPartPr>
              <p14:xfrm>
                <a:off x="7194780" y="3946200"/>
                <a:ext cx="228600" cy="17064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48998FA6-EAA1-43E5-90A2-348B4F5EE925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7185780" y="3937200"/>
                  <a:ext cx="24624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BE6891F6-62FB-46A9-9FA7-717BAA670EB0}"/>
                    </a:ext>
                  </a:extLst>
                </p14:cNvPr>
                <p14:cNvContentPartPr/>
                <p14:nvPr/>
              </p14:nvContentPartPr>
              <p14:xfrm>
                <a:off x="7388460" y="3753240"/>
                <a:ext cx="19440" cy="14940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BE6891F6-62FB-46A9-9FA7-717BAA670EB0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7379460" y="3744240"/>
                  <a:ext cx="3708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F0F07C3D-91CF-4F79-8338-FAA470E61CC6}"/>
                    </a:ext>
                  </a:extLst>
                </p14:cNvPr>
                <p14:cNvContentPartPr/>
                <p14:nvPr/>
              </p14:nvContentPartPr>
              <p14:xfrm>
                <a:off x="7385580" y="3777360"/>
                <a:ext cx="228960" cy="14508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F0F07C3D-91CF-4F79-8338-FAA470E61CC6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7376580" y="3768720"/>
                  <a:ext cx="24660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B392DE18-FBA9-43EF-9A29-1A81B775F08F}"/>
                    </a:ext>
                  </a:extLst>
                </p14:cNvPr>
                <p14:cNvContentPartPr/>
                <p14:nvPr/>
              </p14:nvContentPartPr>
              <p14:xfrm>
                <a:off x="7592220" y="3729840"/>
                <a:ext cx="151560" cy="22500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B392DE18-FBA9-43EF-9A29-1A81B775F08F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7583220" y="3721200"/>
                  <a:ext cx="16920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83DA4520-E155-4D14-BB42-95BAE2CEE714}"/>
                    </a:ext>
                  </a:extLst>
                </p14:cNvPr>
                <p14:cNvContentPartPr/>
                <p14:nvPr/>
              </p14:nvContentPartPr>
              <p14:xfrm>
                <a:off x="7779780" y="3806880"/>
                <a:ext cx="161640" cy="14400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83DA4520-E155-4D14-BB42-95BAE2CEE714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7770780" y="3798240"/>
                  <a:ext cx="17928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DDACCC61-3F7F-485A-8E39-89F73DC2CA32}"/>
                    </a:ext>
                  </a:extLst>
                </p14:cNvPr>
                <p14:cNvContentPartPr/>
                <p14:nvPr/>
              </p14:nvContentPartPr>
              <p14:xfrm>
                <a:off x="7902900" y="3711840"/>
                <a:ext cx="162360" cy="55980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DDACCC61-3F7F-485A-8E39-89F73DC2CA32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7894260" y="3702840"/>
                  <a:ext cx="180000" cy="57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D7FCB8F6-2A93-437C-9B6D-B0D94728A363}"/>
                    </a:ext>
                  </a:extLst>
                </p14:cNvPr>
                <p14:cNvContentPartPr/>
                <p14:nvPr/>
              </p14:nvContentPartPr>
              <p14:xfrm>
                <a:off x="8302500" y="3963840"/>
                <a:ext cx="183240" cy="9288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D7FCB8F6-2A93-437C-9B6D-B0D94728A363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8293500" y="3954840"/>
                  <a:ext cx="20088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F13F0961-DFA1-463B-8087-CC2A7EC70D37}"/>
                    </a:ext>
                  </a:extLst>
                </p14:cNvPr>
                <p14:cNvContentPartPr/>
                <p14:nvPr/>
              </p14:nvContentPartPr>
              <p14:xfrm>
                <a:off x="8493300" y="3779160"/>
                <a:ext cx="148320" cy="28476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F13F0961-DFA1-463B-8087-CC2A7EC70D37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8484300" y="3770520"/>
                  <a:ext cx="165960" cy="30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3D97253D-64F1-459F-A3BA-FBD139036241}"/>
                    </a:ext>
                  </a:extLst>
                </p14:cNvPr>
                <p14:cNvContentPartPr/>
                <p14:nvPr/>
              </p14:nvContentPartPr>
              <p14:xfrm>
                <a:off x="8719020" y="3743880"/>
                <a:ext cx="112320" cy="55872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3D97253D-64F1-459F-A3BA-FBD139036241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8710020" y="3734880"/>
                  <a:ext cx="129960" cy="57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3550B5D3-939C-4FB0-8EF5-7CE2B86EED54}"/>
                    </a:ext>
                  </a:extLst>
                </p14:cNvPr>
                <p14:cNvContentPartPr/>
                <p14:nvPr/>
              </p14:nvContentPartPr>
              <p14:xfrm>
                <a:off x="8847180" y="3858000"/>
                <a:ext cx="127440" cy="17676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3550B5D3-939C-4FB0-8EF5-7CE2B86EED54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8838180" y="3849360"/>
                  <a:ext cx="14508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C6EEF4B2-5AF5-4438-9BEA-4C05758CB138}"/>
                    </a:ext>
                  </a:extLst>
                </p14:cNvPr>
                <p14:cNvContentPartPr/>
                <p14:nvPr/>
              </p14:nvContentPartPr>
              <p14:xfrm>
                <a:off x="8840340" y="3953400"/>
                <a:ext cx="151560" cy="9396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C6EEF4B2-5AF5-4438-9BEA-4C05758CB138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8831700" y="3944400"/>
                  <a:ext cx="16920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FEF9905C-A162-499C-B69D-D26CF9E3FA15}"/>
                    </a:ext>
                  </a:extLst>
                </p14:cNvPr>
                <p14:cNvContentPartPr/>
                <p14:nvPr/>
              </p14:nvContentPartPr>
              <p14:xfrm>
                <a:off x="8780940" y="4069320"/>
                <a:ext cx="290160" cy="576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FEF9905C-A162-499C-B69D-D26CF9E3FA15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8771940" y="4060680"/>
                  <a:ext cx="3078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B3D434A2-AE04-43B6-A428-AF49B000EB62}"/>
                    </a:ext>
                  </a:extLst>
                </p14:cNvPr>
                <p14:cNvContentPartPr/>
                <p14:nvPr/>
              </p14:nvContentPartPr>
              <p14:xfrm>
                <a:off x="8890380" y="4116120"/>
                <a:ext cx="148680" cy="12096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B3D434A2-AE04-43B6-A428-AF49B000EB62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8881740" y="4107480"/>
                  <a:ext cx="16632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00D83F7B-9639-44BC-BA88-1DE27F154703}"/>
                    </a:ext>
                  </a:extLst>
                </p14:cNvPr>
                <p14:cNvContentPartPr/>
                <p14:nvPr/>
              </p14:nvContentPartPr>
              <p14:xfrm>
                <a:off x="8894340" y="3768000"/>
                <a:ext cx="218160" cy="64224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00D83F7B-9639-44BC-BA88-1DE27F154703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8885340" y="3759000"/>
                  <a:ext cx="235800" cy="65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FFAF8312-B1F5-4BD5-8135-F3C5B75A0DB2}"/>
                    </a:ext>
                  </a:extLst>
                </p14:cNvPr>
                <p14:cNvContentPartPr/>
                <p14:nvPr/>
              </p14:nvContentPartPr>
              <p14:xfrm>
                <a:off x="729900" y="3180480"/>
                <a:ext cx="247680" cy="30816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FFAF8312-B1F5-4BD5-8135-F3C5B75A0DB2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721260" y="3171840"/>
                  <a:ext cx="265320" cy="32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7BCDCD94-3936-4DE4-830A-0E5B61B8A8DE}"/>
                    </a:ext>
                  </a:extLst>
                </p14:cNvPr>
                <p14:cNvContentPartPr/>
                <p14:nvPr/>
              </p14:nvContentPartPr>
              <p14:xfrm>
                <a:off x="1074060" y="3157800"/>
                <a:ext cx="179640" cy="36900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7BCDCD94-3936-4DE4-830A-0E5B61B8A8DE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1065420" y="3148800"/>
                  <a:ext cx="197280" cy="38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45DD8367-2477-4564-819D-D92F35F74EA0}"/>
                    </a:ext>
                  </a:extLst>
                </p14:cNvPr>
                <p14:cNvContentPartPr/>
                <p14:nvPr/>
              </p14:nvContentPartPr>
              <p14:xfrm>
                <a:off x="1342620" y="3227640"/>
                <a:ext cx="21600" cy="23616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45DD8367-2477-4564-819D-D92F35F74EA0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333980" y="3218640"/>
                  <a:ext cx="3924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5AA6673C-8A06-4C64-A6C1-C7491961E98E}"/>
                    </a:ext>
                  </a:extLst>
                </p14:cNvPr>
                <p14:cNvContentPartPr/>
                <p14:nvPr/>
              </p14:nvContentPartPr>
              <p14:xfrm>
                <a:off x="1349460" y="3301800"/>
                <a:ext cx="201600" cy="17460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5AA6673C-8A06-4C64-A6C1-C7491961E98E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1340820" y="3292800"/>
                  <a:ext cx="21924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7481B770-CC55-43CA-9E7B-B21448CD408D}"/>
                    </a:ext>
                  </a:extLst>
                </p14:cNvPr>
                <p14:cNvContentPartPr/>
                <p14:nvPr/>
              </p14:nvContentPartPr>
              <p14:xfrm>
                <a:off x="1604700" y="3205680"/>
                <a:ext cx="103680" cy="35964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7481B770-CC55-43CA-9E7B-B21448CD408D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595700" y="3197040"/>
                  <a:ext cx="121320" cy="37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CF4B9BB9-CE1B-4648-A0F7-B76E7B6E0CC1}"/>
                    </a:ext>
                  </a:extLst>
                </p14:cNvPr>
                <p14:cNvContentPartPr/>
                <p14:nvPr/>
              </p14:nvContentPartPr>
              <p14:xfrm>
                <a:off x="2028060" y="3331320"/>
                <a:ext cx="219960" cy="11196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CF4B9BB9-CE1B-4648-A0F7-B76E7B6E0CC1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2019420" y="3322680"/>
                  <a:ext cx="23760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8D50680A-26E5-4052-9AB4-7AC2E7298FA6}"/>
                    </a:ext>
                  </a:extLst>
                </p14:cNvPr>
                <p14:cNvContentPartPr/>
                <p14:nvPr/>
              </p14:nvContentPartPr>
              <p14:xfrm>
                <a:off x="2619180" y="3247800"/>
                <a:ext cx="198000" cy="22716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8D50680A-26E5-4052-9AB4-7AC2E7298FA6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2610180" y="3239160"/>
                  <a:ext cx="21564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1A75770B-A04E-45A1-ADF4-94F1EE0A6016}"/>
                    </a:ext>
                  </a:extLst>
                </p14:cNvPr>
                <p14:cNvContentPartPr/>
                <p14:nvPr/>
              </p14:nvContentPartPr>
              <p14:xfrm>
                <a:off x="2875140" y="3100920"/>
                <a:ext cx="304200" cy="88056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1A75770B-A04E-45A1-ADF4-94F1EE0A6016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2866500" y="3092280"/>
                  <a:ext cx="321840" cy="89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C6D50C93-D740-40F2-824A-563F771EF05F}"/>
                    </a:ext>
                  </a:extLst>
                </p14:cNvPr>
                <p14:cNvContentPartPr/>
                <p14:nvPr/>
              </p14:nvContentPartPr>
              <p14:xfrm>
                <a:off x="3167820" y="3113880"/>
                <a:ext cx="25560" cy="26136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C6D50C93-D740-40F2-824A-563F771EF05F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3158820" y="3105240"/>
                  <a:ext cx="4320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0E6E69EF-D1CB-49D0-AF00-FE4373ABCCF1}"/>
                    </a:ext>
                  </a:extLst>
                </p14:cNvPr>
                <p14:cNvContentPartPr/>
                <p14:nvPr/>
              </p14:nvContentPartPr>
              <p14:xfrm>
                <a:off x="3228300" y="3172920"/>
                <a:ext cx="176400" cy="12780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0E6E69EF-D1CB-49D0-AF00-FE4373ABCCF1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3219660" y="3163920"/>
                  <a:ext cx="19404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3A7F0D69-3E58-43E9-B366-9F73023A8AB5}"/>
                    </a:ext>
                  </a:extLst>
                </p14:cNvPr>
                <p14:cNvContentPartPr/>
                <p14:nvPr/>
              </p14:nvContentPartPr>
              <p14:xfrm>
                <a:off x="3222540" y="3288120"/>
                <a:ext cx="192960" cy="972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3A7F0D69-3E58-43E9-B366-9F73023A8AB5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3213540" y="3279120"/>
                  <a:ext cx="21060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A52D451E-CB0B-4B07-91C0-75F1E14492FE}"/>
                    </a:ext>
                  </a:extLst>
                </p14:cNvPr>
                <p14:cNvContentPartPr/>
                <p14:nvPr/>
              </p14:nvContentPartPr>
              <p14:xfrm>
                <a:off x="3115620" y="3477840"/>
                <a:ext cx="493200" cy="1080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A52D451E-CB0B-4B07-91C0-75F1E14492FE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3106980" y="3468840"/>
                  <a:ext cx="51084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A4FF38ED-D331-4EA9-990F-3F091C5DB587}"/>
                    </a:ext>
                  </a:extLst>
                </p14:cNvPr>
                <p14:cNvContentPartPr/>
                <p14:nvPr/>
              </p14:nvContentPartPr>
              <p14:xfrm>
                <a:off x="3279420" y="3607440"/>
                <a:ext cx="439200" cy="18000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A4FF38ED-D331-4EA9-990F-3F091C5DB587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3270420" y="3598440"/>
                  <a:ext cx="45684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D7D0D128-2F39-4E93-BEC5-C88D6942A110}"/>
                    </a:ext>
                  </a:extLst>
                </p14:cNvPr>
                <p14:cNvContentPartPr/>
                <p14:nvPr/>
              </p14:nvContentPartPr>
              <p14:xfrm>
                <a:off x="3608460" y="3140160"/>
                <a:ext cx="343800" cy="83592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D7D0D128-2F39-4E93-BEC5-C88D6942A110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3599820" y="3131160"/>
                  <a:ext cx="361440" cy="85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A522DA55-77DE-4514-B3A5-15D962D47197}"/>
                    </a:ext>
                  </a:extLst>
                </p14:cNvPr>
                <p14:cNvContentPartPr/>
                <p14:nvPr/>
              </p14:nvContentPartPr>
              <p14:xfrm>
                <a:off x="4197420" y="3436080"/>
                <a:ext cx="318240" cy="2628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A522DA55-77DE-4514-B3A5-15D962D47197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4188780" y="3427440"/>
                  <a:ext cx="33588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E8C5A609-C29A-44F9-BCEA-B6E4F41831BA}"/>
                    </a:ext>
                  </a:extLst>
                </p14:cNvPr>
                <p14:cNvContentPartPr/>
                <p14:nvPr/>
              </p14:nvContentPartPr>
              <p14:xfrm>
                <a:off x="4322700" y="3273360"/>
                <a:ext cx="32040" cy="34596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E8C5A609-C29A-44F9-BCEA-B6E4F41831BA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4313700" y="3264720"/>
                  <a:ext cx="49680" cy="36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39C9C3AC-410A-418D-9217-49905D27C3F1}"/>
                    </a:ext>
                  </a:extLst>
                </p14:cNvPr>
                <p14:cNvContentPartPr/>
                <p14:nvPr/>
              </p14:nvContentPartPr>
              <p14:xfrm>
                <a:off x="4760820" y="3315120"/>
                <a:ext cx="331200" cy="27396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39C9C3AC-410A-418D-9217-49905D27C3F1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4752180" y="3306480"/>
                  <a:ext cx="34884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8DD5B28E-2FF1-470C-A941-2A8171BE1A02}"/>
                    </a:ext>
                  </a:extLst>
                </p14:cNvPr>
                <p14:cNvContentPartPr/>
                <p14:nvPr/>
              </p14:nvContentPartPr>
              <p14:xfrm>
                <a:off x="5283180" y="3456960"/>
                <a:ext cx="259920" cy="2304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8DD5B28E-2FF1-470C-A941-2A8171BE1A02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5274180" y="3448320"/>
                  <a:ext cx="27756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11636C12-4755-48E9-9E7A-45A87E992594}"/>
                    </a:ext>
                  </a:extLst>
                </p14:cNvPr>
                <p14:cNvContentPartPr/>
                <p14:nvPr/>
              </p14:nvContentPartPr>
              <p14:xfrm>
                <a:off x="5680980" y="3293160"/>
                <a:ext cx="231840" cy="25956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11636C12-4755-48E9-9E7A-45A87E992594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5672340" y="3284520"/>
                  <a:ext cx="24948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3D4EF832-6040-46A0-AE4E-B654CF4B3A59}"/>
                    </a:ext>
                  </a:extLst>
                </p14:cNvPr>
                <p14:cNvContentPartPr/>
                <p14:nvPr/>
              </p14:nvContentPartPr>
              <p14:xfrm>
                <a:off x="5559660" y="3033960"/>
                <a:ext cx="590040" cy="65448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3D4EF832-6040-46A0-AE4E-B654CF4B3A59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5551020" y="3024960"/>
                  <a:ext cx="607680" cy="67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48F60E79-8A97-4066-9F72-A4B81C277A17}"/>
                    </a:ext>
                  </a:extLst>
                </p14:cNvPr>
                <p14:cNvContentPartPr/>
                <p14:nvPr/>
              </p14:nvContentPartPr>
              <p14:xfrm>
                <a:off x="826020" y="3864840"/>
                <a:ext cx="4305240" cy="20484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48F60E79-8A97-4066-9F72-A4B81C277A17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808380" y="3846840"/>
                  <a:ext cx="434088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034E4449-183D-4CF3-8414-05595A2266F2}"/>
                    </a:ext>
                  </a:extLst>
                </p14:cNvPr>
                <p14:cNvContentPartPr/>
                <p14:nvPr/>
              </p14:nvContentPartPr>
              <p14:xfrm>
                <a:off x="1596060" y="4221240"/>
                <a:ext cx="403920" cy="36216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034E4449-183D-4CF3-8414-05595A2266F2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1578060" y="4203240"/>
                  <a:ext cx="439560" cy="39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488A6463-FF5D-4D71-A3F5-9667FDD7AE42}"/>
                    </a:ext>
                  </a:extLst>
                </p14:cNvPr>
                <p14:cNvContentPartPr/>
                <p14:nvPr/>
              </p14:nvContentPartPr>
              <p14:xfrm>
                <a:off x="2316060" y="4388280"/>
                <a:ext cx="214920" cy="25164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488A6463-FF5D-4D71-A3F5-9667FDD7AE42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2298060" y="4370280"/>
                  <a:ext cx="25056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58F6DBB7-2894-4E3F-BF40-5B342D2C77DD}"/>
                    </a:ext>
                  </a:extLst>
                </p14:cNvPr>
                <p14:cNvContentPartPr/>
                <p14:nvPr/>
              </p14:nvContentPartPr>
              <p14:xfrm>
                <a:off x="2519100" y="4448040"/>
                <a:ext cx="123480" cy="19188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58F6DBB7-2894-4E3F-BF40-5B342D2C77DD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2501100" y="4430040"/>
                  <a:ext cx="15912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3BB2C0E1-2533-4960-B4F5-4306EBE95EF1}"/>
                    </a:ext>
                  </a:extLst>
                </p14:cNvPr>
                <p14:cNvContentPartPr/>
                <p14:nvPr/>
              </p14:nvContentPartPr>
              <p14:xfrm>
                <a:off x="2606580" y="4371720"/>
                <a:ext cx="51480" cy="28872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3BB2C0E1-2533-4960-B4F5-4306EBE95EF1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2588580" y="4353720"/>
                  <a:ext cx="87120" cy="32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DBE0118C-EDC1-40C6-B60F-8282602F22EA}"/>
                    </a:ext>
                  </a:extLst>
                </p14:cNvPr>
                <p14:cNvContentPartPr/>
                <p14:nvPr/>
              </p14:nvContentPartPr>
              <p14:xfrm>
                <a:off x="2745180" y="4407000"/>
                <a:ext cx="253440" cy="21276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DBE0118C-EDC1-40C6-B60F-8282602F22EA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2727180" y="4389000"/>
                  <a:ext cx="28908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E250414C-38D3-455A-8B88-77953EBDC4FA}"/>
                    </a:ext>
                  </a:extLst>
                </p14:cNvPr>
                <p14:cNvContentPartPr/>
                <p14:nvPr/>
              </p14:nvContentPartPr>
              <p14:xfrm>
                <a:off x="2983860" y="4340400"/>
                <a:ext cx="315000" cy="25236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E250414C-38D3-455A-8B88-77953EBDC4FA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2965860" y="4322760"/>
                  <a:ext cx="35064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7BF10F25-EE2F-4A6B-944C-8F597FDA7B48}"/>
                    </a:ext>
                  </a:extLst>
                </p14:cNvPr>
                <p14:cNvContentPartPr/>
                <p14:nvPr/>
              </p14:nvContentPartPr>
              <p14:xfrm>
                <a:off x="3206340" y="4446240"/>
                <a:ext cx="63000" cy="1404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7BF10F25-EE2F-4A6B-944C-8F597FDA7B48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3188340" y="4428240"/>
                  <a:ext cx="9864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92C2DE26-1CCF-40E5-B9A8-16A2B28B3658}"/>
                    </a:ext>
                  </a:extLst>
                </p14:cNvPr>
                <p14:cNvContentPartPr/>
                <p14:nvPr/>
              </p14:nvContentPartPr>
              <p14:xfrm>
                <a:off x="3399660" y="4388280"/>
                <a:ext cx="185040" cy="19872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92C2DE26-1CCF-40E5-B9A8-16A2B28B3658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3381660" y="4370280"/>
                  <a:ext cx="22068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FEDCE727-E4F0-46B7-BA66-3DC15DED1C95}"/>
                    </a:ext>
                  </a:extLst>
                </p14:cNvPr>
                <p14:cNvContentPartPr/>
                <p14:nvPr/>
              </p14:nvContentPartPr>
              <p14:xfrm>
                <a:off x="3627900" y="4258320"/>
                <a:ext cx="190800" cy="30960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FEDCE727-E4F0-46B7-BA66-3DC15DED1C95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3609900" y="4240320"/>
                  <a:ext cx="226440" cy="34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84953777-F54F-41F0-B829-59D006BEDEE9}"/>
                    </a:ext>
                  </a:extLst>
                </p14:cNvPr>
                <p14:cNvContentPartPr/>
                <p14:nvPr/>
              </p14:nvContentPartPr>
              <p14:xfrm>
                <a:off x="3857940" y="4428960"/>
                <a:ext cx="64800" cy="12492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84953777-F54F-41F0-B829-59D006BEDEE9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3839940" y="4410960"/>
                  <a:ext cx="10044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702E5BAF-77F9-439B-891A-D1183F2743B7}"/>
                    </a:ext>
                  </a:extLst>
                </p14:cNvPr>
                <p14:cNvContentPartPr/>
                <p14:nvPr/>
              </p14:nvContentPartPr>
              <p14:xfrm>
                <a:off x="4264740" y="4248600"/>
                <a:ext cx="153000" cy="28440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702E5BAF-77F9-439B-891A-D1183F2743B7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4247100" y="4230960"/>
                  <a:ext cx="188640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C926189B-7429-44B7-ACF1-65BDF867A5C9}"/>
                    </a:ext>
                  </a:extLst>
                </p14:cNvPr>
                <p14:cNvContentPartPr/>
                <p14:nvPr/>
              </p14:nvContentPartPr>
              <p14:xfrm>
                <a:off x="4529700" y="4303320"/>
                <a:ext cx="493200" cy="27576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C926189B-7429-44B7-ACF1-65BDF867A5C9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4511700" y="4285320"/>
                  <a:ext cx="528840" cy="3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F1F83B42-AB41-4A84-A3DA-4E7CC6E7EF79}"/>
                    </a:ext>
                  </a:extLst>
                </p14:cNvPr>
                <p14:cNvContentPartPr/>
                <p14:nvPr/>
              </p14:nvContentPartPr>
              <p14:xfrm>
                <a:off x="5027940" y="4356960"/>
                <a:ext cx="172080" cy="19044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F1F83B42-AB41-4A84-A3DA-4E7CC6E7EF79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5010300" y="4339320"/>
                  <a:ext cx="20772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D2B4BE75-755F-407D-8A76-3796D81C2030}"/>
                    </a:ext>
                  </a:extLst>
                </p14:cNvPr>
                <p14:cNvContentPartPr/>
                <p14:nvPr/>
              </p14:nvContentPartPr>
              <p14:xfrm>
                <a:off x="5232060" y="4285320"/>
                <a:ext cx="417960" cy="22104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D2B4BE75-755F-407D-8A76-3796D81C2030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5214420" y="4267680"/>
                  <a:ext cx="45360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B515A858-655F-481E-B754-5457E8A93CE9}"/>
                    </a:ext>
                  </a:extLst>
                </p14:cNvPr>
                <p14:cNvContentPartPr/>
                <p14:nvPr/>
              </p14:nvContentPartPr>
              <p14:xfrm>
                <a:off x="5694300" y="4332840"/>
                <a:ext cx="406800" cy="16740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B515A858-655F-481E-B754-5457E8A93CE9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5676300" y="4314840"/>
                  <a:ext cx="44244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35537031-195D-4B8F-A6C0-733E2A7035DB}"/>
                    </a:ext>
                  </a:extLst>
                </p14:cNvPr>
                <p14:cNvContentPartPr/>
                <p14:nvPr/>
              </p14:nvContentPartPr>
              <p14:xfrm>
                <a:off x="2580660" y="4796880"/>
                <a:ext cx="1719360" cy="6192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35537031-195D-4B8F-A6C0-733E2A7035DB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2562660" y="4779240"/>
                  <a:ext cx="175500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96098C22-5712-40A3-BC5E-C4E8FD3FB501}"/>
                    </a:ext>
                  </a:extLst>
                </p14:cNvPr>
                <p14:cNvContentPartPr/>
                <p14:nvPr/>
              </p14:nvContentPartPr>
              <p14:xfrm>
                <a:off x="4973580" y="4630920"/>
                <a:ext cx="1263240" cy="5652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96098C22-5712-40A3-BC5E-C4E8FD3FB501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4955580" y="4612920"/>
                  <a:ext cx="129888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C0C8296B-062A-468B-986A-92200920B448}"/>
                    </a:ext>
                  </a:extLst>
                </p14:cNvPr>
                <p14:cNvContentPartPr/>
                <p14:nvPr/>
              </p14:nvContentPartPr>
              <p14:xfrm>
                <a:off x="6785100" y="4532280"/>
                <a:ext cx="322200" cy="21312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C0C8296B-062A-468B-986A-92200920B448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6767460" y="4514280"/>
                  <a:ext cx="35784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C565C66C-F6B2-4988-B3F0-1CD4DD9D47A6}"/>
                    </a:ext>
                  </a:extLst>
                </p14:cNvPr>
                <p14:cNvContentPartPr/>
                <p14:nvPr/>
              </p14:nvContentPartPr>
              <p14:xfrm>
                <a:off x="7144740" y="4638480"/>
                <a:ext cx="111960" cy="36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C565C66C-F6B2-4988-B3F0-1CD4DD9D47A6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7126740" y="4620480"/>
                  <a:ext cx="1476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F404E49E-4949-4B7F-8FB2-58C5CDB28F0D}"/>
                    </a:ext>
                  </a:extLst>
                </p14:cNvPr>
                <p14:cNvContentPartPr/>
                <p14:nvPr/>
              </p14:nvContentPartPr>
              <p14:xfrm>
                <a:off x="7162020" y="4465320"/>
                <a:ext cx="298800" cy="26280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F404E49E-4949-4B7F-8FB2-58C5CDB28F0D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7144020" y="4447320"/>
                  <a:ext cx="33444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0236CDA0-67D5-48B2-9F2C-87DEB73B72B5}"/>
                    </a:ext>
                  </a:extLst>
                </p14:cNvPr>
                <p14:cNvContentPartPr/>
                <p14:nvPr/>
              </p14:nvContentPartPr>
              <p14:xfrm>
                <a:off x="6895620" y="4843680"/>
                <a:ext cx="162720" cy="18216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0236CDA0-67D5-48B2-9F2C-87DEB73B72B5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6877620" y="4826040"/>
                  <a:ext cx="19836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0139C2DD-363A-4A3B-9280-D496D82AB5C7}"/>
                    </a:ext>
                  </a:extLst>
                </p14:cNvPr>
                <p14:cNvContentPartPr/>
                <p14:nvPr/>
              </p14:nvContentPartPr>
              <p14:xfrm>
                <a:off x="7309980" y="4895880"/>
                <a:ext cx="117720" cy="36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0139C2DD-363A-4A3B-9280-D496D82AB5C7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7292340" y="4877880"/>
                  <a:ext cx="15336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75E585E6-4B28-4C36-9FDC-29E5803F8841}"/>
                    </a:ext>
                  </a:extLst>
                </p14:cNvPr>
                <p14:cNvContentPartPr/>
                <p14:nvPr/>
              </p14:nvContentPartPr>
              <p14:xfrm>
                <a:off x="7336980" y="4952760"/>
                <a:ext cx="140040" cy="1260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75E585E6-4B28-4C36-9FDC-29E5803F8841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7319340" y="4935120"/>
                  <a:ext cx="17568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022515CE-44CB-4DE0-A83F-ECB7658567DD}"/>
                    </a:ext>
                  </a:extLst>
                </p14:cNvPr>
                <p14:cNvContentPartPr/>
                <p14:nvPr/>
              </p14:nvContentPartPr>
              <p14:xfrm>
                <a:off x="7609500" y="4844040"/>
                <a:ext cx="220680" cy="13104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022515CE-44CB-4DE0-A83F-ECB7658567DD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7591500" y="4826400"/>
                  <a:ext cx="25632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1BFA7851-3EF5-4D72-904C-429335BFD8EB}"/>
                    </a:ext>
                  </a:extLst>
                </p14:cNvPr>
                <p14:cNvContentPartPr/>
                <p14:nvPr/>
              </p14:nvContentPartPr>
              <p14:xfrm>
                <a:off x="1005660" y="1788720"/>
                <a:ext cx="143280" cy="23868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1BFA7851-3EF5-4D72-904C-429335BFD8EB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997020" y="1780080"/>
                  <a:ext cx="16092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016D6E3C-B53B-441F-B943-E212FDB3CEE1}"/>
                    </a:ext>
                  </a:extLst>
                </p14:cNvPr>
                <p14:cNvContentPartPr/>
                <p14:nvPr/>
              </p14:nvContentPartPr>
              <p14:xfrm>
                <a:off x="1356300" y="1751640"/>
                <a:ext cx="184320" cy="45684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016D6E3C-B53B-441F-B943-E212FDB3CEE1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1347660" y="1742640"/>
                  <a:ext cx="201960" cy="47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6420602F-4E47-4997-8997-76D2A4238FBD}"/>
                    </a:ext>
                  </a:extLst>
                </p14:cNvPr>
                <p14:cNvContentPartPr/>
                <p14:nvPr/>
              </p14:nvContentPartPr>
              <p14:xfrm>
                <a:off x="1584900" y="1871880"/>
                <a:ext cx="251280" cy="18576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6420602F-4E47-4997-8997-76D2A4238FBD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1575900" y="1863240"/>
                  <a:ext cx="26892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C5B9B999-26AB-438E-84DC-2B4FB1AB47E8}"/>
                    </a:ext>
                  </a:extLst>
                </p14:cNvPr>
                <p14:cNvContentPartPr/>
                <p14:nvPr/>
              </p14:nvContentPartPr>
              <p14:xfrm>
                <a:off x="1840500" y="1703760"/>
                <a:ext cx="37080" cy="20808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C5B9B999-26AB-438E-84DC-2B4FB1AB47E8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1831500" y="1695120"/>
                  <a:ext cx="5472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E169D6AC-8C4E-4B85-94C1-36D88AABB96D}"/>
                    </a:ext>
                  </a:extLst>
                </p14:cNvPr>
                <p14:cNvContentPartPr/>
                <p14:nvPr/>
              </p14:nvContentPartPr>
              <p14:xfrm>
                <a:off x="1858860" y="1748040"/>
                <a:ext cx="164880" cy="11196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E169D6AC-8C4E-4B85-94C1-36D88AABB96D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1849860" y="1739040"/>
                  <a:ext cx="18252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FF0A18FA-0B8B-4ECA-83F9-C3D266DD734B}"/>
                    </a:ext>
                  </a:extLst>
                </p14:cNvPr>
                <p14:cNvContentPartPr/>
                <p14:nvPr/>
              </p14:nvContentPartPr>
              <p14:xfrm>
                <a:off x="1966140" y="1722120"/>
                <a:ext cx="184320" cy="24984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FF0A18FA-0B8B-4ECA-83F9-C3D266DD734B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1957500" y="1713120"/>
                  <a:ext cx="20196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ECD40680-BB74-44AC-8BBB-EA57DE7ED9DF}"/>
                    </a:ext>
                  </a:extLst>
                </p14:cNvPr>
                <p14:cNvContentPartPr/>
                <p14:nvPr/>
              </p14:nvContentPartPr>
              <p14:xfrm>
                <a:off x="2177100" y="1807800"/>
                <a:ext cx="214920" cy="9900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ECD40680-BB74-44AC-8BBB-EA57DE7ED9DF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2168460" y="1798800"/>
                  <a:ext cx="23256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F36C2AC8-9F7F-4C89-97D4-0FE554AA537C}"/>
                    </a:ext>
                  </a:extLst>
                </p14:cNvPr>
                <p14:cNvContentPartPr/>
                <p14:nvPr/>
              </p14:nvContentPartPr>
              <p14:xfrm>
                <a:off x="2285820" y="1673520"/>
                <a:ext cx="177840" cy="44820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F36C2AC8-9F7F-4C89-97D4-0FE554AA537C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2277180" y="1664880"/>
                  <a:ext cx="195480" cy="46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099D6967-8707-49F6-B452-919F66BA62FB}"/>
                    </a:ext>
                  </a:extLst>
                </p14:cNvPr>
                <p14:cNvContentPartPr/>
                <p14:nvPr/>
              </p14:nvContentPartPr>
              <p14:xfrm>
                <a:off x="3136860" y="1218540"/>
                <a:ext cx="286560" cy="3254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099D6967-8707-49F6-B452-919F66BA62FB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3127860" y="1209540"/>
                  <a:ext cx="304200" cy="34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D2E10B0-90C0-42B7-8FD7-4A3F002A944C}"/>
                    </a:ext>
                  </a:extLst>
                </p14:cNvPr>
                <p14:cNvContentPartPr/>
                <p14:nvPr/>
              </p14:nvContentPartPr>
              <p14:xfrm>
                <a:off x="3544380" y="1164540"/>
                <a:ext cx="271440" cy="4248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3D2E10B0-90C0-42B7-8FD7-4A3F002A944C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3535740" y="1155900"/>
                  <a:ext cx="289080" cy="44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A57556B3-EEFD-4433-B1CE-DE4F851431B1}"/>
                    </a:ext>
                  </a:extLst>
                </p14:cNvPr>
                <p14:cNvContentPartPr/>
                <p14:nvPr/>
              </p14:nvContentPartPr>
              <p14:xfrm>
                <a:off x="3887820" y="1239420"/>
                <a:ext cx="11520" cy="2127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A57556B3-EEFD-4433-B1CE-DE4F851431B1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3878820" y="1230420"/>
                  <a:ext cx="2916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7E875029-97D4-49F5-B5A9-9E28D6544A26}"/>
                    </a:ext>
                  </a:extLst>
                </p14:cNvPr>
                <p14:cNvContentPartPr/>
                <p14:nvPr/>
              </p14:nvContentPartPr>
              <p14:xfrm>
                <a:off x="3885660" y="1259220"/>
                <a:ext cx="183240" cy="1389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7E875029-97D4-49F5-B5A9-9E28D6544A26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3877020" y="1250580"/>
                  <a:ext cx="20088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FFD3A8C4-CF6E-4387-993C-B13745DF4A2B}"/>
                    </a:ext>
                  </a:extLst>
                </p14:cNvPr>
                <p14:cNvContentPartPr/>
                <p14:nvPr/>
              </p14:nvContentPartPr>
              <p14:xfrm>
                <a:off x="3890340" y="1359660"/>
                <a:ext cx="234720" cy="914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FFD3A8C4-CF6E-4387-993C-B13745DF4A2B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3881700" y="1351020"/>
                  <a:ext cx="25236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392DC7B1-E774-4236-981D-F1709F33E12E}"/>
                    </a:ext>
                  </a:extLst>
                </p14:cNvPr>
                <p14:cNvContentPartPr/>
                <p14:nvPr/>
              </p14:nvContentPartPr>
              <p14:xfrm>
                <a:off x="4078980" y="1101180"/>
                <a:ext cx="252720" cy="5126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392DC7B1-E774-4236-981D-F1709F33E12E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4070340" y="1092540"/>
                  <a:ext cx="270360" cy="53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82CDEAE9-B322-4904-B46A-4E144BBEA840}"/>
                    </a:ext>
                  </a:extLst>
                </p14:cNvPr>
                <p14:cNvContentPartPr/>
                <p14:nvPr/>
              </p14:nvContentPartPr>
              <p14:xfrm>
                <a:off x="3046500" y="1836240"/>
                <a:ext cx="149400" cy="3420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82CDEAE9-B322-4904-B46A-4E144BBEA840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3037500" y="1827600"/>
                  <a:ext cx="16704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9F1CD26D-AC91-40F3-8DDD-44A00A91CD51}"/>
                    </a:ext>
                  </a:extLst>
                </p14:cNvPr>
                <p14:cNvContentPartPr/>
                <p14:nvPr/>
              </p14:nvContentPartPr>
              <p14:xfrm>
                <a:off x="3074220" y="1913640"/>
                <a:ext cx="236160" cy="1080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9F1CD26D-AC91-40F3-8DDD-44A00A91CD51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3065580" y="1904640"/>
                  <a:ext cx="25380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902D96F8-DBC9-4E25-98AF-B43CFC6A3B11}"/>
                    </a:ext>
                  </a:extLst>
                </p14:cNvPr>
                <p14:cNvContentPartPr/>
                <p14:nvPr/>
              </p14:nvContentPartPr>
              <p14:xfrm>
                <a:off x="4120020" y="1701600"/>
                <a:ext cx="225000" cy="22212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902D96F8-DBC9-4E25-98AF-B43CFC6A3B11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4111380" y="1692600"/>
                  <a:ext cx="24264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FA4EEAAD-F3F7-44F2-94E4-17DB631AB737}"/>
                    </a:ext>
                  </a:extLst>
                </p14:cNvPr>
                <p14:cNvContentPartPr/>
                <p14:nvPr/>
              </p14:nvContentPartPr>
              <p14:xfrm>
                <a:off x="4489740" y="1579560"/>
                <a:ext cx="137520" cy="50076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FA4EEAAD-F3F7-44F2-94E4-17DB631AB737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4480740" y="1570560"/>
                  <a:ext cx="155160" cy="51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317840FA-2228-439B-B574-8286ED05830D}"/>
                    </a:ext>
                  </a:extLst>
                </p14:cNvPr>
                <p14:cNvContentPartPr/>
                <p14:nvPr/>
              </p14:nvContentPartPr>
              <p14:xfrm>
                <a:off x="4743540" y="1647600"/>
                <a:ext cx="167760" cy="26892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317840FA-2228-439B-B574-8286ED05830D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4734540" y="1638600"/>
                  <a:ext cx="18540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CABD522F-23BD-4D85-BD88-B84E714C8EED}"/>
                    </a:ext>
                  </a:extLst>
                </p14:cNvPr>
                <p14:cNvContentPartPr/>
                <p14:nvPr/>
              </p14:nvContentPartPr>
              <p14:xfrm>
                <a:off x="4784580" y="1754160"/>
                <a:ext cx="218880" cy="1584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CABD522F-23BD-4D85-BD88-B84E714C8EED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4775940" y="1745160"/>
                  <a:ext cx="23652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078A8109-B337-4EBF-A207-931A9F33235D}"/>
                    </a:ext>
                  </a:extLst>
                </p14:cNvPr>
                <p14:cNvContentPartPr/>
                <p14:nvPr/>
              </p14:nvContentPartPr>
              <p14:xfrm>
                <a:off x="4702860" y="1906080"/>
                <a:ext cx="417240" cy="2700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078A8109-B337-4EBF-A207-931A9F33235D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4694220" y="1897080"/>
                  <a:ext cx="43488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13875D0C-2E9D-4982-BC82-AC47342BA18C}"/>
                    </a:ext>
                  </a:extLst>
                </p14:cNvPr>
                <p14:cNvContentPartPr/>
                <p14:nvPr/>
              </p14:nvContentPartPr>
              <p14:xfrm>
                <a:off x="4836420" y="1987800"/>
                <a:ext cx="256680" cy="10224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13875D0C-2E9D-4982-BC82-AC47342BA18C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4827420" y="1979160"/>
                  <a:ext cx="27432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7F85A963-6D67-4DCD-8B2A-95847B31D01D}"/>
                    </a:ext>
                  </a:extLst>
                </p14:cNvPr>
                <p14:cNvContentPartPr/>
                <p14:nvPr/>
              </p14:nvContentPartPr>
              <p14:xfrm>
                <a:off x="5124420" y="1536720"/>
                <a:ext cx="151560" cy="51228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7F85A963-6D67-4DCD-8B2A-95847B31D01D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5115420" y="1527720"/>
                  <a:ext cx="169200" cy="529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82">
            <p14:nvContentPartPr>
              <p14:cNvPr id="225" name="Ink 224">
                <a:extLst>
                  <a:ext uri="{FF2B5EF4-FFF2-40B4-BE49-F238E27FC236}">
                    <a16:creationId xmlns:a16="http://schemas.microsoft.com/office/drawing/2014/main" id="{787F948C-DD88-4E0F-BB28-73276B04599E}"/>
                  </a:ext>
                </a:extLst>
              </p14:cNvPr>
              <p14:cNvContentPartPr/>
              <p14:nvPr/>
            </p14:nvContentPartPr>
            <p14:xfrm>
              <a:off x="8523900" y="3431760"/>
              <a:ext cx="339480" cy="12600"/>
            </p14:xfrm>
          </p:contentPart>
        </mc:Choice>
        <mc:Fallback>
          <p:pic>
            <p:nvPicPr>
              <p:cNvPr id="225" name="Ink 224">
                <a:extLst>
                  <a:ext uri="{FF2B5EF4-FFF2-40B4-BE49-F238E27FC236}">
                    <a16:creationId xmlns:a16="http://schemas.microsoft.com/office/drawing/2014/main" id="{787F948C-DD88-4E0F-BB28-73276B04599E}"/>
                  </a:ext>
                </a:extLst>
              </p:cNvPr>
              <p:cNvPicPr/>
              <p:nvPr/>
            </p:nvPicPr>
            <p:blipFill>
              <a:blip r:embed="rId383"/>
              <a:stretch>
                <a:fillRect/>
              </a:stretch>
            </p:blipFill>
            <p:spPr>
              <a:xfrm>
                <a:off x="8514900" y="3422760"/>
                <a:ext cx="357120" cy="30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521690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9DB5A3B2-D7A0-4D19-B12E-A74C1736C8B1}"/>
              </a:ext>
            </a:extLst>
          </p:cNvPr>
          <p:cNvGrpSpPr/>
          <p:nvPr/>
        </p:nvGrpSpPr>
        <p:grpSpPr>
          <a:xfrm>
            <a:off x="1444860" y="144300"/>
            <a:ext cx="1183320" cy="311400"/>
            <a:chOff x="1444860" y="144300"/>
            <a:chExt cx="1183320" cy="311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45771750-5EC1-45ED-AB5F-095D3E0D5E78}"/>
                    </a:ext>
                  </a:extLst>
                </p14:cNvPr>
                <p14:cNvContentPartPr/>
                <p14:nvPr/>
              </p14:nvContentPartPr>
              <p14:xfrm>
                <a:off x="1444860" y="144300"/>
                <a:ext cx="151200" cy="28188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45771750-5EC1-45ED-AB5F-095D3E0D5E78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435860" y="135300"/>
                  <a:ext cx="16884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53E0B919-2901-4207-A4AB-F1D7D4FBE7DC}"/>
                    </a:ext>
                  </a:extLst>
                </p14:cNvPr>
                <p14:cNvContentPartPr/>
                <p14:nvPr/>
              </p14:nvContentPartPr>
              <p14:xfrm>
                <a:off x="1725660" y="176700"/>
                <a:ext cx="92880" cy="26316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53E0B919-2901-4207-A4AB-F1D7D4FBE7D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717020" y="167700"/>
                  <a:ext cx="11052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A8330538-4604-4D3A-BC12-CB33038BEC26}"/>
                    </a:ext>
                  </a:extLst>
                </p14:cNvPr>
                <p14:cNvContentPartPr/>
                <p14:nvPr/>
              </p14:nvContentPartPr>
              <p14:xfrm>
                <a:off x="1906740" y="199740"/>
                <a:ext cx="7920" cy="19368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A8330538-4604-4D3A-BC12-CB33038BEC2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898100" y="190740"/>
                  <a:ext cx="2556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EFDE898D-D91A-44FF-A7D6-B7ACF04EF6CD}"/>
                    </a:ext>
                  </a:extLst>
                </p14:cNvPr>
                <p14:cNvContentPartPr/>
                <p14:nvPr/>
              </p14:nvContentPartPr>
              <p14:xfrm>
                <a:off x="1894500" y="265980"/>
                <a:ext cx="184320" cy="1371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EFDE898D-D91A-44FF-A7D6-B7ACF04EF6C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885500" y="256980"/>
                  <a:ext cx="20196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7B10C313-49EB-40FE-B596-F34074DE3DB6}"/>
                    </a:ext>
                  </a:extLst>
                </p14:cNvPr>
                <p14:cNvContentPartPr/>
                <p14:nvPr/>
              </p14:nvContentPartPr>
              <p14:xfrm>
                <a:off x="2171700" y="173100"/>
                <a:ext cx="370800" cy="2826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7B10C313-49EB-40FE-B596-F34074DE3DB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162700" y="164460"/>
                  <a:ext cx="38844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DAA81DF-9E42-450B-8B3F-64D55709320E}"/>
                    </a:ext>
                  </a:extLst>
                </p14:cNvPr>
                <p14:cNvContentPartPr/>
                <p14:nvPr/>
              </p14:nvContentPartPr>
              <p14:xfrm>
                <a:off x="2440980" y="354900"/>
                <a:ext cx="187200" cy="46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3DAA81DF-9E42-450B-8B3F-64D55709320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432340" y="346260"/>
                  <a:ext cx="204840" cy="22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4708724-3174-4CD7-BBC2-4B439017CBE3}"/>
              </a:ext>
            </a:extLst>
          </p:cNvPr>
          <p:cNvGrpSpPr/>
          <p:nvPr/>
        </p:nvGrpSpPr>
        <p:grpSpPr>
          <a:xfrm>
            <a:off x="2970540" y="107220"/>
            <a:ext cx="1079640" cy="704160"/>
            <a:chOff x="2970540" y="107220"/>
            <a:chExt cx="1079640" cy="704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C08BEB4-1DCC-455B-A2CB-1384081CC1ED}"/>
                    </a:ext>
                  </a:extLst>
                </p14:cNvPr>
                <p14:cNvContentPartPr/>
                <p14:nvPr/>
              </p14:nvContentPartPr>
              <p14:xfrm>
                <a:off x="2970540" y="174900"/>
                <a:ext cx="181800" cy="2268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C08BEB4-1DCC-455B-A2CB-1384081CC1E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961540" y="166260"/>
                  <a:ext cx="19944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B2839A0-9995-4F0D-B13C-9ACAC3769262}"/>
                    </a:ext>
                  </a:extLst>
                </p14:cNvPr>
                <p14:cNvContentPartPr/>
                <p14:nvPr/>
              </p14:nvContentPartPr>
              <p14:xfrm>
                <a:off x="3269340" y="107220"/>
                <a:ext cx="195120" cy="7041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EB2839A0-9995-4F0D-B13C-9ACAC376926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260340" y="98580"/>
                  <a:ext cx="212760" cy="72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4FC91EE-3C4D-4DE6-84F7-0E0C462CDF43}"/>
                    </a:ext>
                  </a:extLst>
                </p14:cNvPr>
                <p14:cNvContentPartPr/>
                <p14:nvPr/>
              </p14:nvContentPartPr>
              <p14:xfrm>
                <a:off x="3542940" y="141780"/>
                <a:ext cx="4320" cy="2181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4FC91EE-3C4D-4DE6-84F7-0E0C462CDF4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534300" y="133140"/>
                  <a:ext cx="2196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47D76541-269D-4C0A-8B60-85CC769C62AA}"/>
                    </a:ext>
                  </a:extLst>
                </p14:cNvPr>
                <p14:cNvContentPartPr/>
                <p14:nvPr/>
              </p14:nvContentPartPr>
              <p14:xfrm>
                <a:off x="3574620" y="174180"/>
                <a:ext cx="194760" cy="1458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47D76541-269D-4C0A-8B60-85CC769C62A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565980" y="165180"/>
                  <a:ext cx="21240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158E97EF-E3AC-4B0B-A256-49F526831C55}"/>
                    </a:ext>
                  </a:extLst>
                </p14:cNvPr>
                <p14:cNvContentPartPr/>
                <p14:nvPr/>
              </p14:nvContentPartPr>
              <p14:xfrm>
                <a:off x="3468780" y="439860"/>
                <a:ext cx="317160" cy="180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158E97EF-E3AC-4B0B-A256-49F526831C5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460140" y="431220"/>
                  <a:ext cx="33480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EAD2515D-D5CF-4995-91C2-FD7CD3BCA76C}"/>
                    </a:ext>
                  </a:extLst>
                </p14:cNvPr>
                <p14:cNvContentPartPr/>
                <p14:nvPr/>
              </p14:nvContentPartPr>
              <p14:xfrm>
                <a:off x="3528540" y="494580"/>
                <a:ext cx="325800" cy="1814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EAD2515D-D5CF-4995-91C2-FD7CD3BCA76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519900" y="485580"/>
                  <a:ext cx="34344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E80E2F23-9B89-4088-8F00-BBC8FC594830}"/>
                    </a:ext>
                  </a:extLst>
                </p14:cNvPr>
                <p14:cNvContentPartPr/>
                <p14:nvPr/>
              </p14:nvContentPartPr>
              <p14:xfrm>
                <a:off x="3933900" y="159420"/>
                <a:ext cx="116280" cy="6022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E80E2F23-9B89-4088-8F00-BBC8FC594830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924900" y="150420"/>
                  <a:ext cx="133920" cy="619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E43E5D3-20D4-40FD-B394-64AA47B6CBA8}"/>
              </a:ext>
            </a:extLst>
          </p:cNvPr>
          <p:cNvGrpSpPr/>
          <p:nvPr/>
        </p:nvGrpSpPr>
        <p:grpSpPr>
          <a:xfrm>
            <a:off x="4306140" y="316380"/>
            <a:ext cx="646560" cy="269280"/>
            <a:chOff x="4306140" y="316380"/>
            <a:chExt cx="646560" cy="269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34F34624-EA9F-4CC0-8C85-994770E375CE}"/>
                    </a:ext>
                  </a:extLst>
                </p14:cNvPr>
                <p14:cNvContentPartPr/>
                <p14:nvPr/>
              </p14:nvContentPartPr>
              <p14:xfrm>
                <a:off x="4306140" y="449580"/>
                <a:ext cx="154440" cy="244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34F34624-EA9F-4CC0-8C85-994770E375C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297500" y="440580"/>
                  <a:ext cx="17208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55EAD4CB-8EAC-49AC-9722-0354FC0922CB}"/>
                    </a:ext>
                  </a:extLst>
                </p14:cNvPr>
                <p14:cNvContentPartPr/>
                <p14:nvPr/>
              </p14:nvContentPartPr>
              <p14:xfrm>
                <a:off x="4367700" y="316380"/>
                <a:ext cx="585000" cy="2692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55EAD4CB-8EAC-49AC-9722-0354FC0922CB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359060" y="307740"/>
                  <a:ext cx="602640" cy="286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DD1B70F0-069B-4229-891E-230113C9A138}"/>
              </a:ext>
            </a:extLst>
          </p:cNvPr>
          <p:cNvGrpSpPr/>
          <p:nvPr/>
        </p:nvGrpSpPr>
        <p:grpSpPr>
          <a:xfrm>
            <a:off x="3206340" y="1739100"/>
            <a:ext cx="208080" cy="103320"/>
            <a:chOff x="3206340" y="1739100"/>
            <a:chExt cx="208080" cy="103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81188BD0-F4C1-4D8B-87BC-715EA5DE7E03}"/>
                    </a:ext>
                  </a:extLst>
                </p14:cNvPr>
                <p14:cNvContentPartPr/>
                <p14:nvPr/>
              </p14:nvContentPartPr>
              <p14:xfrm>
                <a:off x="3232980" y="1739100"/>
                <a:ext cx="117720" cy="115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81188BD0-F4C1-4D8B-87BC-715EA5DE7E03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224340" y="1730460"/>
                  <a:ext cx="13536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F72EC9F1-0168-4288-8E69-D7AB35188F78}"/>
                    </a:ext>
                  </a:extLst>
                </p14:cNvPr>
                <p14:cNvContentPartPr/>
                <p14:nvPr/>
              </p14:nvContentPartPr>
              <p14:xfrm>
                <a:off x="3206340" y="1837020"/>
                <a:ext cx="208080" cy="54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F72EC9F1-0168-4288-8E69-D7AB35188F78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197340" y="1828380"/>
                  <a:ext cx="225720" cy="23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A1C2535A-004A-497D-A1AB-B9CA60AA7507}"/>
              </a:ext>
            </a:extLst>
          </p:cNvPr>
          <p:cNvGrpSpPr/>
          <p:nvPr/>
        </p:nvGrpSpPr>
        <p:grpSpPr>
          <a:xfrm>
            <a:off x="3893220" y="1500780"/>
            <a:ext cx="356400" cy="328680"/>
            <a:chOff x="3893220" y="1500780"/>
            <a:chExt cx="356400" cy="328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406895E8-BB2A-40F0-9DBB-DC3A750FC842}"/>
                    </a:ext>
                  </a:extLst>
                </p14:cNvPr>
                <p14:cNvContentPartPr/>
                <p14:nvPr/>
              </p14:nvContentPartPr>
              <p14:xfrm>
                <a:off x="3920220" y="1500780"/>
                <a:ext cx="6120" cy="3286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406895E8-BB2A-40F0-9DBB-DC3A750FC842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911580" y="1491780"/>
                  <a:ext cx="23760" cy="34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F3811C75-94DE-4AD6-B69B-8F4D9671BCA3}"/>
                    </a:ext>
                  </a:extLst>
                </p14:cNvPr>
                <p14:cNvContentPartPr/>
                <p14:nvPr/>
              </p14:nvContentPartPr>
              <p14:xfrm>
                <a:off x="3893220" y="1539300"/>
                <a:ext cx="214200" cy="1717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F3811C75-94DE-4AD6-B69B-8F4D9671BCA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884580" y="1530660"/>
                  <a:ext cx="23184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1DEB84F1-AB2E-4321-8CE5-3CE605BF3318}"/>
                    </a:ext>
                  </a:extLst>
                </p14:cNvPr>
                <p14:cNvContentPartPr/>
                <p14:nvPr/>
              </p14:nvContentPartPr>
              <p14:xfrm>
                <a:off x="3966300" y="1669260"/>
                <a:ext cx="283320" cy="1497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DEB84F1-AB2E-4321-8CE5-3CE605BF331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957660" y="1660620"/>
                  <a:ext cx="300960" cy="167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FA972179-5AFF-434A-9B42-A966899FC540}"/>
              </a:ext>
            </a:extLst>
          </p:cNvPr>
          <p:cNvGrpSpPr/>
          <p:nvPr/>
        </p:nvGrpSpPr>
        <p:grpSpPr>
          <a:xfrm>
            <a:off x="4476780" y="996780"/>
            <a:ext cx="948240" cy="619920"/>
            <a:chOff x="4476780" y="996780"/>
            <a:chExt cx="948240" cy="619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301BE08E-C1F4-48F3-B4ED-9B70A12745E1}"/>
                    </a:ext>
                  </a:extLst>
                </p14:cNvPr>
                <p14:cNvContentPartPr/>
                <p14:nvPr/>
              </p14:nvContentPartPr>
              <p14:xfrm>
                <a:off x="4476780" y="1213140"/>
                <a:ext cx="73440" cy="2073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301BE08E-C1F4-48F3-B4ED-9B70A12745E1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467780" y="1204140"/>
                  <a:ext cx="9108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EDF00CDA-B3EC-4539-A62D-017D301D3727}"/>
                    </a:ext>
                  </a:extLst>
                </p14:cNvPr>
                <p14:cNvContentPartPr/>
                <p14:nvPr/>
              </p14:nvContentPartPr>
              <p14:xfrm>
                <a:off x="4603860" y="1247340"/>
                <a:ext cx="177120" cy="1389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EDF00CDA-B3EC-4539-A62D-017D301D372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594860" y="1238700"/>
                  <a:ext cx="19476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0BC05BD9-F5F5-4C74-9AB0-C673FBE716F5}"/>
                    </a:ext>
                  </a:extLst>
                </p14:cNvPr>
                <p14:cNvContentPartPr/>
                <p14:nvPr/>
              </p14:nvContentPartPr>
              <p14:xfrm>
                <a:off x="4879620" y="1196580"/>
                <a:ext cx="179640" cy="4201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0BC05BD9-F5F5-4C74-9AB0-C673FBE716F5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870980" y="1187940"/>
                  <a:ext cx="197280" cy="43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4A2E5BE2-B554-47D9-954C-2AE6527ED157}"/>
                    </a:ext>
                  </a:extLst>
                </p14:cNvPr>
                <p14:cNvContentPartPr/>
                <p14:nvPr/>
              </p14:nvContentPartPr>
              <p14:xfrm>
                <a:off x="5116500" y="996780"/>
                <a:ext cx="16560" cy="2012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4A2E5BE2-B554-47D9-954C-2AE6527ED157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107860" y="988140"/>
                  <a:ext cx="3420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CCCCA5CD-7FBC-485F-82B1-705024205042}"/>
                    </a:ext>
                  </a:extLst>
                </p14:cNvPr>
                <p14:cNvContentPartPr/>
                <p14:nvPr/>
              </p14:nvContentPartPr>
              <p14:xfrm>
                <a:off x="5135940" y="1395300"/>
                <a:ext cx="289080" cy="1069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CCCCA5CD-7FBC-485F-82B1-705024205042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126940" y="1386660"/>
                  <a:ext cx="306720" cy="124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7070DB8C-2E52-45B2-AAD4-B24D39312098}"/>
              </a:ext>
            </a:extLst>
          </p:cNvPr>
          <p:cNvGrpSpPr/>
          <p:nvPr/>
        </p:nvGrpSpPr>
        <p:grpSpPr>
          <a:xfrm>
            <a:off x="1324260" y="650460"/>
            <a:ext cx="744840" cy="257400"/>
            <a:chOff x="1324260" y="650460"/>
            <a:chExt cx="744840" cy="257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511D34B2-A4D5-4211-AFE6-AF264D49D8F4}"/>
                    </a:ext>
                  </a:extLst>
                </p14:cNvPr>
                <p14:cNvContentPartPr/>
                <p14:nvPr/>
              </p14:nvContentPartPr>
              <p14:xfrm>
                <a:off x="1324260" y="721380"/>
                <a:ext cx="279720" cy="1864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511D34B2-A4D5-4211-AFE6-AF264D49D8F4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315620" y="712380"/>
                  <a:ext cx="29736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0A3BC416-B981-421B-9163-2672EE27F089}"/>
                    </a:ext>
                  </a:extLst>
                </p14:cNvPr>
                <p14:cNvContentPartPr/>
                <p14:nvPr/>
              </p14:nvContentPartPr>
              <p14:xfrm>
                <a:off x="1728900" y="764580"/>
                <a:ext cx="90000" cy="72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0A3BC416-B981-421B-9163-2672EE27F089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719900" y="755940"/>
                  <a:ext cx="10764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A8D80548-B265-4E35-B73C-D8E35A0455F3}"/>
                    </a:ext>
                  </a:extLst>
                </p14:cNvPr>
                <p14:cNvContentPartPr/>
                <p14:nvPr/>
              </p14:nvContentPartPr>
              <p14:xfrm>
                <a:off x="1699020" y="650460"/>
                <a:ext cx="370080" cy="2116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A8D80548-B265-4E35-B73C-D8E35A0455F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690020" y="641460"/>
                  <a:ext cx="387720" cy="229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9D443768-FFA1-42D0-86B2-DAEFD447CCC2}"/>
              </a:ext>
            </a:extLst>
          </p:cNvPr>
          <p:cNvGrpSpPr/>
          <p:nvPr/>
        </p:nvGrpSpPr>
        <p:grpSpPr>
          <a:xfrm>
            <a:off x="1466820" y="1073460"/>
            <a:ext cx="1541520" cy="787320"/>
            <a:chOff x="1466820" y="1073460"/>
            <a:chExt cx="1541520" cy="787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43CCEC6A-BA70-48B5-A1E1-B3684D281BF2}"/>
                    </a:ext>
                  </a:extLst>
                </p14:cNvPr>
                <p14:cNvContentPartPr/>
                <p14:nvPr/>
              </p14:nvContentPartPr>
              <p14:xfrm>
                <a:off x="1811700" y="1570620"/>
                <a:ext cx="9000" cy="2581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43CCEC6A-BA70-48B5-A1E1-B3684D281BF2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802700" y="1561980"/>
                  <a:ext cx="2664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B4DE6FC5-8A04-43BE-9CFB-B2E305FDBB12}"/>
                    </a:ext>
                  </a:extLst>
                </p14:cNvPr>
                <p14:cNvContentPartPr/>
                <p14:nvPr/>
              </p14:nvContentPartPr>
              <p14:xfrm>
                <a:off x="1816380" y="1612020"/>
                <a:ext cx="137880" cy="1155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B4DE6FC5-8A04-43BE-9CFB-B2E305FDBB12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807380" y="1603020"/>
                  <a:ext cx="15552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FAF1333-2907-41D5-A456-63864BF52F6F}"/>
                    </a:ext>
                  </a:extLst>
                </p14:cNvPr>
                <p14:cNvContentPartPr/>
                <p14:nvPr/>
              </p14:nvContentPartPr>
              <p14:xfrm>
                <a:off x="1870020" y="1708500"/>
                <a:ext cx="243000" cy="1522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FAF1333-2907-41D5-A456-63864BF52F6F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861380" y="1699500"/>
                  <a:ext cx="26064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6020591-1B5A-484E-964E-C18B8EA7ED9E}"/>
                    </a:ext>
                  </a:extLst>
                </p14:cNvPr>
                <p14:cNvContentPartPr/>
                <p14:nvPr/>
              </p14:nvContentPartPr>
              <p14:xfrm>
                <a:off x="2208420" y="1366860"/>
                <a:ext cx="48960" cy="1994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6020591-1B5A-484E-964E-C18B8EA7ED9E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199780" y="1358220"/>
                  <a:ext cx="6660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6AA6E823-4BA9-40FE-B581-1E5702609111}"/>
                    </a:ext>
                  </a:extLst>
                </p14:cNvPr>
                <p14:cNvContentPartPr/>
                <p14:nvPr/>
              </p14:nvContentPartPr>
              <p14:xfrm>
                <a:off x="2316780" y="1385580"/>
                <a:ext cx="163800" cy="1414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6AA6E823-4BA9-40FE-B581-1E5702609111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307780" y="1376940"/>
                  <a:ext cx="18144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3124DEAA-2530-419F-8C80-D3C4C5BA0268}"/>
                    </a:ext>
                  </a:extLst>
                </p14:cNvPr>
                <p14:cNvContentPartPr/>
                <p14:nvPr/>
              </p14:nvContentPartPr>
              <p14:xfrm>
                <a:off x="2565900" y="1386300"/>
                <a:ext cx="175680" cy="3502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3124DEAA-2530-419F-8C80-D3C4C5BA0268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556900" y="1377300"/>
                  <a:ext cx="193320" cy="36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17079C66-2719-421C-9BD4-B2B17EE23C23}"/>
                    </a:ext>
                  </a:extLst>
                </p14:cNvPr>
                <p14:cNvContentPartPr/>
                <p14:nvPr/>
              </p14:nvContentPartPr>
              <p14:xfrm>
                <a:off x="2820420" y="1256700"/>
                <a:ext cx="187920" cy="1800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17079C66-2719-421C-9BD4-B2B17EE23C23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811780" y="1247700"/>
                  <a:ext cx="20556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7BAB531E-FC22-483C-9BA1-D33F1D976E56}"/>
                    </a:ext>
                  </a:extLst>
                </p14:cNvPr>
                <p14:cNvContentPartPr/>
                <p14:nvPr/>
              </p14:nvContentPartPr>
              <p14:xfrm>
                <a:off x="2827980" y="1535700"/>
                <a:ext cx="148680" cy="1807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7BAB531E-FC22-483C-9BA1-D33F1D976E56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818980" y="1526700"/>
                  <a:ext cx="16632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49641DAE-5061-43DA-AA97-B38917002340}"/>
                    </a:ext>
                  </a:extLst>
                </p14:cNvPr>
                <p14:cNvContentPartPr/>
                <p14:nvPr/>
              </p14:nvContentPartPr>
              <p14:xfrm>
                <a:off x="1466820" y="1077420"/>
                <a:ext cx="172080" cy="2685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49641DAE-5061-43DA-AA97-B38917002340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458180" y="1068780"/>
                  <a:ext cx="18972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DE81C70F-D039-4848-94F4-FC40B53EA046}"/>
                    </a:ext>
                  </a:extLst>
                </p14:cNvPr>
                <p14:cNvContentPartPr/>
                <p14:nvPr/>
              </p14:nvContentPartPr>
              <p14:xfrm>
                <a:off x="1800900" y="1188300"/>
                <a:ext cx="90720" cy="3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DE81C70F-D039-4848-94F4-FC40B53EA046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792260" y="1179300"/>
                  <a:ext cx="1083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B73BC9B4-5144-438E-8F9C-99EE5F9836D3}"/>
                    </a:ext>
                  </a:extLst>
                </p14:cNvPr>
                <p14:cNvContentPartPr/>
                <p14:nvPr/>
              </p14:nvContentPartPr>
              <p14:xfrm>
                <a:off x="1801980" y="1263540"/>
                <a:ext cx="145800" cy="237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B73BC9B4-5144-438E-8F9C-99EE5F9836D3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792980" y="1254900"/>
                  <a:ext cx="16344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D8539C11-6655-403B-8A3D-AAE14E9C67F1}"/>
                    </a:ext>
                  </a:extLst>
                </p14:cNvPr>
                <p14:cNvContentPartPr/>
                <p14:nvPr/>
              </p14:nvContentPartPr>
              <p14:xfrm>
                <a:off x="2024100" y="1073460"/>
                <a:ext cx="172080" cy="1231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D8539C11-6655-403B-8A3D-AAE14E9C67F1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015460" y="1064820"/>
                  <a:ext cx="189720" cy="140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ACDD8511-62D4-4962-AEF6-248CC4F6C02A}"/>
              </a:ext>
            </a:extLst>
          </p:cNvPr>
          <p:cNvGrpSpPr/>
          <p:nvPr/>
        </p:nvGrpSpPr>
        <p:grpSpPr>
          <a:xfrm>
            <a:off x="5630580" y="1581420"/>
            <a:ext cx="218880" cy="89640"/>
            <a:chOff x="5630580" y="1581420"/>
            <a:chExt cx="218880" cy="89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E1AC4346-AFBB-4C02-BF44-02B8BD2F6D3F}"/>
                    </a:ext>
                  </a:extLst>
                </p14:cNvPr>
                <p14:cNvContentPartPr/>
                <p14:nvPr/>
              </p14:nvContentPartPr>
              <p14:xfrm>
                <a:off x="5630580" y="1581420"/>
                <a:ext cx="169920" cy="64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E1AC4346-AFBB-4C02-BF44-02B8BD2F6D3F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621940" y="1572780"/>
                  <a:ext cx="18756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6BBA9451-2630-4482-BA05-F400A7310401}"/>
                    </a:ext>
                  </a:extLst>
                </p14:cNvPr>
                <p14:cNvContentPartPr/>
                <p14:nvPr/>
              </p14:nvContentPartPr>
              <p14:xfrm>
                <a:off x="5686380" y="1668900"/>
                <a:ext cx="163080" cy="21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6BBA9451-2630-4482-BA05-F400A7310401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677740" y="1660260"/>
                  <a:ext cx="180720" cy="19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336EDF24-D5A9-4D96-9540-7E8D3BFA4A9D}"/>
              </a:ext>
            </a:extLst>
          </p:cNvPr>
          <p:cNvGrpSpPr/>
          <p:nvPr/>
        </p:nvGrpSpPr>
        <p:grpSpPr>
          <a:xfrm>
            <a:off x="6272100" y="1211340"/>
            <a:ext cx="389520" cy="432000"/>
            <a:chOff x="6272100" y="1211340"/>
            <a:chExt cx="389520" cy="432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878E55B3-8F1D-40AE-98C1-F5F4D78D6567}"/>
                    </a:ext>
                  </a:extLst>
                </p14:cNvPr>
                <p14:cNvContentPartPr/>
                <p14:nvPr/>
              </p14:nvContentPartPr>
              <p14:xfrm>
                <a:off x="6272100" y="1389180"/>
                <a:ext cx="11520" cy="23940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878E55B3-8F1D-40AE-98C1-F5F4D78D6567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263460" y="1380180"/>
                  <a:ext cx="2916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3A7EB3B3-424B-4421-AF61-155853CA59EA}"/>
                    </a:ext>
                  </a:extLst>
                </p14:cNvPr>
                <p14:cNvContentPartPr/>
                <p14:nvPr/>
              </p14:nvContentPartPr>
              <p14:xfrm>
                <a:off x="6283980" y="1408260"/>
                <a:ext cx="268920" cy="2350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3A7EB3B3-424B-4421-AF61-155853CA59EA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275340" y="1399620"/>
                  <a:ext cx="28656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FD02A336-7235-4A8F-827B-812DF5FCBAEB}"/>
                    </a:ext>
                  </a:extLst>
                </p14:cNvPr>
                <p14:cNvContentPartPr/>
                <p14:nvPr/>
              </p14:nvContentPartPr>
              <p14:xfrm>
                <a:off x="6615180" y="1224660"/>
                <a:ext cx="3240" cy="126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FD02A336-7235-4A8F-827B-812DF5FCBAEB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606540" y="1216020"/>
                  <a:ext cx="2088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379A5989-0C98-4121-B18C-F86DE7242A22}"/>
                    </a:ext>
                  </a:extLst>
                </p14:cNvPr>
                <p14:cNvContentPartPr/>
                <p14:nvPr/>
              </p14:nvContentPartPr>
              <p14:xfrm>
                <a:off x="6592140" y="1225380"/>
                <a:ext cx="9000" cy="1152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379A5989-0C98-4121-B18C-F86DE7242A22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583140" y="1216740"/>
                  <a:ext cx="2664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596AF362-6EE8-4D22-9688-B93DB3D9D5A6}"/>
                    </a:ext>
                  </a:extLst>
                </p14:cNvPr>
                <p14:cNvContentPartPr/>
                <p14:nvPr/>
              </p14:nvContentPartPr>
              <p14:xfrm>
                <a:off x="6519780" y="1211340"/>
                <a:ext cx="141840" cy="1335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596AF362-6EE8-4D22-9688-B93DB3D9D5A6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511140" y="1202340"/>
                  <a:ext cx="159480" cy="151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44F05EA3-FDF1-44DE-8FCD-736F3E56E5AC}"/>
              </a:ext>
            </a:extLst>
          </p:cNvPr>
          <p:cNvGrpSpPr/>
          <p:nvPr/>
        </p:nvGrpSpPr>
        <p:grpSpPr>
          <a:xfrm>
            <a:off x="8388180" y="1188660"/>
            <a:ext cx="279720" cy="301680"/>
            <a:chOff x="8388180" y="1188660"/>
            <a:chExt cx="279720" cy="301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CEEBA58A-5EB9-4631-9534-86868EFF6203}"/>
                    </a:ext>
                  </a:extLst>
                </p14:cNvPr>
                <p14:cNvContentPartPr/>
                <p14:nvPr/>
              </p14:nvContentPartPr>
              <p14:xfrm>
                <a:off x="8408700" y="1214220"/>
                <a:ext cx="259200" cy="27288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CEEBA58A-5EB9-4631-9534-86868EFF6203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399700" y="1205580"/>
                  <a:ext cx="27684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7D4FCDC9-4E85-44BA-9A67-842FC7211040}"/>
                    </a:ext>
                  </a:extLst>
                </p14:cNvPr>
                <p14:cNvContentPartPr/>
                <p14:nvPr/>
              </p14:nvContentPartPr>
              <p14:xfrm>
                <a:off x="8388180" y="1188660"/>
                <a:ext cx="275760" cy="30168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7D4FCDC9-4E85-44BA-9A67-842FC7211040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379540" y="1179660"/>
                  <a:ext cx="293400" cy="319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ED679952-6CA5-44A8-B578-0A04ABC0B69F}"/>
              </a:ext>
            </a:extLst>
          </p:cNvPr>
          <p:cNvGrpSpPr/>
          <p:nvPr/>
        </p:nvGrpSpPr>
        <p:grpSpPr>
          <a:xfrm>
            <a:off x="7020540" y="977700"/>
            <a:ext cx="967320" cy="1356120"/>
            <a:chOff x="7020540" y="977700"/>
            <a:chExt cx="967320" cy="1356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92758ED8-E1DC-44CC-B9BC-0A33C2FDD39F}"/>
                    </a:ext>
                  </a:extLst>
                </p14:cNvPr>
                <p14:cNvContentPartPr/>
                <p14:nvPr/>
              </p14:nvContentPartPr>
              <p14:xfrm>
                <a:off x="7048260" y="1530300"/>
                <a:ext cx="118800" cy="28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92758ED8-E1DC-44CC-B9BC-0A33C2FDD39F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039620" y="1521660"/>
                  <a:ext cx="13644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AE497291-4456-46AF-BA7F-5983E11A617F}"/>
                    </a:ext>
                  </a:extLst>
                </p14:cNvPr>
                <p14:cNvContentPartPr/>
                <p14:nvPr/>
              </p14:nvContentPartPr>
              <p14:xfrm>
                <a:off x="7020540" y="1593660"/>
                <a:ext cx="189000" cy="1332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AE497291-4456-46AF-BA7F-5983E11A617F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011540" y="1585020"/>
                  <a:ext cx="20664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8C54686B-D9CA-475C-9967-A9D3DEFFA953}"/>
                    </a:ext>
                  </a:extLst>
                </p14:cNvPr>
                <p14:cNvContentPartPr/>
                <p14:nvPr/>
              </p14:nvContentPartPr>
              <p14:xfrm>
                <a:off x="7377300" y="1393500"/>
                <a:ext cx="18720" cy="21528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8C54686B-D9CA-475C-9967-A9D3DEFFA953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368300" y="1384860"/>
                  <a:ext cx="3636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60155DB5-B9A2-41BA-A7D1-8DA69A308B84}"/>
                    </a:ext>
                  </a:extLst>
                </p14:cNvPr>
                <p14:cNvContentPartPr/>
                <p14:nvPr/>
              </p14:nvContentPartPr>
              <p14:xfrm>
                <a:off x="7772580" y="977700"/>
                <a:ext cx="89640" cy="9482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60155DB5-B9A2-41BA-A7D1-8DA69A308B84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763580" y="968700"/>
                  <a:ext cx="107280" cy="9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8A904F08-F1CD-460F-B315-7957EB4F9963}"/>
                    </a:ext>
                  </a:extLst>
                </p14:cNvPr>
                <p14:cNvContentPartPr/>
                <p14:nvPr/>
              </p14:nvContentPartPr>
              <p14:xfrm>
                <a:off x="7791300" y="1041780"/>
                <a:ext cx="113760" cy="86184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8A904F08-F1CD-460F-B315-7957EB4F9963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782660" y="1033140"/>
                  <a:ext cx="131400" cy="87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B879D6BC-D93A-436A-9A7F-AF187DABF660}"/>
                    </a:ext>
                  </a:extLst>
                </p14:cNvPr>
                <p14:cNvContentPartPr/>
                <p14:nvPr/>
              </p14:nvContentPartPr>
              <p14:xfrm>
                <a:off x="7286220" y="1019460"/>
                <a:ext cx="166680" cy="17028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B879D6BC-D93A-436A-9A7F-AF187DABF660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277580" y="1010460"/>
                  <a:ext cx="18432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4690471D-AF49-4306-B34B-3DC4D0416DBA}"/>
                    </a:ext>
                  </a:extLst>
                </p14:cNvPr>
                <p14:cNvContentPartPr/>
                <p14:nvPr/>
              </p14:nvContentPartPr>
              <p14:xfrm>
                <a:off x="7599420" y="1927020"/>
                <a:ext cx="388440" cy="40680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4690471D-AF49-4306-B34B-3DC4D0416DBA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590780" y="1918380"/>
                  <a:ext cx="406080" cy="424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4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A52B566E-775B-4386-A4EE-E7851C6DE796}"/>
                  </a:ext>
                </a:extLst>
              </p14:cNvPr>
              <p14:cNvContentPartPr/>
              <p14:nvPr/>
            </p14:nvContentPartPr>
            <p14:xfrm>
              <a:off x="8244180" y="1858260"/>
              <a:ext cx="309600" cy="456840"/>
            </p14:xfrm>
          </p:contentPart>
        </mc:Choice>
        <mc:Fallback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A52B566E-775B-4386-A4EE-E7851C6DE796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8235180" y="1849620"/>
                <a:ext cx="327240" cy="474480"/>
              </a:xfrm>
              <a:prstGeom prst="rect">
                <a:avLst/>
              </a:prstGeom>
            </p:spPr>
          </p:pic>
        </mc:Fallback>
      </mc:AlternateContent>
      <p:grpSp>
        <p:nvGrpSpPr>
          <p:cNvPr id="85" name="Group 84">
            <a:extLst>
              <a:ext uri="{FF2B5EF4-FFF2-40B4-BE49-F238E27FC236}">
                <a16:creationId xmlns:a16="http://schemas.microsoft.com/office/drawing/2014/main" id="{A8D4A199-3142-4F19-A0D3-DF73D570325C}"/>
              </a:ext>
            </a:extLst>
          </p:cNvPr>
          <p:cNvGrpSpPr/>
          <p:nvPr/>
        </p:nvGrpSpPr>
        <p:grpSpPr>
          <a:xfrm>
            <a:off x="6551820" y="500700"/>
            <a:ext cx="625680" cy="229680"/>
            <a:chOff x="6551820" y="500700"/>
            <a:chExt cx="625680" cy="229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755DC9D7-B73F-4CF9-A1E4-B897B83505F0}"/>
                    </a:ext>
                  </a:extLst>
                </p14:cNvPr>
                <p14:cNvContentPartPr/>
                <p14:nvPr/>
              </p14:nvContentPartPr>
              <p14:xfrm>
                <a:off x="6551820" y="500700"/>
                <a:ext cx="131400" cy="17424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755DC9D7-B73F-4CF9-A1E4-B897B83505F0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6543180" y="491700"/>
                  <a:ext cx="14904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3ACBACEC-8AE8-4CDD-90D2-0F93CC17859C}"/>
                    </a:ext>
                  </a:extLst>
                </p14:cNvPr>
                <p14:cNvContentPartPr/>
                <p14:nvPr/>
              </p14:nvContentPartPr>
              <p14:xfrm>
                <a:off x="6737580" y="500700"/>
                <a:ext cx="34200" cy="14760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3ACBACEC-8AE8-4CDD-90D2-0F93CC17859C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6728580" y="491700"/>
                  <a:ext cx="5184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90EE7FB6-2665-4BBB-8F75-7EDA3788B607}"/>
                    </a:ext>
                  </a:extLst>
                </p14:cNvPr>
                <p14:cNvContentPartPr/>
                <p14:nvPr/>
              </p14:nvContentPartPr>
              <p14:xfrm>
                <a:off x="6728940" y="510060"/>
                <a:ext cx="189000" cy="18144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90EE7FB6-2665-4BBB-8F75-7EDA3788B607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6719940" y="501420"/>
                  <a:ext cx="20664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35501FE8-395A-42FB-B59C-9747C38CEAE4}"/>
                    </a:ext>
                  </a:extLst>
                </p14:cNvPr>
                <p14:cNvContentPartPr/>
                <p14:nvPr/>
              </p14:nvContentPartPr>
              <p14:xfrm>
                <a:off x="7031700" y="521940"/>
                <a:ext cx="145800" cy="20844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35501FE8-395A-42FB-B59C-9747C38CEAE4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7023060" y="513300"/>
                  <a:ext cx="163440" cy="226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05FB9760-3FAE-48D2-B766-AFE510F56CC6}"/>
              </a:ext>
            </a:extLst>
          </p:cNvPr>
          <p:cNvGrpSpPr/>
          <p:nvPr/>
        </p:nvGrpSpPr>
        <p:grpSpPr>
          <a:xfrm>
            <a:off x="8027100" y="376860"/>
            <a:ext cx="795600" cy="301680"/>
            <a:chOff x="8027100" y="376860"/>
            <a:chExt cx="795600" cy="301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E0E81D6A-2C3F-4E4C-8B6E-059FFC8E086B}"/>
                    </a:ext>
                  </a:extLst>
                </p14:cNvPr>
                <p14:cNvContentPartPr/>
                <p14:nvPr/>
              </p14:nvContentPartPr>
              <p14:xfrm>
                <a:off x="8027100" y="465780"/>
                <a:ext cx="36000" cy="17604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E0E81D6A-2C3F-4E4C-8B6E-059FFC8E086B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018460" y="457140"/>
                  <a:ext cx="5364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9B954D2D-7595-4B88-BB61-C10B80F666C3}"/>
                    </a:ext>
                  </a:extLst>
                </p14:cNvPr>
                <p14:cNvContentPartPr/>
                <p14:nvPr/>
              </p14:nvContentPartPr>
              <p14:xfrm>
                <a:off x="8054820" y="376860"/>
                <a:ext cx="244080" cy="25164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9B954D2D-7595-4B88-BB61-C10B80F666C3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8045820" y="367860"/>
                  <a:ext cx="26172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DDFF2965-7B25-4DAF-8452-9E43B787001E}"/>
                    </a:ext>
                  </a:extLst>
                </p14:cNvPr>
                <p14:cNvContentPartPr/>
                <p14:nvPr/>
              </p14:nvContentPartPr>
              <p14:xfrm>
                <a:off x="8339940" y="421860"/>
                <a:ext cx="27360" cy="18936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DDFF2965-7B25-4DAF-8452-9E43B787001E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8331300" y="412860"/>
                  <a:ext cx="4500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CB9DB985-0E1F-495F-AC7A-34DF4B8CEF00}"/>
                    </a:ext>
                  </a:extLst>
                </p14:cNvPr>
                <p14:cNvContentPartPr/>
                <p14:nvPr/>
              </p14:nvContentPartPr>
              <p14:xfrm>
                <a:off x="8305380" y="456060"/>
                <a:ext cx="221760" cy="19836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CB9DB985-0E1F-495F-AC7A-34DF4B8CEF00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8296380" y="447060"/>
                  <a:ext cx="23940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4A1C02A0-172F-4A53-B4A9-1B3897EC37FE}"/>
                    </a:ext>
                  </a:extLst>
                </p14:cNvPr>
                <p14:cNvContentPartPr/>
                <p14:nvPr/>
              </p14:nvContentPartPr>
              <p14:xfrm>
                <a:off x="8571060" y="461460"/>
                <a:ext cx="251640" cy="21708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4A1C02A0-172F-4A53-B4A9-1B3897EC37FE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8562060" y="452460"/>
                  <a:ext cx="269280" cy="23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082015D3-54D6-4C15-BB36-299D1A833390}"/>
              </a:ext>
            </a:extLst>
          </p:cNvPr>
          <p:cNvGrpSpPr/>
          <p:nvPr/>
        </p:nvGrpSpPr>
        <p:grpSpPr>
          <a:xfrm>
            <a:off x="347220" y="2714340"/>
            <a:ext cx="1359720" cy="432000"/>
            <a:chOff x="347220" y="2714340"/>
            <a:chExt cx="1359720" cy="432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8DAB21CD-85F5-4FBA-9DD9-93BF881DB9BB}"/>
                    </a:ext>
                  </a:extLst>
                </p14:cNvPr>
                <p14:cNvContentPartPr/>
                <p14:nvPr/>
              </p14:nvContentPartPr>
              <p14:xfrm>
                <a:off x="347220" y="2862660"/>
                <a:ext cx="320400" cy="28368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8DAB21CD-85F5-4FBA-9DD9-93BF881DB9BB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38220" y="2853660"/>
                  <a:ext cx="33804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FA9CCBF9-4777-4223-BEE4-6B2013F41F36}"/>
                    </a:ext>
                  </a:extLst>
                </p14:cNvPr>
                <p14:cNvContentPartPr/>
                <p14:nvPr/>
              </p14:nvContentPartPr>
              <p14:xfrm>
                <a:off x="835740" y="2978580"/>
                <a:ext cx="118800" cy="720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FA9CCBF9-4777-4223-BEE4-6B2013F41F36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826740" y="2969940"/>
                  <a:ext cx="13644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64288DED-11C8-4332-AD31-E719D23508CC}"/>
                    </a:ext>
                  </a:extLst>
                </p14:cNvPr>
                <p14:cNvContentPartPr/>
                <p14:nvPr/>
              </p14:nvContentPartPr>
              <p14:xfrm>
                <a:off x="846180" y="3061020"/>
                <a:ext cx="193680" cy="900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64288DED-11C8-4332-AD31-E719D23508CC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837540" y="3052020"/>
                  <a:ext cx="21132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7B149CD9-163B-4CE5-9097-6F08EA31EBFB}"/>
                    </a:ext>
                  </a:extLst>
                </p14:cNvPr>
                <p14:cNvContentPartPr/>
                <p14:nvPr/>
              </p14:nvContentPartPr>
              <p14:xfrm>
                <a:off x="1154340" y="2908740"/>
                <a:ext cx="237960" cy="19404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7B149CD9-163B-4CE5-9097-6F08EA31EBFB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145340" y="2900100"/>
                  <a:ext cx="25560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96572369-974F-486E-959F-AA32F0ED064F}"/>
                    </a:ext>
                  </a:extLst>
                </p14:cNvPr>
                <p14:cNvContentPartPr/>
                <p14:nvPr/>
              </p14:nvContentPartPr>
              <p14:xfrm>
                <a:off x="1468260" y="2714340"/>
                <a:ext cx="14400" cy="21816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96572369-974F-486E-959F-AA32F0ED064F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459620" y="2705700"/>
                  <a:ext cx="3204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B3B445F5-AEE7-4D96-9938-50E89588344C}"/>
                    </a:ext>
                  </a:extLst>
                </p14:cNvPr>
                <p14:cNvContentPartPr/>
                <p14:nvPr/>
              </p14:nvContentPartPr>
              <p14:xfrm>
                <a:off x="1475460" y="2751060"/>
                <a:ext cx="231480" cy="16056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B3B445F5-AEE7-4D96-9938-50E89588344C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466820" y="2742060"/>
                  <a:ext cx="249120" cy="178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A84EC777-3770-49B6-ACD7-696C236FB349}"/>
              </a:ext>
            </a:extLst>
          </p:cNvPr>
          <p:cNvGrpSpPr/>
          <p:nvPr/>
        </p:nvGrpSpPr>
        <p:grpSpPr>
          <a:xfrm>
            <a:off x="63900" y="3441900"/>
            <a:ext cx="1877760" cy="771480"/>
            <a:chOff x="63900" y="3441900"/>
            <a:chExt cx="1877760" cy="771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0A05BE2B-271F-447B-841F-F62DFB13E4AC}"/>
                    </a:ext>
                  </a:extLst>
                </p14:cNvPr>
                <p14:cNvContentPartPr/>
                <p14:nvPr/>
              </p14:nvContentPartPr>
              <p14:xfrm>
                <a:off x="1658700" y="3441900"/>
                <a:ext cx="33120" cy="23436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0A05BE2B-271F-447B-841F-F62DFB13E4AC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649700" y="3432900"/>
                  <a:ext cx="5076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7E178104-94DC-43C0-ABAD-A63733D4441C}"/>
                    </a:ext>
                  </a:extLst>
                </p14:cNvPr>
                <p14:cNvContentPartPr/>
                <p14:nvPr/>
              </p14:nvContentPartPr>
              <p14:xfrm>
                <a:off x="1692180" y="3483660"/>
                <a:ext cx="249480" cy="18324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7E178104-94DC-43C0-ABAD-A63733D4441C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683540" y="3475020"/>
                  <a:ext cx="26712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467B5D54-C769-4121-8E2E-517B26905678}"/>
                    </a:ext>
                  </a:extLst>
                </p14:cNvPr>
                <p14:cNvContentPartPr/>
                <p14:nvPr/>
              </p14:nvContentPartPr>
              <p14:xfrm>
                <a:off x="1325700" y="3616140"/>
                <a:ext cx="157320" cy="1080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467B5D54-C769-4121-8E2E-517B26905678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316700" y="3607500"/>
                  <a:ext cx="17496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1050B304-D54A-4F3D-9DE7-9EA62B971E44}"/>
                    </a:ext>
                  </a:extLst>
                </p14:cNvPr>
                <p14:cNvContentPartPr/>
                <p14:nvPr/>
              </p14:nvContentPartPr>
              <p14:xfrm>
                <a:off x="1319580" y="3704700"/>
                <a:ext cx="257400" cy="1332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1050B304-D54A-4F3D-9DE7-9EA62B971E44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310940" y="3695700"/>
                  <a:ext cx="27504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9C784524-24C8-4884-A682-2EE546179826}"/>
                    </a:ext>
                  </a:extLst>
                </p14:cNvPr>
                <p14:cNvContentPartPr/>
                <p14:nvPr/>
              </p14:nvContentPartPr>
              <p14:xfrm>
                <a:off x="152100" y="3674460"/>
                <a:ext cx="7200" cy="24768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9C784524-24C8-4884-A682-2EE546179826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43460" y="3665820"/>
                  <a:ext cx="2484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3EA16D30-E141-42D1-850F-ADF57A7CD339}"/>
                    </a:ext>
                  </a:extLst>
                </p14:cNvPr>
                <p14:cNvContentPartPr/>
                <p14:nvPr/>
              </p14:nvContentPartPr>
              <p14:xfrm>
                <a:off x="291420" y="3711540"/>
                <a:ext cx="164520" cy="16344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3EA16D30-E141-42D1-850F-ADF57A7CD339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282420" y="3702540"/>
                  <a:ext cx="18216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698F592B-B7E9-4B5C-8B9F-A883898A74E7}"/>
                    </a:ext>
                  </a:extLst>
                </p14:cNvPr>
                <p14:cNvContentPartPr/>
                <p14:nvPr/>
              </p14:nvContentPartPr>
              <p14:xfrm>
                <a:off x="565020" y="3684180"/>
                <a:ext cx="126000" cy="50868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698F592B-B7E9-4B5C-8B9F-A883898A74E7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56020" y="3675180"/>
                  <a:ext cx="143640" cy="52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5E0A411A-CE02-4732-BBBD-2278968166A6}"/>
                    </a:ext>
                  </a:extLst>
                </p14:cNvPr>
                <p14:cNvContentPartPr/>
                <p14:nvPr/>
              </p14:nvContentPartPr>
              <p14:xfrm>
                <a:off x="937620" y="3637020"/>
                <a:ext cx="179280" cy="20304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5E0A411A-CE02-4732-BBBD-2278968166A6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928980" y="3628020"/>
                  <a:ext cx="19692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C4AB9DA3-D98F-4BD2-B254-1E242C4A18AF}"/>
                    </a:ext>
                  </a:extLst>
                </p14:cNvPr>
                <p14:cNvContentPartPr/>
                <p14:nvPr/>
              </p14:nvContentPartPr>
              <p14:xfrm>
                <a:off x="786420" y="3936540"/>
                <a:ext cx="226440" cy="12456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C4AB9DA3-D98F-4BD2-B254-1E242C4A18AF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777780" y="3927540"/>
                  <a:ext cx="24408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54D7C041-432E-42F5-8897-BC87F1197C9C}"/>
                    </a:ext>
                  </a:extLst>
                </p14:cNvPr>
                <p14:cNvContentPartPr/>
                <p14:nvPr/>
              </p14:nvContentPartPr>
              <p14:xfrm>
                <a:off x="63900" y="4149660"/>
                <a:ext cx="1644840" cy="6372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54D7C041-432E-42F5-8897-BC87F1197C9C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54900" y="4141020"/>
                  <a:ext cx="1662480" cy="81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6">
            <p14:nvContentPartPr>
              <p14:cNvPr id="155" name="Ink 154">
                <a:extLst>
                  <a:ext uri="{FF2B5EF4-FFF2-40B4-BE49-F238E27FC236}">
                    <a16:creationId xmlns:a16="http://schemas.microsoft.com/office/drawing/2014/main" id="{6842A59C-605C-469A-84DC-D1BDA9D92FB0}"/>
                  </a:ext>
                </a:extLst>
              </p14:cNvPr>
              <p14:cNvContentPartPr/>
              <p14:nvPr/>
            </p14:nvContentPartPr>
            <p14:xfrm>
              <a:off x="3602700" y="4623420"/>
              <a:ext cx="376560" cy="19440"/>
            </p14:xfrm>
          </p:contentPart>
        </mc:Choice>
        <mc:Fallback>
          <p:pic>
            <p:nvPicPr>
              <p:cNvPr id="155" name="Ink 154">
                <a:extLst>
                  <a:ext uri="{FF2B5EF4-FFF2-40B4-BE49-F238E27FC236}">
                    <a16:creationId xmlns:a16="http://schemas.microsoft.com/office/drawing/2014/main" id="{6842A59C-605C-469A-84DC-D1BDA9D92FB0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3594060" y="4614780"/>
                <a:ext cx="394200" cy="3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8">
            <p14:nvContentPartPr>
              <p14:cNvPr id="156" name="Ink 155">
                <a:extLst>
                  <a:ext uri="{FF2B5EF4-FFF2-40B4-BE49-F238E27FC236}">
                    <a16:creationId xmlns:a16="http://schemas.microsoft.com/office/drawing/2014/main" id="{7495CDA2-FED3-4894-B4A1-F1CF1AF3A731}"/>
                  </a:ext>
                </a:extLst>
              </p14:cNvPr>
              <p14:cNvContentPartPr/>
              <p14:nvPr/>
            </p14:nvContentPartPr>
            <p14:xfrm>
              <a:off x="3593340" y="4744740"/>
              <a:ext cx="381240" cy="31680"/>
            </p14:xfrm>
          </p:contentPart>
        </mc:Choice>
        <mc:Fallback>
          <p:pic>
            <p:nvPicPr>
              <p:cNvPr id="156" name="Ink 155">
                <a:extLst>
                  <a:ext uri="{FF2B5EF4-FFF2-40B4-BE49-F238E27FC236}">
                    <a16:creationId xmlns:a16="http://schemas.microsoft.com/office/drawing/2014/main" id="{7495CDA2-FED3-4894-B4A1-F1CF1AF3A731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3584340" y="4736100"/>
                <a:ext cx="398880" cy="4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0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8DF2EECC-A5A1-4061-A7A2-F5F63A250164}"/>
                  </a:ext>
                </a:extLst>
              </p14:cNvPr>
              <p14:cNvContentPartPr/>
              <p14:nvPr/>
            </p14:nvContentPartPr>
            <p14:xfrm>
              <a:off x="3684420" y="4381140"/>
              <a:ext cx="579240" cy="637200"/>
            </p14:xfrm>
          </p:contentPart>
        </mc:Choice>
        <mc:Fallback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8DF2EECC-A5A1-4061-A7A2-F5F63A250164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3675780" y="4372140"/>
                <a:ext cx="596880" cy="654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63" name="Group 162">
            <a:extLst>
              <a:ext uri="{FF2B5EF4-FFF2-40B4-BE49-F238E27FC236}">
                <a16:creationId xmlns:a16="http://schemas.microsoft.com/office/drawing/2014/main" id="{43E92044-B157-400E-8A77-142AA1D48C40}"/>
              </a:ext>
            </a:extLst>
          </p:cNvPr>
          <p:cNvGrpSpPr/>
          <p:nvPr/>
        </p:nvGrpSpPr>
        <p:grpSpPr>
          <a:xfrm>
            <a:off x="4566420" y="2665020"/>
            <a:ext cx="3450240" cy="2285280"/>
            <a:chOff x="4566420" y="2665020"/>
            <a:chExt cx="3450240" cy="2285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3BD53DBE-3A0D-450F-A5DA-671D9FF93EC8}"/>
                    </a:ext>
                  </a:extLst>
                </p14:cNvPr>
                <p14:cNvContentPartPr/>
                <p14:nvPr/>
              </p14:nvContentPartPr>
              <p14:xfrm>
                <a:off x="4840380" y="3688140"/>
                <a:ext cx="224640" cy="28296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3BD53DBE-3A0D-450F-A5DA-671D9FF93EC8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4831380" y="3679500"/>
                  <a:ext cx="24228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6E7A7DB4-AD14-461F-B193-484D0424C9C4}"/>
                    </a:ext>
                  </a:extLst>
                </p14:cNvPr>
                <p14:cNvContentPartPr/>
                <p14:nvPr/>
              </p14:nvContentPartPr>
              <p14:xfrm>
                <a:off x="5275980" y="3611820"/>
                <a:ext cx="260640" cy="45252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6E7A7DB4-AD14-461F-B193-484D0424C9C4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5267340" y="3603180"/>
                  <a:ext cx="278280" cy="47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C2173B6F-2FD1-41ED-BF91-B52E174970E1}"/>
                    </a:ext>
                  </a:extLst>
                </p14:cNvPr>
                <p14:cNvContentPartPr/>
                <p14:nvPr/>
              </p14:nvContentPartPr>
              <p14:xfrm>
                <a:off x="4566420" y="2936100"/>
                <a:ext cx="275760" cy="31284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C2173B6F-2FD1-41ED-BF91-B52E174970E1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4557780" y="2927460"/>
                  <a:ext cx="293400" cy="33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C3A049DC-4AE2-4B2F-B907-05260F55BE98}"/>
                    </a:ext>
                  </a:extLst>
                </p14:cNvPr>
                <p14:cNvContentPartPr/>
                <p14:nvPr/>
              </p14:nvContentPartPr>
              <p14:xfrm>
                <a:off x="5016780" y="2865180"/>
                <a:ext cx="246600" cy="51300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C3A049DC-4AE2-4B2F-B907-05260F55BE98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5007780" y="2856540"/>
                  <a:ext cx="264240" cy="53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73BE1DAC-1BFF-46E6-A3D2-7DFF2865759B}"/>
                    </a:ext>
                  </a:extLst>
                </p14:cNvPr>
                <p14:cNvContentPartPr/>
                <p14:nvPr/>
              </p14:nvContentPartPr>
              <p14:xfrm>
                <a:off x="5328540" y="2859780"/>
                <a:ext cx="131400" cy="28224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73BE1DAC-1BFF-46E6-A3D2-7DFF2865759B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5319540" y="2851140"/>
                  <a:ext cx="14904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40AE0DD7-1CA2-4EBF-B0C9-81968B186ADF}"/>
                    </a:ext>
                  </a:extLst>
                </p14:cNvPr>
                <p14:cNvContentPartPr/>
                <p14:nvPr/>
              </p14:nvContentPartPr>
              <p14:xfrm>
                <a:off x="5282100" y="3074700"/>
                <a:ext cx="179280" cy="972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40AE0DD7-1CA2-4EBF-B0C9-81968B186ADF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5273460" y="3066060"/>
                  <a:ext cx="19692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58EC0E0B-A6D8-486B-AB0F-368D25BB4213}"/>
                    </a:ext>
                  </a:extLst>
                </p14:cNvPr>
                <p14:cNvContentPartPr/>
                <p14:nvPr/>
              </p14:nvContentPartPr>
              <p14:xfrm>
                <a:off x="5518260" y="2892900"/>
                <a:ext cx="140760" cy="28980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58EC0E0B-A6D8-486B-AB0F-368D25BB4213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5509260" y="2884260"/>
                  <a:ext cx="15840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3040E117-AC10-4F25-B5D0-6319F85E6243}"/>
                    </a:ext>
                  </a:extLst>
                </p14:cNvPr>
                <p14:cNvContentPartPr/>
                <p14:nvPr/>
              </p14:nvContentPartPr>
              <p14:xfrm>
                <a:off x="5738580" y="2888580"/>
                <a:ext cx="332280" cy="32508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3040E117-AC10-4F25-B5D0-6319F85E6243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5729580" y="2879940"/>
                  <a:ext cx="349920" cy="34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5C6E5ECF-07B4-41CB-9EDD-4575B99A3612}"/>
                    </a:ext>
                  </a:extLst>
                </p14:cNvPr>
                <p14:cNvContentPartPr/>
                <p14:nvPr/>
              </p14:nvContentPartPr>
              <p14:xfrm>
                <a:off x="6255180" y="2859060"/>
                <a:ext cx="47520" cy="23508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5C6E5ECF-07B4-41CB-9EDD-4575B99A3612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6246540" y="2850420"/>
                  <a:ext cx="6516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25C7D411-E24A-4910-AED7-9A93B8A292F7}"/>
                    </a:ext>
                  </a:extLst>
                </p14:cNvPr>
                <p14:cNvContentPartPr/>
                <p14:nvPr/>
              </p14:nvContentPartPr>
              <p14:xfrm>
                <a:off x="6372540" y="2918820"/>
                <a:ext cx="149040" cy="13932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25C7D411-E24A-4910-AED7-9A93B8A292F7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6363900" y="2910180"/>
                  <a:ext cx="16668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CD2FA069-B422-4058-B3C3-1F325BCF58AA}"/>
                    </a:ext>
                  </a:extLst>
                </p14:cNvPr>
                <p14:cNvContentPartPr/>
                <p14:nvPr/>
              </p14:nvContentPartPr>
              <p14:xfrm>
                <a:off x="6544980" y="2886780"/>
                <a:ext cx="218880" cy="54900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CD2FA069-B422-4058-B3C3-1F325BCF58AA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6535980" y="2878140"/>
                  <a:ext cx="236520" cy="56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C2506001-DED0-4D9C-85A6-E7BADD95BF92}"/>
                    </a:ext>
                  </a:extLst>
                </p14:cNvPr>
                <p14:cNvContentPartPr/>
                <p14:nvPr/>
              </p14:nvContentPartPr>
              <p14:xfrm>
                <a:off x="6937740" y="2850060"/>
                <a:ext cx="214560" cy="19404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C2506001-DED0-4D9C-85A6-E7BADD95BF92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6928740" y="2841060"/>
                  <a:ext cx="23220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02F6E14C-D8EA-448F-B744-9A8E447C7304}"/>
                    </a:ext>
                  </a:extLst>
                </p14:cNvPr>
                <p14:cNvContentPartPr/>
                <p14:nvPr/>
              </p14:nvContentPartPr>
              <p14:xfrm>
                <a:off x="7129260" y="2665020"/>
                <a:ext cx="270720" cy="67680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02F6E14C-D8EA-448F-B744-9A8E447C7304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7120260" y="2656380"/>
                  <a:ext cx="288360" cy="69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F8E2E118-BDBE-4250-9B37-19001687D87B}"/>
                    </a:ext>
                  </a:extLst>
                </p14:cNvPr>
                <p14:cNvContentPartPr/>
                <p14:nvPr/>
              </p14:nvContentPartPr>
              <p14:xfrm>
                <a:off x="6979860" y="2673660"/>
                <a:ext cx="20520" cy="38232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F8E2E118-BDBE-4250-9B37-19001687D87B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6970860" y="2664660"/>
                  <a:ext cx="38160" cy="39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ADF08B29-8ADF-48B1-896D-9CE9EA27A1BC}"/>
                    </a:ext>
                  </a:extLst>
                </p14:cNvPr>
                <p14:cNvContentPartPr/>
                <p14:nvPr/>
              </p14:nvContentPartPr>
              <p14:xfrm>
                <a:off x="7021980" y="2741340"/>
                <a:ext cx="178560" cy="17784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ADF08B29-8ADF-48B1-896D-9CE9EA27A1BC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7013340" y="2732700"/>
                  <a:ext cx="19620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C98BC3F5-D585-4FD0-B5A8-12C966AFC29D}"/>
                    </a:ext>
                  </a:extLst>
                </p14:cNvPr>
                <p14:cNvContentPartPr/>
                <p14:nvPr/>
              </p14:nvContentPartPr>
              <p14:xfrm>
                <a:off x="7007940" y="2850060"/>
                <a:ext cx="181800" cy="16380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C98BC3F5-D585-4FD0-B5A8-12C966AFC29D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6999300" y="2841420"/>
                  <a:ext cx="19944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F38616F6-7E7E-4ECA-957D-0B0708E914C8}"/>
                    </a:ext>
                  </a:extLst>
                </p14:cNvPr>
                <p14:cNvContentPartPr/>
                <p14:nvPr/>
              </p14:nvContentPartPr>
              <p14:xfrm>
                <a:off x="6956100" y="2710020"/>
                <a:ext cx="254160" cy="27504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F38616F6-7E7E-4ECA-957D-0B0708E914C8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6947460" y="2701380"/>
                  <a:ext cx="27180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326D1D83-9E28-45C0-9BCD-545140932BD9}"/>
                    </a:ext>
                  </a:extLst>
                </p14:cNvPr>
                <p14:cNvContentPartPr/>
                <p14:nvPr/>
              </p14:nvContentPartPr>
              <p14:xfrm>
                <a:off x="6971220" y="2756100"/>
                <a:ext cx="187560" cy="10764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326D1D83-9E28-45C0-9BCD-545140932BD9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6962580" y="2747100"/>
                  <a:ext cx="20520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6B148128-E6CE-4FD8-99D0-365E1FEFC161}"/>
                    </a:ext>
                  </a:extLst>
                </p14:cNvPr>
                <p14:cNvContentPartPr/>
                <p14:nvPr/>
              </p14:nvContentPartPr>
              <p14:xfrm>
                <a:off x="5763420" y="2829540"/>
                <a:ext cx="14760" cy="26064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6B148128-E6CE-4FD8-99D0-365E1FEFC161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5754780" y="2820540"/>
                  <a:ext cx="3240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EED706E2-E0C4-4BCC-BB02-BAAB6EF11908}"/>
                    </a:ext>
                  </a:extLst>
                </p14:cNvPr>
                <p14:cNvContentPartPr/>
                <p14:nvPr/>
              </p14:nvContentPartPr>
              <p14:xfrm>
                <a:off x="5758740" y="2880660"/>
                <a:ext cx="210960" cy="29124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EED706E2-E0C4-4BCC-BB02-BAAB6EF11908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5749740" y="2872020"/>
                  <a:ext cx="228600" cy="30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EA8A59AB-140D-4F53-B44B-8700DC2121B0}"/>
                    </a:ext>
                  </a:extLst>
                </p14:cNvPr>
                <p14:cNvContentPartPr/>
                <p14:nvPr/>
              </p14:nvContentPartPr>
              <p14:xfrm>
                <a:off x="5416740" y="3261180"/>
                <a:ext cx="642600" cy="6624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EA8A59AB-140D-4F53-B44B-8700DC2121B0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5407740" y="3252180"/>
                  <a:ext cx="66024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ACE5A776-49E0-4D1B-A25D-F34138DFDD0F}"/>
                    </a:ext>
                  </a:extLst>
                </p14:cNvPr>
                <p14:cNvContentPartPr/>
                <p14:nvPr/>
              </p14:nvContentPartPr>
              <p14:xfrm>
                <a:off x="5635620" y="3723420"/>
                <a:ext cx="248400" cy="24408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ACE5A776-49E0-4D1B-A25D-F34138DFDD0F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5626980" y="3714780"/>
                  <a:ext cx="26604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28B2CAC2-E6C0-4F36-8AF6-2543A79D2E64}"/>
                    </a:ext>
                  </a:extLst>
                </p14:cNvPr>
                <p14:cNvContentPartPr/>
                <p14:nvPr/>
              </p14:nvContentPartPr>
              <p14:xfrm>
                <a:off x="6110820" y="3618660"/>
                <a:ext cx="41760" cy="31392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28B2CAC2-E6C0-4F36-8AF6-2543A79D2E64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6102180" y="3610020"/>
                  <a:ext cx="59400" cy="33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A00CE74D-9751-40D0-B864-AEC4304456B7}"/>
                    </a:ext>
                  </a:extLst>
                </p14:cNvPr>
                <p14:cNvContentPartPr/>
                <p14:nvPr/>
              </p14:nvContentPartPr>
              <p14:xfrm>
                <a:off x="6270660" y="3710820"/>
                <a:ext cx="169560" cy="19260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A00CE74D-9751-40D0-B864-AEC4304456B7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6261660" y="3701820"/>
                  <a:ext cx="18720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835912B2-ED34-445C-AF04-C3ADA2E761F3}"/>
                    </a:ext>
                  </a:extLst>
                </p14:cNvPr>
                <p14:cNvContentPartPr/>
                <p14:nvPr/>
              </p14:nvContentPartPr>
              <p14:xfrm>
                <a:off x="6500700" y="3719460"/>
                <a:ext cx="212760" cy="49392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835912B2-ED34-445C-AF04-C3ADA2E761F3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6491700" y="3710460"/>
                  <a:ext cx="230400" cy="51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B524E25B-6F02-4BE4-8907-EC54DE65BB9A}"/>
                    </a:ext>
                  </a:extLst>
                </p14:cNvPr>
                <p14:cNvContentPartPr/>
                <p14:nvPr/>
              </p14:nvContentPartPr>
              <p14:xfrm>
                <a:off x="6953580" y="3567180"/>
                <a:ext cx="43920" cy="30024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B524E25B-6F02-4BE4-8907-EC54DE65BB9A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6944940" y="3558180"/>
                  <a:ext cx="61560" cy="3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3313F899-2609-434E-95FB-F9FF1C60BA9D}"/>
                    </a:ext>
                  </a:extLst>
                </p14:cNvPr>
                <p14:cNvContentPartPr/>
                <p14:nvPr/>
              </p14:nvContentPartPr>
              <p14:xfrm>
                <a:off x="6984180" y="3639540"/>
                <a:ext cx="268560" cy="23508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3313F899-2609-434E-95FB-F9FF1C60BA9D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6975180" y="3630900"/>
                  <a:ext cx="28620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22AE6868-C637-49F9-9FEF-63FE1C406AF7}"/>
                    </a:ext>
                  </a:extLst>
                </p14:cNvPr>
                <p14:cNvContentPartPr/>
                <p14:nvPr/>
              </p14:nvContentPartPr>
              <p14:xfrm>
                <a:off x="7016580" y="3504900"/>
                <a:ext cx="369000" cy="59256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22AE6868-C637-49F9-9FEF-63FE1C406AF7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7007580" y="3495900"/>
                  <a:ext cx="386640" cy="61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EA636B11-7093-400B-BED5-4D45E3D76CEA}"/>
                    </a:ext>
                  </a:extLst>
                </p14:cNvPr>
                <p14:cNvContentPartPr/>
                <p14:nvPr/>
              </p14:nvContentPartPr>
              <p14:xfrm>
                <a:off x="4611780" y="4323900"/>
                <a:ext cx="322560" cy="37152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EA636B11-7093-400B-BED5-4D45E3D76CEA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4603140" y="4315260"/>
                  <a:ext cx="340200" cy="38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96A82A9D-FE9E-4B67-BAB6-2D4FF90E6914}"/>
                    </a:ext>
                  </a:extLst>
                </p14:cNvPr>
                <p14:cNvContentPartPr/>
                <p14:nvPr/>
              </p14:nvContentPartPr>
              <p14:xfrm>
                <a:off x="5125860" y="4310940"/>
                <a:ext cx="360720" cy="51300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96A82A9D-FE9E-4B67-BAB6-2D4FF90E6914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5117220" y="4301940"/>
                  <a:ext cx="378360" cy="53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941512D0-0B9F-4A74-AEE9-9283D905B356}"/>
                    </a:ext>
                  </a:extLst>
                </p14:cNvPr>
                <p14:cNvContentPartPr/>
                <p14:nvPr/>
              </p14:nvContentPartPr>
              <p14:xfrm>
                <a:off x="5603580" y="4396980"/>
                <a:ext cx="56160" cy="26676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941512D0-0B9F-4A74-AEE9-9283D905B356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5594940" y="4388340"/>
                  <a:ext cx="7380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44B3AA38-7B31-4FF1-B226-DB9EED07FE74}"/>
                    </a:ext>
                  </a:extLst>
                </p14:cNvPr>
                <p14:cNvContentPartPr/>
                <p14:nvPr/>
              </p14:nvContentPartPr>
              <p14:xfrm>
                <a:off x="5772060" y="4447740"/>
                <a:ext cx="193680" cy="18576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44B3AA38-7B31-4FF1-B226-DB9EED07FE74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5763420" y="4439100"/>
                  <a:ext cx="21132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36B1B43F-A35B-4D26-96AB-6DD0EFE9DDE4}"/>
                    </a:ext>
                  </a:extLst>
                </p14:cNvPr>
                <p14:cNvContentPartPr/>
                <p14:nvPr/>
              </p14:nvContentPartPr>
              <p14:xfrm>
                <a:off x="6083820" y="4425420"/>
                <a:ext cx="287280" cy="41112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36B1B43F-A35B-4D26-96AB-6DD0EFE9DDE4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6075180" y="4416420"/>
                  <a:ext cx="304920" cy="42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561725EB-5933-4B21-A679-25B25E7C35EB}"/>
                    </a:ext>
                  </a:extLst>
                </p14:cNvPr>
                <p14:cNvContentPartPr/>
                <p14:nvPr/>
              </p14:nvContentPartPr>
              <p14:xfrm>
                <a:off x="6443820" y="4353420"/>
                <a:ext cx="50400" cy="24012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561725EB-5933-4B21-A679-25B25E7C35EB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6435180" y="4344420"/>
                  <a:ext cx="6804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E20D53D2-AA6F-4A0D-B956-13473BB8D14B}"/>
                    </a:ext>
                  </a:extLst>
                </p14:cNvPr>
                <p14:cNvContentPartPr/>
                <p14:nvPr/>
              </p14:nvContentPartPr>
              <p14:xfrm>
                <a:off x="6640380" y="4395900"/>
                <a:ext cx="197640" cy="18468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E20D53D2-AA6F-4A0D-B956-13473BB8D14B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6631740" y="4386900"/>
                  <a:ext cx="21528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A47C6294-BE05-4DDE-A613-3169D910BEB5}"/>
                    </a:ext>
                  </a:extLst>
                </p14:cNvPr>
                <p14:cNvContentPartPr/>
                <p14:nvPr/>
              </p14:nvContentPartPr>
              <p14:xfrm>
                <a:off x="6907500" y="4382940"/>
                <a:ext cx="186480" cy="37080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A47C6294-BE05-4DDE-A613-3169D910BEB5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6898500" y="4373940"/>
                  <a:ext cx="204120" cy="38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CF387367-37D7-4C83-8F66-727D98E4898B}"/>
                    </a:ext>
                  </a:extLst>
                </p14:cNvPr>
                <p14:cNvContentPartPr/>
                <p14:nvPr/>
              </p14:nvContentPartPr>
              <p14:xfrm>
                <a:off x="7255260" y="4336140"/>
                <a:ext cx="164880" cy="20808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CF387367-37D7-4C83-8F66-727D98E4898B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7246260" y="4327140"/>
                  <a:ext cx="18252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63F7C896-8552-4ED8-B789-2B70B5F24687}"/>
                    </a:ext>
                  </a:extLst>
                </p14:cNvPr>
                <p14:cNvContentPartPr/>
                <p14:nvPr/>
              </p14:nvContentPartPr>
              <p14:xfrm>
                <a:off x="7159500" y="4588500"/>
                <a:ext cx="244080" cy="9396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63F7C896-8552-4ED8-B789-2B70B5F24687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7150860" y="4579500"/>
                  <a:ext cx="26172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C6738E8B-801E-489A-937D-06B4F4EAB612}"/>
                    </a:ext>
                  </a:extLst>
                </p14:cNvPr>
                <p14:cNvContentPartPr/>
                <p14:nvPr/>
              </p14:nvContentPartPr>
              <p14:xfrm>
                <a:off x="7439940" y="4120500"/>
                <a:ext cx="219600" cy="65016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C6738E8B-801E-489A-937D-06B4F4EAB612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7431300" y="4111500"/>
                  <a:ext cx="237240" cy="66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5821011F-B5BD-4597-B0C5-0C2345244764}"/>
                    </a:ext>
                  </a:extLst>
                </p14:cNvPr>
                <p14:cNvContentPartPr/>
                <p14:nvPr/>
              </p14:nvContentPartPr>
              <p14:xfrm>
                <a:off x="5451660" y="4906740"/>
                <a:ext cx="360" cy="36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5821011F-B5BD-4597-B0C5-0C2345244764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5442660" y="489810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7E9CDBF4-FAA7-435A-BB42-3BF5B137EF8D}"/>
                    </a:ext>
                  </a:extLst>
                </p14:cNvPr>
                <p14:cNvContentPartPr/>
                <p14:nvPr/>
              </p14:nvContentPartPr>
              <p14:xfrm>
                <a:off x="4982220" y="4796580"/>
                <a:ext cx="2512080" cy="11844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7E9CDBF4-FAA7-435A-BB42-3BF5B137EF8D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4973220" y="4787580"/>
                  <a:ext cx="252972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0E21B65A-C3E2-4A35-8123-14FC275D309F}"/>
                    </a:ext>
                  </a:extLst>
                </p14:cNvPr>
                <p14:cNvContentPartPr/>
                <p14:nvPr/>
              </p14:nvContentPartPr>
              <p14:xfrm>
                <a:off x="5014620" y="4808460"/>
                <a:ext cx="2403000" cy="12024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0E21B65A-C3E2-4A35-8123-14FC275D309F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5005980" y="4799820"/>
                  <a:ext cx="242064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3578CB6C-D3B7-459E-B76D-06216848452F}"/>
                    </a:ext>
                  </a:extLst>
                </p14:cNvPr>
                <p14:cNvContentPartPr/>
                <p14:nvPr/>
              </p14:nvContentPartPr>
              <p14:xfrm>
                <a:off x="5129820" y="4834020"/>
                <a:ext cx="2266920" cy="11628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3578CB6C-D3B7-459E-B76D-06216848452F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5120820" y="4825380"/>
                  <a:ext cx="228456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1753570B-0D9D-4F46-B829-B23151310B11}"/>
                    </a:ext>
                  </a:extLst>
                </p14:cNvPr>
                <p14:cNvContentPartPr/>
                <p14:nvPr/>
              </p14:nvContentPartPr>
              <p14:xfrm>
                <a:off x="7527780" y="3757260"/>
                <a:ext cx="488880" cy="3348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1753570B-0D9D-4F46-B829-B23151310B11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7519140" y="3748260"/>
                  <a:ext cx="50652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934F6083-A816-4A7C-98DD-920CC7A7DAE2}"/>
                    </a:ext>
                  </a:extLst>
                </p14:cNvPr>
                <p14:cNvContentPartPr/>
                <p14:nvPr/>
              </p14:nvContentPartPr>
              <p14:xfrm>
                <a:off x="7460100" y="3604980"/>
                <a:ext cx="321120" cy="34164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934F6083-A816-4A7C-98DD-920CC7A7DAE2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7451460" y="3595980"/>
                  <a:ext cx="338760" cy="35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3632A37E-78D6-4DB5-94DE-536F6B127238}"/>
                    </a:ext>
                  </a:extLst>
                </p14:cNvPr>
                <p14:cNvContentPartPr/>
                <p14:nvPr/>
              </p14:nvContentPartPr>
              <p14:xfrm>
                <a:off x="7492140" y="3761940"/>
                <a:ext cx="522000" cy="4860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3632A37E-78D6-4DB5-94DE-536F6B127238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7483140" y="3753300"/>
                  <a:ext cx="539640" cy="662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962822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roup 44">
            <a:extLst>
              <a:ext uri="{FF2B5EF4-FFF2-40B4-BE49-F238E27FC236}">
                <a16:creationId xmlns:a16="http://schemas.microsoft.com/office/drawing/2014/main" id="{86F90B77-9617-4522-BD81-8C2E8478BA33}"/>
              </a:ext>
            </a:extLst>
          </p:cNvPr>
          <p:cNvGrpSpPr/>
          <p:nvPr/>
        </p:nvGrpSpPr>
        <p:grpSpPr>
          <a:xfrm>
            <a:off x="2048940" y="6060"/>
            <a:ext cx="4861080" cy="1365360"/>
            <a:chOff x="2048940" y="6060"/>
            <a:chExt cx="4861080" cy="1365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54CE9F54-BFE3-4AF7-8C07-8B432B782DD5}"/>
                    </a:ext>
                  </a:extLst>
                </p14:cNvPr>
                <p14:cNvContentPartPr/>
                <p14:nvPr/>
              </p14:nvContentPartPr>
              <p14:xfrm>
                <a:off x="2295540" y="142860"/>
                <a:ext cx="113400" cy="15336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54CE9F54-BFE3-4AF7-8C07-8B432B782DD5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286900" y="133860"/>
                  <a:ext cx="13104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063749F0-92CE-4917-9964-4283070CD2AC}"/>
                    </a:ext>
                  </a:extLst>
                </p14:cNvPr>
                <p14:cNvContentPartPr/>
                <p14:nvPr/>
              </p14:nvContentPartPr>
              <p14:xfrm>
                <a:off x="2553660" y="109020"/>
                <a:ext cx="103320" cy="2584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063749F0-92CE-4917-9964-4283070CD2A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544660" y="100380"/>
                  <a:ext cx="12096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1CFD484A-D20C-43A3-B73B-6FB926FBA68E}"/>
                    </a:ext>
                  </a:extLst>
                </p14:cNvPr>
                <p14:cNvContentPartPr/>
                <p14:nvPr/>
              </p14:nvContentPartPr>
              <p14:xfrm>
                <a:off x="2710620" y="184260"/>
                <a:ext cx="203400" cy="21348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1CFD484A-D20C-43A3-B73B-6FB926FBA68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701620" y="175620"/>
                  <a:ext cx="22104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D08BEC85-7D69-48A6-990D-8DAA6BEF7A44}"/>
                    </a:ext>
                  </a:extLst>
                </p14:cNvPr>
                <p14:cNvContentPartPr/>
                <p14:nvPr/>
              </p14:nvContentPartPr>
              <p14:xfrm>
                <a:off x="3096540" y="136740"/>
                <a:ext cx="56880" cy="2714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D08BEC85-7D69-48A6-990D-8DAA6BEF7A4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087540" y="128100"/>
                  <a:ext cx="7452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B206CDF0-85FF-496D-B5CD-FE3DE12D1636}"/>
                    </a:ext>
                  </a:extLst>
                </p14:cNvPr>
                <p14:cNvContentPartPr/>
                <p14:nvPr/>
              </p14:nvContentPartPr>
              <p14:xfrm>
                <a:off x="3387060" y="203340"/>
                <a:ext cx="145800" cy="385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B206CDF0-85FF-496D-B5CD-FE3DE12D163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378420" y="194700"/>
                  <a:ext cx="16344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EB9346F2-EE6E-46F2-8AA6-21E49240589A}"/>
                    </a:ext>
                  </a:extLst>
                </p14:cNvPr>
                <p14:cNvContentPartPr/>
                <p14:nvPr/>
              </p14:nvContentPartPr>
              <p14:xfrm>
                <a:off x="3909780" y="120900"/>
                <a:ext cx="309240" cy="1720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EB9346F2-EE6E-46F2-8AA6-21E49240589A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901140" y="112260"/>
                  <a:ext cx="32688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E9D187CD-741D-4620-BBB3-BA52DEBD4A6C}"/>
                    </a:ext>
                  </a:extLst>
                </p14:cNvPr>
                <p14:cNvContentPartPr/>
                <p14:nvPr/>
              </p14:nvContentPartPr>
              <p14:xfrm>
                <a:off x="4346460" y="104700"/>
                <a:ext cx="123120" cy="97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E9D187CD-741D-4620-BBB3-BA52DEBD4A6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337820" y="96060"/>
                  <a:ext cx="14076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9FEA4560-A139-4741-A367-300CCC238C96}"/>
                    </a:ext>
                  </a:extLst>
                </p14:cNvPr>
                <p14:cNvContentPartPr/>
                <p14:nvPr/>
              </p14:nvContentPartPr>
              <p14:xfrm>
                <a:off x="4414500" y="108300"/>
                <a:ext cx="39240" cy="1378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9FEA4560-A139-4741-A367-300CCC238C9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405860" y="99300"/>
                  <a:ext cx="5688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F52B8D8B-E994-49C7-82A2-B558B2F86E24}"/>
                    </a:ext>
                  </a:extLst>
                </p14:cNvPr>
                <p14:cNvContentPartPr/>
                <p14:nvPr/>
              </p14:nvContentPartPr>
              <p14:xfrm>
                <a:off x="4619340" y="6060"/>
                <a:ext cx="194760" cy="6832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F52B8D8B-E994-49C7-82A2-B558B2F86E2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610340" y="-2940"/>
                  <a:ext cx="212400" cy="70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C5860472-B717-48DE-A3BC-A811D2CF00D9}"/>
                    </a:ext>
                  </a:extLst>
                </p14:cNvPr>
                <p14:cNvContentPartPr/>
                <p14:nvPr/>
              </p14:nvContentPartPr>
              <p14:xfrm>
                <a:off x="4804740" y="86940"/>
                <a:ext cx="119520" cy="1814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C5860472-B717-48DE-A3BC-A811D2CF00D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796100" y="77940"/>
                  <a:ext cx="13716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73CB2F47-05D9-41A4-8049-4FABE5805017}"/>
                    </a:ext>
                  </a:extLst>
                </p14:cNvPr>
                <p14:cNvContentPartPr/>
                <p14:nvPr/>
              </p14:nvContentPartPr>
              <p14:xfrm>
                <a:off x="4735620" y="370980"/>
                <a:ext cx="270000" cy="133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73CB2F47-05D9-41A4-8049-4FABE580501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726620" y="361980"/>
                  <a:ext cx="28764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CE0AD425-9747-4FFB-B0EE-F91DE0DDBB40}"/>
                    </a:ext>
                  </a:extLst>
                </p14:cNvPr>
                <p14:cNvContentPartPr/>
                <p14:nvPr/>
              </p14:nvContentPartPr>
              <p14:xfrm>
                <a:off x="4876020" y="412380"/>
                <a:ext cx="134640" cy="1764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CE0AD425-9747-4FFB-B0EE-F91DE0DDBB4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867020" y="403740"/>
                  <a:ext cx="15228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49506C0-6E6E-4AE5-9A3D-96B72A88DC59}"/>
                    </a:ext>
                  </a:extLst>
                </p14:cNvPr>
                <p14:cNvContentPartPr/>
                <p14:nvPr/>
              </p14:nvContentPartPr>
              <p14:xfrm>
                <a:off x="5129100" y="155340"/>
                <a:ext cx="147600" cy="4795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49506C0-6E6E-4AE5-9A3D-96B72A88DC5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120460" y="146340"/>
                  <a:ext cx="165240" cy="49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B7393B6-AFEB-4913-AC2C-E80C29FE373A}"/>
                    </a:ext>
                  </a:extLst>
                </p14:cNvPr>
                <p14:cNvContentPartPr/>
                <p14:nvPr/>
              </p14:nvContentPartPr>
              <p14:xfrm>
                <a:off x="5450580" y="153540"/>
                <a:ext cx="175680" cy="2635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B7393B6-AFEB-4913-AC2C-E80C29FE373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441940" y="144900"/>
                  <a:ext cx="19332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7C0A61B1-1521-4507-B2A2-1CCD401A2BC0}"/>
                    </a:ext>
                  </a:extLst>
                </p14:cNvPr>
                <p14:cNvContentPartPr/>
                <p14:nvPr/>
              </p14:nvContentPartPr>
              <p14:xfrm>
                <a:off x="6012540" y="118980"/>
                <a:ext cx="24480" cy="2818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7C0A61B1-1521-4507-B2A2-1CCD401A2BC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003900" y="109980"/>
                  <a:ext cx="4212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1FF8A173-2439-4BD0-8884-66EC21B22FBF}"/>
                    </a:ext>
                  </a:extLst>
                </p14:cNvPr>
                <p14:cNvContentPartPr/>
                <p14:nvPr/>
              </p14:nvContentPartPr>
              <p14:xfrm>
                <a:off x="6010740" y="97380"/>
                <a:ext cx="105120" cy="853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1FF8A173-2439-4BD0-8884-66EC21B22FB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002100" y="88380"/>
                  <a:ext cx="12276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E65DAA89-62CC-4E89-A631-AFC53365B962}"/>
                    </a:ext>
                  </a:extLst>
                </p14:cNvPr>
                <p14:cNvContentPartPr/>
                <p14:nvPr/>
              </p14:nvContentPartPr>
              <p14:xfrm>
                <a:off x="5953140" y="72900"/>
                <a:ext cx="396000" cy="3045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E65DAA89-62CC-4E89-A631-AFC53365B96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944140" y="64260"/>
                  <a:ext cx="41364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6A66A0A9-3D7A-42E8-9807-006F29676A3B}"/>
                    </a:ext>
                  </a:extLst>
                </p14:cNvPr>
                <p14:cNvContentPartPr/>
                <p14:nvPr/>
              </p14:nvContentPartPr>
              <p14:xfrm>
                <a:off x="6431220" y="197820"/>
                <a:ext cx="190080" cy="2124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6A66A0A9-3D7A-42E8-9807-006F29676A3B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422580" y="188820"/>
                  <a:ext cx="20772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03BE235E-A3D6-4F6A-AAD1-6492DE2756E5}"/>
                    </a:ext>
                  </a:extLst>
                </p14:cNvPr>
                <p14:cNvContentPartPr/>
                <p14:nvPr/>
              </p14:nvContentPartPr>
              <p14:xfrm>
                <a:off x="6794100" y="51300"/>
                <a:ext cx="115920" cy="4464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03BE235E-A3D6-4F6A-AAD1-6492DE2756E5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785460" y="42660"/>
                  <a:ext cx="133560" cy="46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E37D9A78-EC2D-4EC0-9999-F86E4D0C6106}"/>
                    </a:ext>
                  </a:extLst>
                </p14:cNvPr>
                <p14:cNvContentPartPr/>
                <p14:nvPr/>
              </p14:nvContentPartPr>
              <p14:xfrm>
                <a:off x="2048940" y="317340"/>
                <a:ext cx="425880" cy="8661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E37D9A78-EC2D-4EC0-9999-F86E4D0C610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039940" y="308340"/>
                  <a:ext cx="443520" cy="88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48ABD3B-B7DE-4E43-B54E-03EA3630F628}"/>
                    </a:ext>
                  </a:extLst>
                </p14:cNvPr>
                <p14:cNvContentPartPr/>
                <p14:nvPr/>
              </p14:nvContentPartPr>
              <p14:xfrm>
                <a:off x="2313180" y="936180"/>
                <a:ext cx="214200" cy="3430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48ABD3B-B7DE-4E43-B54E-03EA3630F628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304180" y="927540"/>
                  <a:ext cx="231840" cy="36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A0D3D32-C9C9-4A0B-BCEE-79DC8E28B0BF}"/>
                    </a:ext>
                  </a:extLst>
                </p14:cNvPr>
                <p14:cNvContentPartPr/>
                <p14:nvPr/>
              </p14:nvContentPartPr>
              <p14:xfrm>
                <a:off x="2882340" y="1015740"/>
                <a:ext cx="336240" cy="3222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A0D3D32-C9C9-4A0B-BCEE-79DC8E28B0BF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873700" y="1007100"/>
                  <a:ext cx="353880" cy="33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4E919AAD-5689-4655-9FD4-55E43C1E35B9}"/>
                    </a:ext>
                  </a:extLst>
                </p14:cNvPr>
                <p14:cNvContentPartPr/>
                <p14:nvPr/>
              </p14:nvContentPartPr>
              <p14:xfrm>
                <a:off x="3328380" y="1033020"/>
                <a:ext cx="113760" cy="2973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4E919AAD-5689-4655-9FD4-55E43C1E35B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319380" y="1024020"/>
                  <a:ext cx="131400" cy="31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4600EA7F-8881-4E23-921D-B83B2E032B1E}"/>
                    </a:ext>
                  </a:extLst>
                </p14:cNvPr>
                <p14:cNvContentPartPr/>
                <p14:nvPr/>
              </p14:nvContentPartPr>
              <p14:xfrm>
                <a:off x="3532860" y="1029420"/>
                <a:ext cx="201240" cy="3420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4600EA7F-8881-4E23-921D-B83B2E032B1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524220" y="1020420"/>
                  <a:ext cx="218880" cy="35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CF0AB845-5F5D-4C26-96FB-298A63F15928}"/>
                    </a:ext>
                  </a:extLst>
                </p14:cNvPr>
                <p14:cNvContentPartPr/>
                <p14:nvPr/>
              </p14:nvContentPartPr>
              <p14:xfrm>
                <a:off x="3588300" y="1200780"/>
                <a:ext cx="201600" cy="489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CF0AB845-5F5D-4C26-96FB-298A63F15928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579300" y="1191780"/>
                  <a:ext cx="21924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6E023B48-05C0-410B-A992-5E09FBA12E24}"/>
                    </a:ext>
                  </a:extLst>
                </p14:cNvPr>
                <p14:cNvContentPartPr/>
                <p14:nvPr/>
              </p14:nvContentPartPr>
              <p14:xfrm>
                <a:off x="3851460" y="1087380"/>
                <a:ext cx="225360" cy="1692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6E023B48-05C0-410B-A992-5E09FBA12E24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842460" y="1078380"/>
                  <a:ext cx="24300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37B9F78E-2E37-428E-B707-9422C9D71F5F}"/>
                    </a:ext>
                  </a:extLst>
                </p14:cNvPr>
                <p14:cNvContentPartPr/>
                <p14:nvPr/>
              </p14:nvContentPartPr>
              <p14:xfrm>
                <a:off x="4036140" y="1073340"/>
                <a:ext cx="118440" cy="1994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37B9F78E-2E37-428E-B707-9422C9D71F5F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027500" y="1064700"/>
                  <a:ext cx="13608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169F4601-EEBA-4B9A-BB89-E03254719305}"/>
                    </a:ext>
                  </a:extLst>
                </p14:cNvPr>
                <p14:cNvContentPartPr/>
                <p14:nvPr/>
              </p14:nvContentPartPr>
              <p14:xfrm>
                <a:off x="4161780" y="1078380"/>
                <a:ext cx="184320" cy="2156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69F4601-EEBA-4B9A-BB89-E03254719305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152780" y="1069740"/>
                  <a:ext cx="20196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275743BD-676D-484C-A6FB-644C6AF06470}"/>
                    </a:ext>
                  </a:extLst>
                </p14:cNvPr>
                <p14:cNvContentPartPr/>
                <p14:nvPr/>
              </p14:nvContentPartPr>
              <p14:xfrm>
                <a:off x="4428540" y="1013580"/>
                <a:ext cx="218880" cy="2671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275743BD-676D-484C-A6FB-644C6AF06470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419540" y="1004580"/>
                  <a:ext cx="23652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62D76186-75E6-4A2C-AC66-80581C8422C3}"/>
                    </a:ext>
                  </a:extLst>
                </p14:cNvPr>
                <p14:cNvContentPartPr/>
                <p14:nvPr/>
              </p14:nvContentPartPr>
              <p14:xfrm>
                <a:off x="4497660" y="1178100"/>
                <a:ext cx="168840" cy="385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62D76186-75E6-4A2C-AC66-80581C8422C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489020" y="1169460"/>
                  <a:ext cx="18648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71321BE6-7EC8-4BAD-B40B-34FC1356B2BB}"/>
                    </a:ext>
                  </a:extLst>
                </p14:cNvPr>
                <p14:cNvContentPartPr/>
                <p14:nvPr/>
              </p14:nvContentPartPr>
              <p14:xfrm>
                <a:off x="4725900" y="1004220"/>
                <a:ext cx="294840" cy="2768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71321BE6-7EC8-4BAD-B40B-34FC1356B2BB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717260" y="995220"/>
                  <a:ext cx="31248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A2332EFE-4324-43AE-8788-A76B2AF80038}"/>
                    </a:ext>
                  </a:extLst>
                </p14:cNvPr>
                <p14:cNvContentPartPr/>
                <p14:nvPr/>
              </p14:nvContentPartPr>
              <p14:xfrm>
                <a:off x="5081220" y="1034100"/>
                <a:ext cx="222840" cy="2206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A2332EFE-4324-43AE-8788-A76B2AF80038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072220" y="1025460"/>
                  <a:ext cx="24048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CBC02D53-6DF9-49EE-8442-447089847BBF}"/>
                    </a:ext>
                  </a:extLst>
                </p14:cNvPr>
                <p14:cNvContentPartPr/>
                <p14:nvPr/>
              </p14:nvContentPartPr>
              <p14:xfrm>
                <a:off x="5743980" y="880020"/>
                <a:ext cx="188280" cy="3841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CBC02D53-6DF9-49EE-8442-447089847BBF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735340" y="871020"/>
                  <a:ext cx="205920" cy="40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2832A1F1-75F9-426F-B21F-F31B8E9D01BE}"/>
                    </a:ext>
                  </a:extLst>
                </p14:cNvPr>
                <p14:cNvContentPartPr/>
                <p14:nvPr/>
              </p14:nvContentPartPr>
              <p14:xfrm>
                <a:off x="5757660" y="1017180"/>
                <a:ext cx="416880" cy="2332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2832A1F1-75F9-426F-B21F-F31B8E9D01BE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749020" y="1008180"/>
                  <a:ext cx="43452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EB1910F9-8F45-4723-BD57-2F5D965DCE48}"/>
                    </a:ext>
                  </a:extLst>
                </p14:cNvPr>
                <p14:cNvContentPartPr/>
                <p14:nvPr/>
              </p14:nvContentPartPr>
              <p14:xfrm>
                <a:off x="6226740" y="934740"/>
                <a:ext cx="252360" cy="3142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EB1910F9-8F45-4723-BD57-2F5D965DCE48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217740" y="925740"/>
                  <a:ext cx="270000" cy="33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1195886D-9557-4060-B42F-B3CEDFA60136}"/>
                    </a:ext>
                  </a:extLst>
                </p14:cNvPr>
                <p14:cNvContentPartPr/>
                <p14:nvPr/>
              </p14:nvContentPartPr>
              <p14:xfrm>
                <a:off x="6497820" y="972540"/>
                <a:ext cx="177480" cy="2023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1195886D-9557-4060-B42F-B3CEDFA60136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488820" y="963900"/>
                  <a:ext cx="19512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4666FCB9-E422-4BBC-BDF9-110BD5392EF9}"/>
                    </a:ext>
                  </a:extLst>
                </p14:cNvPr>
                <p14:cNvContentPartPr/>
                <p14:nvPr/>
              </p14:nvContentPartPr>
              <p14:xfrm>
                <a:off x="6672060" y="1002420"/>
                <a:ext cx="91800" cy="15552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4666FCB9-E422-4BBC-BDF9-110BD5392EF9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663060" y="993420"/>
                  <a:ext cx="10944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E95324D7-0284-47AD-95B1-03C3DCE021E7}"/>
                    </a:ext>
                  </a:extLst>
                </p14:cNvPr>
                <p14:cNvContentPartPr/>
                <p14:nvPr/>
              </p14:nvContentPartPr>
              <p14:xfrm>
                <a:off x="6759540" y="972900"/>
                <a:ext cx="50400" cy="2818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E95324D7-0284-47AD-95B1-03C3DCE021E7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750900" y="964260"/>
                  <a:ext cx="68040" cy="299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1FDA5DD5-FBFB-4321-8394-8A728DD87902}"/>
              </a:ext>
            </a:extLst>
          </p:cNvPr>
          <p:cNvGrpSpPr/>
          <p:nvPr/>
        </p:nvGrpSpPr>
        <p:grpSpPr>
          <a:xfrm>
            <a:off x="1436220" y="1999260"/>
            <a:ext cx="1208160" cy="406800"/>
            <a:chOff x="1436220" y="1999260"/>
            <a:chExt cx="1208160" cy="406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04744955-1773-4C53-B3ED-066CA84D92DB}"/>
                    </a:ext>
                  </a:extLst>
                </p14:cNvPr>
                <p14:cNvContentPartPr/>
                <p14:nvPr/>
              </p14:nvContentPartPr>
              <p14:xfrm>
                <a:off x="1436220" y="2082420"/>
                <a:ext cx="238320" cy="2750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04744955-1773-4C53-B3ED-066CA84D92DB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427220" y="2073780"/>
                  <a:ext cx="25596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3E9EE724-BE48-4365-B4D1-43CF870CF186}"/>
                    </a:ext>
                  </a:extLst>
                </p14:cNvPr>
                <p14:cNvContentPartPr/>
                <p14:nvPr/>
              </p14:nvContentPartPr>
              <p14:xfrm>
                <a:off x="1845180" y="2004660"/>
                <a:ext cx="146520" cy="4014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3E9EE724-BE48-4365-B4D1-43CF870CF186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836540" y="1995660"/>
                  <a:ext cx="164160" cy="41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A946A4AC-DDED-4907-8E75-C40C90E008CA}"/>
                    </a:ext>
                  </a:extLst>
                </p14:cNvPr>
                <p14:cNvContentPartPr/>
                <p14:nvPr/>
              </p14:nvContentPartPr>
              <p14:xfrm>
                <a:off x="2037780" y="2125260"/>
                <a:ext cx="280440" cy="2001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A946A4AC-DDED-4907-8E75-C40C90E008CA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028780" y="2116260"/>
                  <a:ext cx="29808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47D4C482-394E-4630-9A14-7B347F7B429F}"/>
                    </a:ext>
                  </a:extLst>
                </p14:cNvPr>
                <p14:cNvContentPartPr/>
                <p14:nvPr/>
              </p14:nvContentPartPr>
              <p14:xfrm>
                <a:off x="2319660" y="2018340"/>
                <a:ext cx="218880" cy="1954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47D4C482-394E-4630-9A14-7B347F7B429F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310660" y="2009340"/>
                  <a:ext cx="23652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D4E6BBE3-8141-449D-8732-03B855F001D0}"/>
                    </a:ext>
                  </a:extLst>
                </p14:cNvPr>
                <p14:cNvContentPartPr/>
                <p14:nvPr/>
              </p14:nvContentPartPr>
              <p14:xfrm>
                <a:off x="2582460" y="1999260"/>
                <a:ext cx="61920" cy="3625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D4E6BBE3-8141-449D-8732-03B855F001D0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573820" y="1990620"/>
                  <a:ext cx="79560" cy="38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58F18009-AB58-4394-BBB2-EE77FAA89F89}"/>
              </a:ext>
            </a:extLst>
          </p:cNvPr>
          <p:cNvGrpSpPr/>
          <p:nvPr/>
        </p:nvGrpSpPr>
        <p:grpSpPr>
          <a:xfrm>
            <a:off x="2867220" y="1926540"/>
            <a:ext cx="1371960" cy="379800"/>
            <a:chOff x="2867220" y="1926540"/>
            <a:chExt cx="1371960" cy="379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805E9FD6-2340-42BF-B4F1-1624A2C9D29C}"/>
                    </a:ext>
                  </a:extLst>
                </p14:cNvPr>
                <p14:cNvContentPartPr/>
                <p14:nvPr/>
              </p14:nvContentPartPr>
              <p14:xfrm>
                <a:off x="2867220" y="2132820"/>
                <a:ext cx="218880" cy="1267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805E9FD6-2340-42BF-B4F1-1624A2C9D29C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858580" y="2123820"/>
                  <a:ext cx="23652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BC7F9DD4-8AED-4961-AF08-99C5F418CC21}"/>
                    </a:ext>
                  </a:extLst>
                </p14:cNvPr>
                <p14:cNvContentPartPr/>
                <p14:nvPr/>
              </p14:nvContentPartPr>
              <p14:xfrm>
                <a:off x="3262860" y="1990980"/>
                <a:ext cx="235080" cy="3027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BC7F9DD4-8AED-4961-AF08-99C5F418CC21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254220" y="1981980"/>
                  <a:ext cx="252720" cy="32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6A992906-059C-4538-8FC2-94341B6977E1}"/>
                    </a:ext>
                  </a:extLst>
                </p14:cNvPr>
                <p14:cNvContentPartPr/>
                <p14:nvPr/>
              </p14:nvContentPartPr>
              <p14:xfrm>
                <a:off x="3542220" y="2007900"/>
                <a:ext cx="204120" cy="2984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6A992906-059C-4538-8FC2-94341B6977E1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533580" y="1999260"/>
                  <a:ext cx="22176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F92C955D-658B-43B0-9D0C-A685AA4B4B4E}"/>
                    </a:ext>
                  </a:extLst>
                </p14:cNvPr>
                <p14:cNvContentPartPr/>
                <p14:nvPr/>
              </p14:nvContentPartPr>
              <p14:xfrm>
                <a:off x="3798180" y="2021940"/>
                <a:ext cx="12960" cy="2282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F92C955D-658B-43B0-9D0C-A685AA4B4B4E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789180" y="2012940"/>
                  <a:ext cx="3060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6B740415-1271-466A-ACD1-9DCCCE49611C}"/>
                    </a:ext>
                  </a:extLst>
                </p14:cNvPr>
                <p14:cNvContentPartPr/>
                <p14:nvPr/>
              </p14:nvContentPartPr>
              <p14:xfrm>
                <a:off x="3808620" y="2043540"/>
                <a:ext cx="237240" cy="2152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6B740415-1271-466A-ACD1-9DCCCE49611C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799980" y="2034900"/>
                  <a:ext cx="25488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C08E4D80-9072-43C5-A39D-50A3C59D58D6}"/>
                    </a:ext>
                  </a:extLst>
                </p14:cNvPr>
                <p14:cNvContentPartPr/>
                <p14:nvPr/>
              </p14:nvContentPartPr>
              <p14:xfrm>
                <a:off x="4169700" y="1926540"/>
                <a:ext cx="69480" cy="3744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C08E4D80-9072-43C5-A39D-50A3C59D58D6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160700" y="1917900"/>
                  <a:ext cx="87120" cy="392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AD93B3BB-6CDB-496F-BA17-2A6801EA1A85}"/>
              </a:ext>
            </a:extLst>
          </p:cNvPr>
          <p:cNvGrpSpPr/>
          <p:nvPr/>
        </p:nvGrpSpPr>
        <p:grpSpPr>
          <a:xfrm>
            <a:off x="2777580" y="459900"/>
            <a:ext cx="639720" cy="1338120"/>
            <a:chOff x="2777580" y="459900"/>
            <a:chExt cx="639720" cy="1338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97883C73-43FC-4986-AF3F-4CF3963F7BCE}"/>
                    </a:ext>
                  </a:extLst>
                </p14:cNvPr>
                <p14:cNvContentPartPr/>
                <p14:nvPr/>
              </p14:nvContentPartPr>
              <p14:xfrm>
                <a:off x="2835540" y="465300"/>
                <a:ext cx="5040" cy="648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97883C73-43FC-4986-AF3F-4CF3963F7BCE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826900" y="456660"/>
                  <a:ext cx="2268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0C05137E-F04C-4FC1-A84F-093893E32F6E}"/>
                    </a:ext>
                  </a:extLst>
                </p14:cNvPr>
                <p14:cNvContentPartPr/>
                <p14:nvPr/>
              </p14:nvContentPartPr>
              <p14:xfrm>
                <a:off x="2777580" y="459900"/>
                <a:ext cx="639720" cy="133812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0C05137E-F04C-4FC1-A84F-093893E32F6E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768580" y="451260"/>
                  <a:ext cx="657360" cy="1355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86DF17ED-3264-4154-83B5-C9C33634842B}"/>
                  </a:ext>
                </a:extLst>
              </p14:cNvPr>
              <p14:cNvContentPartPr/>
              <p14:nvPr/>
            </p14:nvContentPartPr>
            <p14:xfrm>
              <a:off x="3223620" y="1998540"/>
              <a:ext cx="366120" cy="317520"/>
            </p14:xfrm>
          </p:contentPart>
        </mc:Choice>
        <mc:Fallback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86DF17ED-3264-4154-83B5-C9C33634842B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3214620" y="1989540"/>
                <a:ext cx="383760" cy="335160"/>
              </a:xfrm>
              <a:prstGeom prst="rect">
                <a:avLst/>
              </a:prstGeom>
            </p:spPr>
          </p:pic>
        </mc:Fallback>
      </mc:AlternateContent>
      <p:grpSp>
        <p:nvGrpSpPr>
          <p:cNvPr id="78" name="Group 77">
            <a:extLst>
              <a:ext uri="{FF2B5EF4-FFF2-40B4-BE49-F238E27FC236}">
                <a16:creationId xmlns:a16="http://schemas.microsoft.com/office/drawing/2014/main" id="{538DBD8F-18C1-481C-AFCE-660FF1B3AB82}"/>
              </a:ext>
            </a:extLst>
          </p:cNvPr>
          <p:cNvGrpSpPr/>
          <p:nvPr/>
        </p:nvGrpSpPr>
        <p:grpSpPr>
          <a:xfrm>
            <a:off x="1672020" y="2557260"/>
            <a:ext cx="1742040" cy="913320"/>
            <a:chOff x="1672020" y="2557260"/>
            <a:chExt cx="1742040" cy="913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5AAD162A-BF46-4962-BE52-1EE864B56D12}"/>
                    </a:ext>
                  </a:extLst>
                </p14:cNvPr>
                <p14:cNvContentPartPr/>
                <p14:nvPr/>
              </p14:nvContentPartPr>
              <p14:xfrm>
                <a:off x="1672020" y="2775420"/>
                <a:ext cx="137160" cy="3045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5AAD162A-BF46-4962-BE52-1EE864B56D12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663020" y="2766780"/>
                  <a:ext cx="15480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80CF5BEE-7070-4DC0-8DDD-0DAB1474A493}"/>
                    </a:ext>
                  </a:extLst>
                </p14:cNvPr>
                <p14:cNvContentPartPr/>
                <p14:nvPr/>
              </p14:nvContentPartPr>
              <p14:xfrm>
                <a:off x="1976940" y="2681100"/>
                <a:ext cx="284400" cy="78948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80CF5BEE-7070-4DC0-8DDD-0DAB1474A493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968300" y="2672100"/>
                  <a:ext cx="302040" cy="80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9F919DA8-3CCB-4226-A909-058C7EC96FE3}"/>
                    </a:ext>
                  </a:extLst>
                </p14:cNvPr>
                <p14:cNvContentPartPr/>
                <p14:nvPr/>
              </p14:nvContentPartPr>
              <p14:xfrm>
                <a:off x="2259180" y="2901060"/>
                <a:ext cx="296640" cy="21024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9F919DA8-3CCB-4226-A909-058C7EC96FE3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2250180" y="2892060"/>
                  <a:ext cx="31428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FDA00ED2-F7CF-4252-A1C4-FD4D5354A94B}"/>
                    </a:ext>
                  </a:extLst>
                </p14:cNvPr>
                <p14:cNvContentPartPr/>
                <p14:nvPr/>
              </p14:nvContentPartPr>
              <p14:xfrm>
                <a:off x="2531340" y="2693340"/>
                <a:ext cx="360" cy="14616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FDA00ED2-F7CF-4252-A1C4-FD4D5354A94B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2522700" y="2684340"/>
                  <a:ext cx="1800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A0869EEE-842A-4C18-880F-1D1A47811D80}"/>
                    </a:ext>
                  </a:extLst>
                </p14:cNvPr>
                <p14:cNvContentPartPr/>
                <p14:nvPr/>
              </p14:nvContentPartPr>
              <p14:xfrm>
                <a:off x="2533140" y="2706300"/>
                <a:ext cx="169920" cy="14076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A0869EEE-842A-4C18-880F-1D1A47811D80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2524500" y="2697300"/>
                  <a:ext cx="18756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C97D8414-3F5D-428E-B92A-A0AB8D54845E}"/>
                    </a:ext>
                  </a:extLst>
                </p14:cNvPr>
                <p14:cNvContentPartPr/>
                <p14:nvPr/>
              </p14:nvContentPartPr>
              <p14:xfrm>
                <a:off x="2653740" y="2656980"/>
                <a:ext cx="255240" cy="28692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C97D8414-3F5D-428E-B92A-A0AB8D54845E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2644740" y="2647980"/>
                  <a:ext cx="27288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62697293-4EAD-44CF-B171-A3E539E9B2F6}"/>
                    </a:ext>
                  </a:extLst>
                </p14:cNvPr>
                <p14:cNvContentPartPr/>
                <p14:nvPr/>
              </p14:nvContentPartPr>
              <p14:xfrm>
                <a:off x="2891340" y="2771100"/>
                <a:ext cx="233280" cy="12168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62697293-4EAD-44CF-B171-A3E539E9B2F6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2882700" y="2762460"/>
                  <a:ext cx="25092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7348B308-467F-4B4F-90BE-12233CD5AA3D}"/>
                    </a:ext>
                  </a:extLst>
                </p14:cNvPr>
                <p14:cNvContentPartPr/>
                <p14:nvPr/>
              </p14:nvContentPartPr>
              <p14:xfrm>
                <a:off x="3156300" y="2557260"/>
                <a:ext cx="257760" cy="90396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7348B308-467F-4B4F-90BE-12233CD5AA3D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147300" y="2548260"/>
                  <a:ext cx="275400" cy="921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FE1BA4B0-C235-4CED-8900-8718FB69C296}"/>
              </a:ext>
            </a:extLst>
          </p:cNvPr>
          <p:cNvGrpSpPr/>
          <p:nvPr/>
        </p:nvGrpSpPr>
        <p:grpSpPr>
          <a:xfrm>
            <a:off x="3656700" y="2809260"/>
            <a:ext cx="249840" cy="92160"/>
            <a:chOff x="3656700" y="2809260"/>
            <a:chExt cx="249840" cy="92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8A7C27B2-2ECF-4541-93DA-19334C60AF9E}"/>
                    </a:ext>
                  </a:extLst>
                </p14:cNvPr>
                <p14:cNvContentPartPr/>
                <p14:nvPr/>
              </p14:nvContentPartPr>
              <p14:xfrm>
                <a:off x="3656700" y="2809260"/>
                <a:ext cx="201600" cy="972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8A7C27B2-2ECF-4541-93DA-19334C60AF9E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3647700" y="2800620"/>
                  <a:ext cx="21924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A2A3EACD-BD4B-4E0E-8322-8F6F717774C5}"/>
                    </a:ext>
                  </a:extLst>
                </p14:cNvPr>
                <p14:cNvContentPartPr/>
                <p14:nvPr/>
              </p14:nvContentPartPr>
              <p14:xfrm>
                <a:off x="3669300" y="2889900"/>
                <a:ext cx="237240" cy="1152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A2A3EACD-BD4B-4E0E-8322-8F6F717774C5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3660300" y="2880900"/>
                  <a:ext cx="254880" cy="29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6148541A-5DC1-47E4-96E0-ABBF0C966ED4}"/>
              </a:ext>
            </a:extLst>
          </p:cNvPr>
          <p:cNvGrpSpPr/>
          <p:nvPr/>
        </p:nvGrpSpPr>
        <p:grpSpPr>
          <a:xfrm>
            <a:off x="4143060" y="2500740"/>
            <a:ext cx="1604160" cy="1193400"/>
            <a:chOff x="4143060" y="2500740"/>
            <a:chExt cx="1604160" cy="1193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8B9DA824-B22E-467C-98E8-562301C0E223}"/>
                    </a:ext>
                  </a:extLst>
                </p14:cNvPr>
                <p14:cNvContentPartPr/>
                <p14:nvPr/>
              </p14:nvContentPartPr>
              <p14:xfrm>
                <a:off x="4143060" y="2664540"/>
                <a:ext cx="285840" cy="37296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8B9DA824-B22E-467C-98E8-562301C0E223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4134060" y="2655540"/>
                  <a:ext cx="303480" cy="39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C620323B-273C-4331-ADCD-B83E6811D708}"/>
                    </a:ext>
                  </a:extLst>
                </p14:cNvPr>
                <p14:cNvContentPartPr/>
                <p14:nvPr/>
              </p14:nvContentPartPr>
              <p14:xfrm>
                <a:off x="4595220" y="2560860"/>
                <a:ext cx="216720" cy="81288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C620323B-273C-4331-ADCD-B83E6811D708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586580" y="2551860"/>
                  <a:ext cx="234360" cy="83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1615E3EB-3121-4F9D-90C9-471E08F0D677}"/>
                    </a:ext>
                  </a:extLst>
                </p14:cNvPr>
                <p14:cNvContentPartPr/>
                <p14:nvPr/>
              </p14:nvContentPartPr>
              <p14:xfrm>
                <a:off x="4971060" y="2618460"/>
                <a:ext cx="20880" cy="37800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1615E3EB-3121-4F9D-90C9-471E08F0D677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962420" y="2609460"/>
                  <a:ext cx="38520" cy="39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C4726AF4-B2FB-4B4B-B1F5-B8D99B414FA3}"/>
                    </a:ext>
                  </a:extLst>
                </p14:cNvPr>
                <p14:cNvContentPartPr/>
                <p14:nvPr/>
              </p14:nvContentPartPr>
              <p14:xfrm>
                <a:off x="5045220" y="2656980"/>
                <a:ext cx="212040" cy="24300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C4726AF4-B2FB-4B4B-B1F5-B8D99B414FA3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5036580" y="2647980"/>
                  <a:ext cx="22968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4EB20751-94DE-474B-8529-2F6A066E42AE}"/>
                    </a:ext>
                  </a:extLst>
                </p14:cNvPr>
                <p14:cNvContentPartPr/>
                <p14:nvPr/>
              </p14:nvContentPartPr>
              <p14:xfrm>
                <a:off x="4955220" y="2989260"/>
                <a:ext cx="495360" cy="5508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4EB20751-94DE-474B-8529-2F6A066E42AE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4946580" y="2980260"/>
                  <a:ext cx="51300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DFE8C465-9394-4A01-A77F-C073337D8997}"/>
                    </a:ext>
                  </a:extLst>
                </p14:cNvPr>
                <p14:cNvContentPartPr/>
                <p14:nvPr/>
              </p14:nvContentPartPr>
              <p14:xfrm>
                <a:off x="5153220" y="3071700"/>
                <a:ext cx="382320" cy="23760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DFE8C465-9394-4A01-A77F-C073337D8997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5144580" y="3063060"/>
                  <a:ext cx="39996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45953B8D-DAEC-405D-824F-203CB61952B1}"/>
                    </a:ext>
                  </a:extLst>
                </p14:cNvPr>
                <p14:cNvContentPartPr/>
                <p14:nvPr/>
              </p14:nvContentPartPr>
              <p14:xfrm>
                <a:off x="5367060" y="2500740"/>
                <a:ext cx="380160" cy="119340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45953B8D-DAEC-405D-824F-203CB61952B1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5358060" y="2492100"/>
                  <a:ext cx="397800" cy="12110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1169995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oup 40">
            <a:extLst>
              <a:ext uri="{FF2B5EF4-FFF2-40B4-BE49-F238E27FC236}">
                <a16:creationId xmlns:a16="http://schemas.microsoft.com/office/drawing/2014/main" id="{624681D7-2C9E-4FA0-8C62-FA4A09A9DB4A}"/>
              </a:ext>
            </a:extLst>
          </p:cNvPr>
          <p:cNvGrpSpPr/>
          <p:nvPr/>
        </p:nvGrpSpPr>
        <p:grpSpPr>
          <a:xfrm>
            <a:off x="1630980" y="550020"/>
            <a:ext cx="951840" cy="294480"/>
            <a:chOff x="1630980" y="550020"/>
            <a:chExt cx="951840" cy="294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0563C87-F96D-4CE6-B707-FB0C50674F06}"/>
                    </a:ext>
                  </a:extLst>
                </p14:cNvPr>
                <p14:cNvContentPartPr/>
                <p14:nvPr/>
              </p14:nvContentPartPr>
              <p14:xfrm>
                <a:off x="1630980" y="620220"/>
                <a:ext cx="116640" cy="1155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0563C87-F96D-4CE6-B707-FB0C50674F06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621980" y="611220"/>
                  <a:ext cx="13428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C213EB60-E9CF-42DB-AE6B-DB55ACC37EE7}"/>
                    </a:ext>
                  </a:extLst>
                </p14:cNvPr>
                <p14:cNvContentPartPr/>
                <p14:nvPr/>
              </p14:nvContentPartPr>
              <p14:xfrm>
                <a:off x="1866420" y="550020"/>
                <a:ext cx="142560" cy="2696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C213EB60-E9CF-42DB-AE6B-DB55ACC37EE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857780" y="541020"/>
                  <a:ext cx="16020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F15F760B-10A7-4A48-9B82-18C5B01A292E}"/>
                    </a:ext>
                  </a:extLst>
                </p14:cNvPr>
                <p14:cNvContentPartPr/>
                <p14:nvPr/>
              </p14:nvContentPartPr>
              <p14:xfrm>
                <a:off x="2076660" y="646860"/>
                <a:ext cx="119160" cy="1544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F15F760B-10A7-4A48-9B82-18C5B01A292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068020" y="638220"/>
                  <a:ext cx="13680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0C378AE3-08C0-42B0-9415-254E06893A25}"/>
                    </a:ext>
                  </a:extLst>
                </p14:cNvPr>
                <p14:cNvContentPartPr/>
                <p14:nvPr/>
              </p14:nvContentPartPr>
              <p14:xfrm>
                <a:off x="2332260" y="589620"/>
                <a:ext cx="49320" cy="2548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0C378AE3-08C0-42B0-9415-254E06893A2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323260" y="580980"/>
                  <a:ext cx="6696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6FBC1A34-CF6D-4394-9C72-F6AF515A2572}"/>
                    </a:ext>
                  </a:extLst>
                </p14:cNvPr>
                <p14:cNvContentPartPr/>
                <p14:nvPr/>
              </p14:nvContentPartPr>
              <p14:xfrm>
                <a:off x="2496780" y="705900"/>
                <a:ext cx="86040" cy="583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6FBC1A34-CF6D-4394-9C72-F6AF515A257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488140" y="696900"/>
                  <a:ext cx="103680" cy="75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9369C819-8E3C-4CF1-9D35-B9454D301CE4}"/>
              </a:ext>
            </a:extLst>
          </p:cNvPr>
          <p:cNvGrpSpPr/>
          <p:nvPr/>
        </p:nvGrpSpPr>
        <p:grpSpPr>
          <a:xfrm>
            <a:off x="2829060" y="486660"/>
            <a:ext cx="1415880" cy="405720"/>
            <a:chOff x="2829060" y="486660"/>
            <a:chExt cx="1415880" cy="405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76A14AD1-BBB8-4CC5-BA98-0601402C8635}"/>
                    </a:ext>
                  </a:extLst>
                </p14:cNvPr>
                <p14:cNvContentPartPr/>
                <p14:nvPr/>
              </p14:nvContentPartPr>
              <p14:xfrm>
                <a:off x="2829060" y="621660"/>
                <a:ext cx="124200" cy="1728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76A14AD1-BBB8-4CC5-BA98-0601402C863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820060" y="613020"/>
                  <a:ext cx="14184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D82D841F-5051-4A66-8574-33B99DEAD240}"/>
                    </a:ext>
                  </a:extLst>
                </p14:cNvPr>
                <p14:cNvContentPartPr/>
                <p14:nvPr/>
              </p14:nvContentPartPr>
              <p14:xfrm>
                <a:off x="3081780" y="526620"/>
                <a:ext cx="151560" cy="2998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D82D841F-5051-4A66-8574-33B99DEAD24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073140" y="517620"/>
                  <a:ext cx="169200" cy="3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3B480F89-4E3F-4930-85E6-CB841ABED2EE}"/>
                    </a:ext>
                  </a:extLst>
                </p14:cNvPr>
                <p14:cNvContentPartPr/>
                <p14:nvPr/>
              </p14:nvContentPartPr>
              <p14:xfrm>
                <a:off x="3274020" y="617340"/>
                <a:ext cx="116640" cy="1450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3B480F89-4E3F-4930-85E6-CB841ABED2E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265380" y="608700"/>
                  <a:ext cx="13428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53D7F267-FCB8-4BB3-95B6-65A33E85E4E9}"/>
                    </a:ext>
                  </a:extLst>
                </p14:cNvPr>
                <p14:cNvContentPartPr/>
                <p14:nvPr/>
              </p14:nvContentPartPr>
              <p14:xfrm>
                <a:off x="3520980" y="492780"/>
                <a:ext cx="7200" cy="1119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53D7F267-FCB8-4BB3-95B6-65A33E85E4E9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511980" y="483780"/>
                  <a:ext cx="2484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4466744C-246C-4E40-87A6-1A80B9D3960B}"/>
                    </a:ext>
                  </a:extLst>
                </p14:cNvPr>
                <p14:cNvContentPartPr/>
                <p14:nvPr/>
              </p14:nvContentPartPr>
              <p14:xfrm>
                <a:off x="3536460" y="486660"/>
                <a:ext cx="145800" cy="1778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4466744C-246C-4E40-87A6-1A80B9D3960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527460" y="478020"/>
                  <a:ext cx="16344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581DCF36-6538-4C34-956C-956C7DEFD574}"/>
                    </a:ext>
                  </a:extLst>
                </p14:cNvPr>
                <p14:cNvContentPartPr/>
                <p14:nvPr/>
              </p14:nvContentPartPr>
              <p14:xfrm>
                <a:off x="3733740" y="596820"/>
                <a:ext cx="115920" cy="774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581DCF36-6538-4C34-956C-956C7DEFD57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724740" y="587820"/>
                  <a:ext cx="13356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8298379D-3B72-4AF9-B412-32C306C0FC3E}"/>
                    </a:ext>
                  </a:extLst>
                </p14:cNvPr>
                <p14:cNvContentPartPr/>
                <p14:nvPr/>
              </p14:nvContentPartPr>
              <p14:xfrm>
                <a:off x="3893220" y="492780"/>
                <a:ext cx="62640" cy="3996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8298379D-3B72-4AF9-B412-32C306C0FC3E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884580" y="483780"/>
                  <a:ext cx="80280" cy="41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AD3948DB-ACE6-4523-A3B6-C4354CBA5722}"/>
                    </a:ext>
                  </a:extLst>
                </p14:cNvPr>
                <p14:cNvContentPartPr/>
                <p14:nvPr/>
              </p14:nvContentPartPr>
              <p14:xfrm>
                <a:off x="4098420" y="640020"/>
                <a:ext cx="146520" cy="126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AD3948DB-ACE6-4523-A3B6-C4354CBA572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089420" y="631020"/>
                  <a:ext cx="16416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0DC651CD-9FB7-41AE-8511-138579357F15}"/>
                    </a:ext>
                  </a:extLst>
                </p14:cNvPr>
                <p14:cNvContentPartPr/>
                <p14:nvPr/>
              </p14:nvContentPartPr>
              <p14:xfrm>
                <a:off x="4141620" y="559380"/>
                <a:ext cx="7200" cy="1882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0DC651CD-9FB7-41AE-8511-138579357F15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132620" y="550740"/>
                  <a:ext cx="24840" cy="205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CEE0F299-0680-4208-9F7C-A3B6FD4C0FC7}"/>
                  </a:ext>
                </a:extLst>
              </p14:cNvPr>
              <p14:cNvContentPartPr/>
              <p14:nvPr/>
            </p14:nvContentPartPr>
            <p14:xfrm>
              <a:off x="4436460" y="561540"/>
              <a:ext cx="164880" cy="14724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CEE0F299-0680-4208-9F7C-A3B6FD4C0FC7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4427460" y="552540"/>
                <a:ext cx="182520" cy="164880"/>
              </a:xfrm>
              <a:prstGeom prst="rect">
                <a:avLst/>
              </a:prstGeom>
            </p:spPr>
          </p:pic>
        </mc:Fallback>
      </mc:AlternateContent>
      <p:grpSp>
        <p:nvGrpSpPr>
          <p:cNvPr id="73" name="Group 72">
            <a:extLst>
              <a:ext uri="{FF2B5EF4-FFF2-40B4-BE49-F238E27FC236}">
                <a16:creationId xmlns:a16="http://schemas.microsoft.com/office/drawing/2014/main" id="{B9CBB3D2-8E03-4DB2-804F-77FB41FFDFA8}"/>
              </a:ext>
            </a:extLst>
          </p:cNvPr>
          <p:cNvGrpSpPr/>
          <p:nvPr/>
        </p:nvGrpSpPr>
        <p:grpSpPr>
          <a:xfrm>
            <a:off x="4814100" y="621300"/>
            <a:ext cx="415440" cy="30600"/>
            <a:chOff x="4814100" y="621300"/>
            <a:chExt cx="415440" cy="30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7854CF52-AA17-477B-A489-8FA544003F25}"/>
                    </a:ext>
                  </a:extLst>
                </p14:cNvPr>
                <p14:cNvContentPartPr/>
                <p14:nvPr/>
              </p14:nvContentPartPr>
              <p14:xfrm>
                <a:off x="4863060" y="621300"/>
                <a:ext cx="366480" cy="1836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7854CF52-AA17-477B-A489-8FA544003F2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854060" y="612300"/>
                  <a:ext cx="3841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8ABD373E-6635-4F10-8504-2BD8B0538D68}"/>
                    </a:ext>
                  </a:extLst>
                </p14:cNvPr>
                <p14:cNvContentPartPr/>
                <p14:nvPr/>
              </p14:nvContentPartPr>
              <p14:xfrm>
                <a:off x="4814100" y="625980"/>
                <a:ext cx="405000" cy="259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8ABD373E-6635-4F10-8504-2BD8B0538D68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805460" y="617340"/>
                  <a:ext cx="422640" cy="43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CFA12DEF-AC96-455F-9D7F-2764E1E8D7D1}"/>
              </a:ext>
            </a:extLst>
          </p:cNvPr>
          <p:cNvGrpSpPr/>
          <p:nvPr/>
        </p:nvGrpSpPr>
        <p:grpSpPr>
          <a:xfrm>
            <a:off x="7030980" y="2589780"/>
            <a:ext cx="1186200" cy="408600"/>
            <a:chOff x="7030980" y="2589780"/>
            <a:chExt cx="1186200" cy="408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02BE8330-86A9-4CEC-B237-B949F4705325}"/>
                    </a:ext>
                  </a:extLst>
                </p14:cNvPr>
                <p14:cNvContentPartPr/>
                <p14:nvPr/>
              </p14:nvContentPartPr>
              <p14:xfrm>
                <a:off x="7030980" y="2823780"/>
                <a:ext cx="233280" cy="17460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02BE8330-86A9-4CEC-B237-B949F4705325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021980" y="2814780"/>
                  <a:ext cx="25092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2323066D-FE86-4475-B233-E2B6D82A5F14}"/>
                    </a:ext>
                  </a:extLst>
                </p14:cNvPr>
                <p14:cNvContentPartPr/>
                <p14:nvPr/>
              </p14:nvContentPartPr>
              <p14:xfrm>
                <a:off x="7441020" y="2880660"/>
                <a:ext cx="94680" cy="36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2323066D-FE86-4475-B233-E2B6D82A5F14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432020" y="2872020"/>
                  <a:ext cx="1123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59C72FC1-C89B-4F65-B0BE-D0E5392E3B8F}"/>
                    </a:ext>
                  </a:extLst>
                </p14:cNvPr>
                <p14:cNvContentPartPr/>
                <p14:nvPr/>
              </p14:nvContentPartPr>
              <p14:xfrm>
                <a:off x="7456500" y="2932860"/>
                <a:ext cx="169920" cy="1080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59C72FC1-C89B-4F65-B0BE-D0E5392E3B8F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447500" y="2923860"/>
                  <a:ext cx="18756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DE1B6527-E264-449F-B1D7-9B7C2FC23222}"/>
                    </a:ext>
                  </a:extLst>
                </p14:cNvPr>
                <p14:cNvContentPartPr/>
                <p14:nvPr/>
              </p14:nvContentPartPr>
              <p14:xfrm>
                <a:off x="7763580" y="2789580"/>
                <a:ext cx="152280" cy="18432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DE1B6527-E264-449F-B1D7-9B7C2FC23222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754580" y="2780940"/>
                  <a:ext cx="16992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80BD056A-CBB9-4B6D-B57B-3DDF19F54AFC}"/>
                    </a:ext>
                  </a:extLst>
                </p14:cNvPr>
                <p14:cNvContentPartPr/>
                <p14:nvPr/>
              </p14:nvContentPartPr>
              <p14:xfrm>
                <a:off x="7981020" y="2589780"/>
                <a:ext cx="7560" cy="15300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80BD056A-CBB9-4B6D-B57B-3DDF19F54AFC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972020" y="2580780"/>
                  <a:ext cx="2520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D06A95CA-E578-4246-9F76-B278FEA27B95}"/>
                    </a:ext>
                  </a:extLst>
                </p14:cNvPr>
                <p14:cNvContentPartPr/>
                <p14:nvPr/>
              </p14:nvContentPartPr>
              <p14:xfrm>
                <a:off x="8027820" y="2609580"/>
                <a:ext cx="189360" cy="15552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D06A95CA-E578-4246-9F76-B278FEA27B95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018820" y="2600940"/>
                  <a:ext cx="207000" cy="173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D1D67B6F-CAA7-4EFD-8AD0-A63A072A8171}"/>
                  </a:ext>
                </a:extLst>
              </p14:cNvPr>
              <p14:cNvContentPartPr/>
              <p14:nvPr/>
            </p14:nvContentPartPr>
            <p14:xfrm>
              <a:off x="1480500" y="2136180"/>
              <a:ext cx="135000" cy="244080"/>
            </p14:xfrm>
          </p:contentPart>
        </mc:Choice>
        <mc:Fallback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D1D67B6F-CAA7-4EFD-8AD0-A63A072A8171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471500" y="2127540"/>
                <a:ext cx="152640" cy="261720"/>
              </a:xfrm>
              <a:prstGeom prst="rect">
                <a:avLst/>
              </a:prstGeom>
            </p:spPr>
          </p:pic>
        </mc:Fallback>
      </mc:AlternateContent>
      <p:grpSp>
        <p:nvGrpSpPr>
          <p:cNvPr id="99" name="Group 98">
            <a:extLst>
              <a:ext uri="{FF2B5EF4-FFF2-40B4-BE49-F238E27FC236}">
                <a16:creationId xmlns:a16="http://schemas.microsoft.com/office/drawing/2014/main" id="{50263AE8-5DBC-4ECD-894C-7E4DC52C0F7C}"/>
              </a:ext>
            </a:extLst>
          </p:cNvPr>
          <p:cNvGrpSpPr/>
          <p:nvPr/>
        </p:nvGrpSpPr>
        <p:grpSpPr>
          <a:xfrm>
            <a:off x="3318660" y="2413020"/>
            <a:ext cx="171720" cy="98280"/>
            <a:chOff x="3318660" y="2413020"/>
            <a:chExt cx="171720" cy="98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3AD16E98-B8C8-492F-82D8-01CF71F08CBE}"/>
                    </a:ext>
                  </a:extLst>
                </p14:cNvPr>
                <p14:cNvContentPartPr/>
                <p14:nvPr/>
              </p14:nvContentPartPr>
              <p14:xfrm>
                <a:off x="3318660" y="2413020"/>
                <a:ext cx="117720" cy="1872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3AD16E98-B8C8-492F-82D8-01CF71F08CBE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310020" y="2404380"/>
                  <a:ext cx="13536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B0A69916-DD66-4D4C-9EC3-377834715420}"/>
                    </a:ext>
                  </a:extLst>
                </p14:cNvPr>
                <p14:cNvContentPartPr/>
                <p14:nvPr/>
              </p14:nvContentPartPr>
              <p14:xfrm>
                <a:off x="3324420" y="2505900"/>
                <a:ext cx="165960" cy="540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B0A69916-DD66-4D4C-9EC3-377834715420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315780" y="2496900"/>
                  <a:ext cx="183600" cy="23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439720DE-C361-4C7F-858C-8E121201BC2A}"/>
              </a:ext>
            </a:extLst>
          </p:cNvPr>
          <p:cNvGrpSpPr/>
          <p:nvPr/>
        </p:nvGrpSpPr>
        <p:grpSpPr>
          <a:xfrm>
            <a:off x="3775860" y="2181180"/>
            <a:ext cx="1424160" cy="623520"/>
            <a:chOff x="3775860" y="2181180"/>
            <a:chExt cx="1424160" cy="623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B2441D39-AC4D-4E09-8D8A-04AF0478A4D7}"/>
                    </a:ext>
                  </a:extLst>
                </p14:cNvPr>
                <p14:cNvContentPartPr/>
                <p14:nvPr/>
              </p14:nvContentPartPr>
              <p14:xfrm>
                <a:off x="3775860" y="2299980"/>
                <a:ext cx="106200" cy="21384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B2441D39-AC4D-4E09-8D8A-04AF0478A4D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766860" y="2290980"/>
                  <a:ext cx="12384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E30E7C0E-A6A9-4D91-80B3-9CC9C20FD394}"/>
                    </a:ext>
                  </a:extLst>
                </p14:cNvPr>
                <p14:cNvContentPartPr/>
                <p14:nvPr/>
              </p14:nvContentPartPr>
              <p14:xfrm>
                <a:off x="4040460" y="2225820"/>
                <a:ext cx="279360" cy="57888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E30E7C0E-A6A9-4D91-80B3-9CC9C20FD394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031820" y="2217180"/>
                  <a:ext cx="297000" cy="59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AF274D07-E939-432F-97E1-ECD175F9396B}"/>
                    </a:ext>
                  </a:extLst>
                </p14:cNvPr>
                <p14:cNvContentPartPr/>
                <p14:nvPr/>
              </p14:nvContentPartPr>
              <p14:xfrm>
                <a:off x="4322700" y="2371980"/>
                <a:ext cx="231480" cy="16848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AF274D07-E939-432F-97E1-ECD175F9396B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313700" y="2363340"/>
                  <a:ext cx="24912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DE1CFA39-971C-4967-A1FD-100585333E3E}"/>
                    </a:ext>
                  </a:extLst>
                </p14:cNvPr>
                <p14:cNvContentPartPr/>
                <p14:nvPr/>
              </p14:nvContentPartPr>
              <p14:xfrm>
                <a:off x="4525740" y="2189460"/>
                <a:ext cx="4320" cy="12888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DE1CFA39-971C-4967-A1FD-100585333E3E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516740" y="2180460"/>
                  <a:ext cx="2196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9F975A08-FC82-4A95-A3CA-396B86AC7353}"/>
                    </a:ext>
                  </a:extLst>
                </p14:cNvPr>
                <p14:cNvContentPartPr/>
                <p14:nvPr/>
              </p14:nvContentPartPr>
              <p14:xfrm>
                <a:off x="4535100" y="2214660"/>
                <a:ext cx="145800" cy="12924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9F975A08-FC82-4A95-A3CA-396B86AC7353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526460" y="2206020"/>
                  <a:ext cx="16344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58F5E790-C1BB-413F-9B54-F87823EB2E6A}"/>
                    </a:ext>
                  </a:extLst>
                </p14:cNvPr>
                <p14:cNvContentPartPr/>
                <p14:nvPr/>
              </p14:nvContentPartPr>
              <p14:xfrm>
                <a:off x="4677660" y="2221500"/>
                <a:ext cx="126360" cy="19008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58F5E790-C1BB-413F-9B54-F87823EB2E6A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669020" y="2212500"/>
                  <a:ext cx="14400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387B18AB-F569-4C4E-A12F-2A458F5FFB44}"/>
                    </a:ext>
                  </a:extLst>
                </p14:cNvPr>
                <p14:cNvContentPartPr/>
                <p14:nvPr/>
              </p14:nvContentPartPr>
              <p14:xfrm>
                <a:off x="4833180" y="2290620"/>
                <a:ext cx="124920" cy="7344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387B18AB-F569-4C4E-A12F-2A458F5FFB44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824540" y="2281980"/>
                  <a:ext cx="14256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B0376AB3-08B1-4375-A558-A784512A0042}"/>
                    </a:ext>
                  </a:extLst>
                </p14:cNvPr>
                <p14:cNvContentPartPr/>
                <p14:nvPr/>
              </p14:nvContentPartPr>
              <p14:xfrm>
                <a:off x="5059980" y="2181180"/>
                <a:ext cx="140040" cy="52488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B0376AB3-08B1-4375-A558-A784512A0042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050980" y="2172540"/>
                  <a:ext cx="157680" cy="542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5B7CFFE0-8078-4632-9139-31255C062909}"/>
              </a:ext>
            </a:extLst>
          </p:cNvPr>
          <p:cNvGrpSpPr/>
          <p:nvPr/>
        </p:nvGrpSpPr>
        <p:grpSpPr>
          <a:xfrm>
            <a:off x="5423580" y="2230500"/>
            <a:ext cx="487800" cy="275760"/>
            <a:chOff x="5423580" y="2230500"/>
            <a:chExt cx="487800" cy="275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45BF315E-6979-4840-A4A5-7E914C969F44}"/>
                    </a:ext>
                  </a:extLst>
                </p14:cNvPr>
                <p14:cNvContentPartPr/>
                <p14:nvPr/>
              </p14:nvContentPartPr>
              <p14:xfrm>
                <a:off x="5423580" y="2341020"/>
                <a:ext cx="193680" cy="3852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45BF315E-6979-4840-A4A5-7E914C969F44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414940" y="2332380"/>
                  <a:ext cx="21132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28C41F66-0BD9-4E45-9D57-C3BE182F546A}"/>
                    </a:ext>
                  </a:extLst>
                </p14:cNvPr>
                <p14:cNvContentPartPr/>
                <p14:nvPr/>
              </p14:nvContentPartPr>
              <p14:xfrm>
                <a:off x="5488020" y="2230500"/>
                <a:ext cx="57960" cy="27576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28C41F66-0BD9-4E45-9D57-C3BE182F546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479380" y="2221500"/>
                  <a:ext cx="7560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BA6282C2-3274-4067-8F3A-2FB25AFAE11A}"/>
                    </a:ext>
                  </a:extLst>
                </p14:cNvPr>
                <p14:cNvContentPartPr/>
                <p14:nvPr/>
              </p14:nvContentPartPr>
              <p14:xfrm>
                <a:off x="5701140" y="2255340"/>
                <a:ext cx="210240" cy="19188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BA6282C2-3274-4067-8F3A-2FB25AFAE11A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692140" y="2246700"/>
                  <a:ext cx="227880" cy="209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A3A5ADBB-976B-4256-A8B7-DEEBE69BA8FB}"/>
                  </a:ext>
                </a:extLst>
              </p14:cNvPr>
              <p14:cNvContentPartPr/>
              <p14:nvPr/>
            </p14:nvContentPartPr>
            <p14:xfrm>
              <a:off x="2440980" y="2532540"/>
              <a:ext cx="221760" cy="41760"/>
            </p14:xfrm>
          </p:contentPart>
        </mc:Choice>
        <mc:Fallback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A3A5ADBB-976B-4256-A8B7-DEEBE69BA8FB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2432340" y="2523900"/>
                <a:ext cx="239400" cy="59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13" name="Group 112">
            <a:extLst>
              <a:ext uri="{FF2B5EF4-FFF2-40B4-BE49-F238E27FC236}">
                <a16:creationId xmlns:a16="http://schemas.microsoft.com/office/drawing/2014/main" id="{3FA0450D-02A6-4430-956F-C8E4C49260FE}"/>
              </a:ext>
            </a:extLst>
          </p:cNvPr>
          <p:cNvGrpSpPr/>
          <p:nvPr/>
        </p:nvGrpSpPr>
        <p:grpSpPr>
          <a:xfrm>
            <a:off x="1877940" y="2188740"/>
            <a:ext cx="1103400" cy="650880"/>
            <a:chOff x="1877940" y="2188740"/>
            <a:chExt cx="1103400" cy="650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E57772C5-7776-409A-A7AA-0191C6482B28}"/>
                    </a:ext>
                  </a:extLst>
                </p14:cNvPr>
                <p14:cNvContentPartPr/>
                <p14:nvPr/>
              </p14:nvContentPartPr>
              <p14:xfrm>
                <a:off x="1877940" y="2361900"/>
                <a:ext cx="157320" cy="27072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E57772C5-7776-409A-A7AA-0191C6482B28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869300" y="2352900"/>
                  <a:ext cx="17496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418870C1-5CF6-4B12-9EC5-F3CDE1296135}"/>
                    </a:ext>
                  </a:extLst>
                </p14:cNvPr>
                <p14:cNvContentPartPr/>
                <p14:nvPr/>
              </p14:nvContentPartPr>
              <p14:xfrm>
                <a:off x="2178180" y="2324820"/>
                <a:ext cx="194760" cy="39528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418870C1-5CF6-4B12-9EC5-F3CDE1296135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169540" y="2315820"/>
                  <a:ext cx="212400" cy="41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DECCA568-8303-4FC4-9514-2AC376785B8A}"/>
                    </a:ext>
                  </a:extLst>
                </p14:cNvPr>
                <p14:cNvContentPartPr/>
                <p14:nvPr/>
              </p14:nvContentPartPr>
              <p14:xfrm>
                <a:off x="2443860" y="2379180"/>
                <a:ext cx="154440" cy="16308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DECCA568-8303-4FC4-9514-2AC376785B8A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435220" y="2370540"/>
                  <a:ext cx="17208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6ED61F0A-E45B-45CA-8416-4922AD0FA32F}"/>
                    </a:ext>
                  </a:extLst>
                </p14:cNvPr>
                <p14:cNvContentPartPr/>
                <p14:nvPr/>
              </p14:nvContentPartPr>
              <p14:xfrm>
                <a:off x="2666340" y="2245980"/>
                <a:ext cx="7200" cy="13716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6ED61F0A-E45B-45CA-8416-4922AD0FA32F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657340" y="2236980"/>
                  <a:ext cx="2484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A0176C88-21DE-4FDC-944A-98C09583618C}"/>
                    </a:ext>
                  </a:extLst>
                </p14:cNvPr>
                <p14:cNvContentPartPr/>
                <p14:nvPr/>
              </p14:nvContentPartPr>
              <p14:xfrm>
                <a:off x="2692260" y="2272620"/>
                <a:ext cx="151200" cy="1137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A0176C88-21DE-4FDC-944A-98C09583618C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683620" y="2263980"/>
                  <a:ext cx="16884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0EBBEFE9-AC67-4308-AE66-E2FA1A61512D}"/>
                    </a:ext>
                  </a:extLst>
                </p14:cNvPr>
                <p14:cNvContentPartPr/>
                <p14:nvPr/>
              </p14:nvContentPartPr>
              <p14:xfrm>
                <a:off x="2856780" y="2188740"/>
                <a:ext cx="124560" cy="51048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0EBBEFE9-AC67-4308-AE66-E2FA1A61512D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848140" y="2179740"/>
                  <a:ext cx="142200" cy="52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EFAA8FD9-6053-4033-84D3-B3A0FB30E27E}"/>
                    </a:ext>
                  </a:extLst>
                </p14:cNvPr>
                <p14:cNvContentPartPr/>
                <p14:nvPr/>
              </p14:nvContentPartPr>
              <p14:xfrm>
                <a:off x="1939500" y="2809020"/>
                <a:ext cx="938520" cy="1116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EFAA8FD9-6053-4033-84D3-B3A0FB30E27E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930860" y="2800380"/>
                  <a:ext cx="95616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6F18DF88-61EF-4EBE-82F7-DFEEC9B600D4}"/>
                    </a:ext>
                  </a:extLst>
                </p14:cNvPr>
                <p14:cNvContentPartPr/>
                <p14:nvPr/>
              </p14:nvContentPartPr>
              <p14:xfrm>
                <a:off x="2035260" y="2798940"/>
                <a:ext cx="862560" cy="3888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6F18DF88-61EF-4EBE-82F7-DFEEC9B600D4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026260" y="2789940"/>
                  <a:ext cx="88020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D78C18AE-93DB-437A-B9E0-BCC81559B8AA}"/>
                    </a:ext>
                  </a:extLst>
                </p14:cNvPr>
                <p14:cNvContentPartPr/>
                <p14:nvPr/>
              </p14:nvContentPartPr>
              <p14:xfrm>
                <a:off x="2028060" y="2839260"/>
                <a:ext cx="722160" cy="36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D78C18AE-93DB-437A-B9E0-BCC81559B8AA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019060" y="2830260"/>
                  <a:ext cx="73980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63B112AB-2598-4A7C-AD34-A222CB7DB8D2}"/>
                  </a:ext>
                </a:extLst>
              </p14:cNvPr>
              <p14:cNvContentPartPr/>
              <p14:nvPr/>
            </p14:nvContentPartPr>
            <p14:xfrm>
              <a:off x="2020500" y="3159660"/>
              <a:ext cx="324000" cy="268920"/>
            </p14:xfrm>
          </p:contentPart>
        </mc:Choice>
        <mc:Fallback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63B112AB-2598-4A7C-AD34-A222CB7DB8D2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2011860" y="3151020"/>
                <a:ext cx="341640" cy="28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34A21D29-E6DA-4FE2-B116-C14EA5B4D8EC}"/>
                  </a:ext>
                </a:extLst>
              </p14:cNvPr>
              <p14:cNvContentPartPr/>
              <p14:nvPr/>
            </p14:nvContentPartPr>
            <p14:xfrm>
              <a:off x="2463300" y="3093420"/>
              <a:ext cx="155160" cy="417600"/>
            </p14:xfrm>
          </p:contentPart>
        </mc:Choice>
        <mc:Fallback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34A21D29-E6DA-4FE2-B116-C14EA5B4D8EC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2454300" y="3084420"/>
                <a:ext cx="172800" cy="43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9435D964-8F9B-4DF1-B16F-BCFA186657DE}"/>
                  </a:ext>
                </a:extLst>
              </p14:cNvPr>
              <p14:cNvContentPartPr/>
              <p14:nvPr/>
            </p14:nvContentPartPr>
            <p14:xfrm>
              <a:off x="2685780" y="3189540"/>
              <a:ext cx="40320" cy="225000"/>
            </p14:xfrm>
          </p:contentPart>
        </mc:Choice>
        <mc:Fallback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9435D964-8F9B-4DF1-B16F-BCFA186657DE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2677140" y="3180900"/>
                <a:ext cx="57960" cy="24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46A65D27-521B-4F6A-ACEB-4F787973CB8D}"/>
                  </a:ext>
                </a:extLst>
              </p14:cNvPr>
              <p14:cNvContentPartPr/>
              <p14:nvPr/>
            </p14:nvContentPartPr>
            <p14:xfrm>
              <a:off x="2754180" y="3245340"/>
              <a:ext cx="237600" cy="185760"/>
            </p14:xfrm>
          </p:contentPart>
        </mc:Choice>
        <mc:Fallback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46A65D27-521B-4F6A-ACEB-4F787973CB8D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2745540" y="3236700"/>
                <a:ext cx="255240" cy="20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82C45C4D-5706-47B8-A46B-0DA7CEBA9599}"/>
                  </a:ext>
                </a:extLst>
              </p14:cNvPr>
              <p14:cNvContentPartPr/>
              <p14:nvPr/>
            </p14:nvContentPartPr>
            <p14:xfrm>
              <a:off x="2998260" y="3083340"/>
              <a:ext cx="137520" cy="479160"/>
            </p14:xfrm>
          </p:contentPart>
        </mc:Choice>
        <mc:Fallback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82C45C4D-5706-47B8-A46B-0DA7CEBA9599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2989620" y="3074700"/>
                <a:ext cx="155160" cy="49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7119F4F9-2BA8-4595-929A-5CAE942D3EAB}"/>
                  </a:ext>
                </a:extLst>
              </p14:cNvPr>
              <p14:cNvContentPartPr/>
              <p14:nvPr/>
            </p14:nvContentPartPr>
            <p14:xfrm>
              <a:off x="3395700" y="3307980"/>
              <a:ext cx="150480" cy="9720"/>
            </p14:xfrm>
          </p:contentPart>
        </mc:Choice>
        <mc:Fallback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7119F4F9-2BA8-4595-929A-5CAE942D3EAB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3387060" y="3298980"/>
                <a:ext cx="168120" cy="2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EFD5408A-89B3-4DE0-96DF-4C95A70E9318}"/>
                  </a:ext>
                </a:extLst>
              </p14:cNvPr>
              <p14:cNvContentPartPr/>
              <p14:nvPr/>
            </p14:nvContentPartPr>
            <p14:xfrm>
              <a:off x="3411180" y="3388260"/>
              <a:ext cx="214920" cy="1080"/>
            </p14:xfrm>
          </p:contentPart>
        </mc:Choice>
        <mc:Fallback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EFD5408A-89B3-4DE0-96DF-4C95A70E9318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3402180" y="3379620"/>
                <a:ext cx="232560" cy="1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0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EED28FDE-FDD1-41E5-BA46-EFCF647CB742}"/>
                  </a:ext>
                </a:extLst>
              </p14:cNvPr>
              <p14:cNvContentPartPr/>
              <p14:nvPr/>
            </p14:nvContentPartPr>
            <p14:xfrm>
              <a:off x="3950460" y="3050940"/>
              <a:ext cx="265680" cy="291240"/>
            </p14:xfrm>
          </p:contentPart>
        </mc:Choice>
        <mc:Fallback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EED28FDE-FDD1-41E5-BA46-EFCF647CB742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3941820" y="3041940"/>
                <a:ext cx="283320" cy="30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519D55C8-4482-4455-B3F4-3DEB675AB16C}"/>
                  </a:ext>
                </a:extLst>
              </p14:cNvPr>
              <p14:cNvContentPartPr/>
              <p14:nvPr/>
            </p14:nvContentPartPr>
            <p14:xfrm>
              <a:off x="4436100" y="2980380"/>
              <a:ext cx="354600" cy="819360"/>
            </p14:xfrm>
          </p:contentPart>
        </mc:Choice>
        <mc:Fallback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519D55C8-4482-4455-B3F4-3DEB675AB16C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4427460" y="2971380"/>
                <a:ext cx="372240" cy="83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4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497EDBAE-ABAE-47DE-ABC4-743A156363B8}"/>
                  </a:ext>
                </a:extLst>
              </p14:cNvPr>
              <p14:cNvContentPartPr/>
              <p14:nvPr/>
            </p14:nvContentPartPr>
            <p14:xfrm>
              <a:off x="4774140" y="3018900"/>
              <a:ext cx="36000" cy="242280"/>
            </p14:xfrm>
          </p:contentPart>
        </mc:Choice>
        <mc:Fallback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497EDBAE-ABAE-47DE-ABC4-743A156363B8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4765140" y="3010260"/>
                <a:ext cx="53640" cy="25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6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A197A196-9713-4971-87E8-D304D43866E7}"/>
                  </a:ext>
                </a:extLst>
              </p14:cNvPr>
              <p14:cNvContentPartPr/>
              <p14:nvPr/>
            </p14:nvContentPartPr>
            <p14:xfrm>
              <a:off x="4800060" y="3028620"/>
              <a:ext cx="263520" cy="141120"/>
            </p14:xfrm>
          </p:contentPart>
        </mc:Choice>
        <mc:Fallback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A197A196-9713-4971-87E8-D304D43866E7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4791060" y="3019620"/>
                <a:ext cx="281160" cy="15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8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207D5D2B-C2B9-4FE9-901A-3175AC908D4A}"/>
                  </a:ext>
                </a:extLst>
              </p14:cNvPr>
              <p14:cNvContentPartPr/>
              <p14:nvPr/>
            </p14:nvContentPartPr>
            <p14:xfrm>
              <a:off x="4852980" y="3137700"/>
              <a:ext cx="264240" cy="115920"/>
            </p14:xfrm>
          </p:contentPart>
        </mc:Choice>
        <mc:Fallback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207D5D2B-C2B9-4FE9-901A-3175AC908D4A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4843980" y="3128700"/>
                <a:ext cx="281880" cy="13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0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7F0ED909-BAE6-424C-BC70-AFB087E5115E}"/>
                  </a:ext>
                </a:extLst>
              </p14:cNvPr>
              <p14:cNvContentPartPr/>
              <p14:nvPr/>
            </p14:nvContentPartPr>
            <p14:xfrm>
              <a:off x="4653900" y="3386460"/>
              <a:ext cx="573840" cy="18720"/>
            </p14:xfrm>
          </p:contentPart>
        </mc:Choice>
        <mc:Fallback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7F0ED909-BAE6-424C-BC70-AFB087E5115E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4644900" y="3377460"/>
                <a:ext cx="591480" cy="3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2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C41BB5B3-C5C6-41F3-AB74-DDB8C73DB64B}"/>
                  </a:ext>
                </a:extLst>
              </p14:cNvPr>
              <p14:cNvContentPartPr/>
              <p14:nvPr/>
            </p14:nvContentPartPr>
            <p14:xfrm>
              <a:off x="4887540" y="3468180"/>
              <a:ext cx="378720" cy="166680"/>
            </p14:xfrm>
          </p:contentPart>
        </mc:Choice>
        <mc:Fallback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C41BB5B3-C5C6-41F3-AB74-DDB8C73DB64B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4878900" y="3459180"/>
                <a:ext cx="396360" cy="18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4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52379F30-1E5E-42B0-81C7-0151B3271A10}"/>
                  </a:ext>
                </a:extLst>
              </p14:cNvPr>
              <p14:cNvContentPartPr/>
              <p14:nvPr/>
            </p14:nvContentPartPr>
            <p14:xfrm>
              <a:off x="5183100" y="2977140"/>
              <a:ext cx="318240" cy="921960"/>
            </p14:xfrm>
          </p:contentPart>
        </mc:Choice>
        <mc:Fallback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52379F30-1E5E-42B0-81C7-0151B3271A10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5174100" y="2968140"/>
                <a:ext cx="335880" cy="9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6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43DC9548-C9F0-41F2-B47E-97E383E2F776}"/>
                  </a:ext>
                </a:extLst>
              </p14:cNvPr>
              <p14:cNvContentPartPr/>
              <p14:nvPr/>
            </p14:nvContentPartPr>
            <p14:xfrm>
              <a:off x="5729580" y="3220500"/>
              <a:ext cx="245160" cy="55080"/>
            </p14:xfrm>
          </p:contentPart>
        </mc:Choice>
        <mc:Fallback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43DC9548-C9F0-41F2-B47E-97E383E2F776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5720940" y="3211500"/>
                <a:ext cx="262800" cy="7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8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7F7A6C85-A11E-461C-B104-F45346497F2A}"/>
                  </a:ext>
                </a:extLst>
              </p14:cNvPr>
              <p14:cNvContentPartPr/>
              <p14:nvPr/>
            </p14:nvContentPartPr>
            <p14:xfrm>
              <a:off x="5821020" y="3085860"/>
              <a:ext cx="48600" cy="375480"/>
            </p14:xfrm>
          </p:contentPart>
        </mc:Choice>
        <mc:Fallback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7F7A6C85-A11E-461C-B104-F45346497F2A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5812380" y="3077220"/>
                <a:ext cx="66240" cy="39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0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8D9D7252-2C5F-4726-927D-070ADEF7135B}"/>
                  </a:ext>
                </a:extLst>
              </p14:cNvPr>
              <p14:cNvContentPartPr/>
              <p14:nvPr/>
            </p14:nvContentPartPr>
            <p14:xfrm>
              <a:off x="6220980" y="3190620"/>
              <a:ext cx="277560" cy="221400"/>
            </p14:xfrm>
          </p:contentPart>
        </mc:Choice>
        <mc:Fallback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8D9D7252-2C5F-4726-927D-070ADEF7135B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6211980" y="3181980"/>
                <a:ext cx="295200" cy="23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2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1AD9AD9F-562D-4E13-959F-6BF30EC6D74D}"/>
                  </a:ext>
                </a:extLst>
              </p14:cNvPr>
              <p14:cNvContentPartPr/>
              <p14:nvPr/>
            </p14:nvContentPartPr>
            <p14:xfrm>
              <a:off x="3077460" y="3988740"/>
              <a:ext cx="407160" cy="232200"/>
            </p14:xfrm>
          </p:contentPart>
        </mc:Choice>
        <mc:Fallback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1AD9AD9F-562D-4E13-959F-6BF30EC6D74D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3068460" y="3979740"/>
                <a:ext cx="424800" cy="24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4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256E082A-1489-42E7-B275-AF6029588545}"/>
                  </a:ext>
                </a:extLst>
              </p14:cNvPr>
              <p14:cNvContentPartPr/>
              <p14:nvPr/>
            </p14:nvContentPartPr>
            <p14:xfrm>
              <a:off x="3557340" y="4103940"/>
              <a:ext cx="123480" cy="4680"/>
            </p14:xfrm>
          </p:contentPart>
        </mc:Choice>
        <mc:Fallback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256E082A-1489-42E7-B275-AF6029588545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3548700" y="4094940"/>
                <a:ext cx="141120" cy="2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6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C18577BD-471B-4E04-973F-B0FFCEEAC53A}"/>
                  </a:ext>
                </a:extLst>
              </p14:cNvPr>
              <p14:cNvContentPartPr/>
              <p14:nvPr/>
            </p14:nvContentPartPr>
            <p14:xfrm>
              <a:off x="3552660" y="3951300"/>
              <a:ext cx="405720" cy="232560"/>
            </p14:xfrm>
          </p:contentPart>
        </mc:Choice>
        <mc:Fallback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C18577BD-471B-4E04-973F-B0FFCEEAC53A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3544020" y="3942300"/>
                <a:ext cx="423360" cy="25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8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ADEF1CF4-375F-42C3-9F0D-F0B9D1E312BE}"/>
                  </a:ext>
                </a:extLst>
              </p14:cNvPr>
              <p14:cNvContentPartPr/>
              <p14:nvPr/>
            </p14:nvContentPartPr>
            <p14:xfrm>
              <a:off x="4027140" y="4118700"/>
              <a:ext cx="195840" cy="267840"/>
            </p14:xfrm>
          </p:contentPart>
        </mc:Choice>
        <mc:Fallback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ADEF1CF4-375F-42C3-9F0D-F0B9D1E312BE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4018500" y="4110060"/>
                <a:ext cx="213480" cy="28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0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C0F430BB-B7B2-4DAD-B090-57C4409113DC}"/>
                  </a:ext>
                </a:extLst>
              </p14:cNvPr>
              <p14:cNvContentPartPr/>
              <p14:nvPr/>
            </p14:nvContentPartPr>
            <p14:xfrm>
              <a:off x="4552740" y="3937620"/>
              <a:ext cx="221040" cy="238320"/>
            </p14:xfrm>
          </p:contentPart>
        </mc:Choice>
        <mc:Fallback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C0F430BB-B7B2-4DAD-B090-57C4409113DC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4543740" y="3928980"/>
                <a:ext cx="238680" cy="25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2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CAA1B1B3-FCB7-4693-8554-8B9C135D8EAB}"/>
                  </a:ext>
                </a:extLst>
              </p14:cNvPr>
              <p14:cNvContentPartPr/>
              <p14:nvPr/>
            </p14:nvContentPartPr>
            <p14:xfrm>
              <a:off x="4930020" y="4059660"/>
              <a:ext cx="155160" cy="17640"/>
            </p14:xfrm>
          </p:contentPart>
        </mc:Choice>
        <mc:Fallback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CAA1B1B3-FCB7-4693-8554-8B9C135D8EAB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4921020" y="4051020"/>
                <a:ext cx="172800" cy="3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4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FDEEA46A-AD54-4BD6-87F4-4894A4FAF060}"/>
                  </a:ext>
                </a:extLst>
              </p14:cNvPr>
              <p14:cNvContentPartPr/>
              <p14:nvPr/>
            </p14:nvContentPartPr>
            <p14:xfrm>
              <a:off x="4948380" y="4108260"/>
              <a:ext cx="204480" cy="29880"/>
            </p14:xfrm>
          </p:contentPart>
        </mc:Choice>
        <mc:Fallback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FDEEA46A-AD54-4BD6-87F4-4894A4FAF060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4939380" y="4099260"/>
                <a:ext cx="222120" cy="4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6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E36EC78C-D6CB-4A6A-8EBC-0B9E7FB02779}"/>
                  </a:ext>
                </a:extLst>
              </p14:cNvPr>
              <p14:cNvContentPartPr/>
              <p14:nvPr/>
            </p14:nvContentPartPr>
            <p14:xfrm>
              <a:off x="5304060" y="3940140"/>
              <a:ext cx="268200" cy="245520"/>
            </p14:xfrm>
          </p:contentPart>
        </mc:Choice>
        <mc:Fallback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E36EC78C-D6CB-4A6A-8EBC-0B9E7FB02779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5295420" y="3931500"/>
                <a:ext cx="285840" cy="26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8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F271D611-242A-43C6-8C0A-FFE8E74EB2F8}"/>
                  </a:ext>
                </a:extLst>
              </p14:cNvPr>
              <p14:cNvContentPartPr/>
              <p14:nvPr/>
            </p14:nvContentPartPr>
            <p14:xfrm>
              <a:off x="2672100" y="4746540"/>
              <a:ext cx="134280" cy="9720"/>
            </p14:xfrm>
          </p:contentPart>
        </mc:Choice>
        <mc:Fallback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F271D611-242A-43C6-8C0A-FFE8E74EB2F8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2663100" y="4737900"/>
                <a:ext cx="151920" cy="2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0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2AA9234B-559A-4BC0-941A-7C277A2B5E67}"/>
                  </a:ext>
                </a:extLst>
              </p14:cNvPr>
              <p14:cNvContentPartPr/>
              <p14:nvPr/>
            </p14:nvContentPartPr>
            <p14:xfrm>
              <a:off x="2620980" y="4818540"/>
              <a:ext cx="268920" cy="19440"/>
            </p14:xfrm>
          </p:contentPart>
        </mc:Choice>
        <mc:Fallback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2AA9234B-559A-4BC0-941A-7C277A2B5E67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2612340" y="4809540"/>
                <a:ext cx="286560" cy="3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2">
            <p14:nvContentPartPr>
              <p14:cNvPr id="167" name="Ink 166">
                <a:extLst>
                  <a:ext uri="{FF2B5EF4-FFF2-40B4-BE49-F238E27FC236}">
                    <a16:creationId xmlns:a16="http://schemas.microsoft.com/office/drawing/2014/main" id="{5366A04E-6D5B-4999-862B-46BA0873C4CD}"/>
                  </a:ext>
                </a:extLst>
              </p14:cNvPr>
              <p14:cNvContentPartPr/>
              <p14:nvPr/>
            </p14:nvContentPartPr>
            <p14:xfrm>
              <a:off x="5956020" y="4475100"/>
              <a:ext cx="185040" cy="154080"/>
            </p14:xfrm>
          </p:contentPart>
        </mc:Choice>
        <mc:Fallback>
          <p:pic>
            <p:nvPicPr>
              <p:cNvPr id="167" name="Ink 166">
                <a:extLst>
                  <a:ext uri="{FF2B5EF4-FFF2-40B4-BE49-F238E27FC236}">
                    <a16:creationId xmlns:a16="http://schemas.microsoft.com/office/drawing/2014/main" id="{5366A04E-6D5B-4999-862B-46BA0873C4CD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5947020" y="4466460"/>
                <a:ext cx="202680" cy="17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4">
            <p14:nvContentPartPr>
              <p14:cNvPr id="168" name="Ink 167">
                <a:extLst>
                  <a:ext uri="{FF2B5EF4-FFF2-40B4-BE49-F238E27FC236}">
                    <a16:creationId xmlns:a16="http://schemas.microsoft.com/office/drawing/2014/main" id="{D8C14F7C-F516-4364-9DCF-1EF1AC940B72}"/>
                  </a:ext>
                </a:extLst>
              </p14:cNvPr>
              <p14:cNvContentPartPr/>
              <p14:nvPr/>
            </p14:nvContentPartPr>
            <p14:xfrm>
              <a:off x="6305220" y="4750860"/>
              <a:ext cx="147600" cy="6480"/>
            </p14:xfrm>
          </p:contentPart>
        </mc:Choice>
        <mc:Fallback>
          <p:pic>
            <p:nvPicPr>
              <p:cNvPr id="168" name="Ink 167">
                <a:extLst>
                  <a:ext uri="{FF2B5EF4-FFF2-40B4-BE49-F238E27FC236}">
                    <a16:creationId xmlns:a16="http://schemas.microsoft.com/office/drawing/2014/main" id="{D8C14F7C-F516-4364-9DCF-1EF1AC940B72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6296580" y="4742220"/>
                <a:ext cx="165240" cy="2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6">
            <p14:nvContentPartPr>
              <p14:cNvPr id="169" name="Ink 168">
                <a:extLst>
                  <a:ext uri="{FF2B5EF4-FFF2-40B4-BE49-F238E27FC236}">
                    <a16:creationId xmlns:a16="http://schemas.microsoft.com/office/drawing/2014/main" id="{A1C6FAD1-FF8B-44E6-B180-FFD7AE9C8996}"/>
                  </a:ext>
                </a:extLst>
              </p14:cNvPr>
              <p14:cNvContentPartPr/>
              <p14:nvPr/>
            </p14:nvContentPartPr>
            <p14:xfrm>
              <a:off x="6329340" y="4821780"/>
              <a:ext cx="210960" cy="20160"/>
            </p14:xfrm>
          </p:contentPart>
        </mc:Choice>
        <mc:Fallback>
          <p:pic>
            <p:nvPicPr>
              <p:cNvPr id="169" name="Ink 168">
                <a:extLst>
                  <a:ext uri="{FF2B5EF4-FFF2-40B4-BE49-F238E27FC236}">
                    <a16:creationId xmlns:a16="http://schemas.microsoft.com/office/drawing/2014/main" id="{A1C6FAD1-FF8B-44E6-B180-FFD7AE9C8996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6320700" y="4813140"/>
                <a:ext cx="22860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8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8BD2487A-4E2C-4C3A-B249-6FCB8C7F497F}"/>
                  </a:ext>
                </a:extLst>
              </p14:cNvPr>
              <p14:cNvContentPartPr/>
              <p14:nvPr/>
            </p14:nvContentPartPr>
            <p14:xfrm>
              <a:off x="1439100" y="4461420"/>
              <a:ext cx="50400" cy="217800"/>
            </p14:xfrm>
          </p:contentPart>
        </mc:Choice>
        <mc:Fallback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8BD2487A-4E2C-4C3A-B249-6FCB8C7F497F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1430100" y="4452780"/>
                <a:ext cx="68040" cy="23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0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B94B35F4-6809-40A7-AEC9-1B7A99150C07}"/>
                  </a:ext>
                </a:extLst>
              </p14:cNvPr>
              <p14:cNvContentPartPr/>
              <p14:nvPr/>
            </p14:nvContentPartPr>
            <p14:xfrm>
              <a:off x="1582380" y="4503900"/>
              <a:ext cx="151920" cy="138240"/>
            </p14:xfrm>
          </p:contentPart>
        </mc:Choice>
        <mc:Fallback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B94B35F4-6809-40A7-AEC9-1B7A99150C07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1573740" y="4495260"/>
                <a:ext cx="169560" cy="15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2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AD058883-666C-4EEF-B505-AD5B3D80259A}"/>
                  </a:ext>
                </a:extLst>
              </p14:cNvPr>
              <p14:cNvContentPartPr/>
              <p14:nvPr/>
            </p14:nvContentPartPr>
            <p14:xfrm>
              <a:off x="1816740" y="4430460"/>
              <a:ext cx="170640" cy="385560"/>
            </p14:xfrm>
          </p:contentPart>
        </mc:Choice>
        <mc:Fallback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AD058883-666C-4EEF-B505-AD5B3D80259A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1807740" y="4421820"/>
                <a:ext cx="188280" cy="40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4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2AED32CB-D8D0-44C2-834A-64467966CA87}"/>
                  </a:ext>
                </a:extLst>
              </p14:cNvPr>
              <p14:cNvContentPartPr/>
              <p14:nvPr/>
            </p14:nvContentPartPr>
            <p14:xfrm>
              <a:off x="2089260" y="4299060"/>
              <a:ext cx="208440" cy="201600"/>
            </p14:xfrm>
          </p:contentPart>
        </mc:Choice>
        <mc:Fallback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2AED32CB-D8D0-44C2-834A-64467966CA87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2080620" y="4290420"/>
                <a:ext cx="226080" cy="21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6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69DAB0F3-3C24-4620-A29B-8A371088C578}"/>
                  </a:ext>
                </a:extLst>
              </p14:cNvPr>
              <p14:cNvContentPartPr/>
              <p14:nvPr/>
            </p14:nvContentPartPr>
            <p14:xfrm>
              <a:off x="2075220" y="4615860"/>
              <a:ext cx="169920" cy="156600"/>
            </p14:xfrm>
          </p:contentPart>
        </mc:Choice>
        <mc:Fallback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69DAB0F3-3C24-4620-A29B-8A371088C578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2066580" y="4606860"/>
                <a:ext cx="187560" cy="17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8">
            <p14:nvContentPartPr>
              <p14:cNvPr id="173" name="Ink 172">
                <a:extLst>
                  <a:ext uri="{FF2B5EF4-FFF2-40B4-BE49-F238E27FC236}">
                    <a16:creationId xmlns:a16="http://schemas.microsoft.com/office/drawing/2014/main" id="{2FF2A678-51A7-4877-A429-71477D99047D}"/>
                  </a:ext>
                </a:extLst>
              </p14:cNvPr>
              <p14:cNvContentPartPr/>
              <p14:nvPr/>
            </p14:nvContentPartPr>
            <p14:xfrm>
              <a:off x="1221660" y="4687500"/>
              <a:ext cx="34920" cy="225720"/>
            </p14:xfrm>
          </p:contentPart>
        </mc:Choice>
        <mc:Fallback>
          <p:pic>
            <p:nvPicPr>
              <p:cNvPr id="173" name="Ink 172">
                <a:extLst>
                  <a:ext uri="{FF2B5EF4-FFF2-40B4-BE49-F238E27FC236}">
                    <a16:creationId xmlns:a16="http://schemas.microsoft.com/office/drawing/2014/main" id="{2FF2A678-51A7-4877-A429-71477D99047D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1212660" y="4678860"/>
                <a:ext cx="52560" cy="24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0">
            <p14:nvContentPartPr>
              <p14:cNvPr id="174" name="Ink 173">
                <a:extLst>
                  <a:ext uri="{FF2B5EF4-FFF2-40B4-BE49-F238E27FC236}">
                    <a16:creationId xmlns:a16="http://schemas.microsoft.com/office/drawing/2014/main" id="{9EEBED15-6623-468A-AF35-8C731C331AF4}"/>
                  </a:ext>
                </a:extLst>
              </p14:cNvPr>
              <p14:cNvContentPartPr/>
              <p14:nvPr/>
            </p14:nvContentPartPr>
            <p14:xfrm>
              <a:off x="1261980" y="4777860"/>
              <a:ext cx="137880" cy="72360"/>
            </p14:xfrm>
          </p:contentPart>
        </mc:Choice>
        <mc:Fallback>
          <p:pic>
            <p:nvPicPr>
              <p:cNvPr id="174" name="Ink 173">
                <a:extLst>
                  <a:ext uri="{FF2B5EF4-FFF2-40B4-BE49-F238E27FC236}">
                    <a16:creationId xmlns:a16="http://schemas.microsoft.com/office/drawing/2014/main" id="{9EEBED15-6623-468A-AF35-8C731C331AF4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1253340" y="4768860"/>
                <a:ext cx="155520" cy="9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2">
            <p14:nvContentPartPr>
              <p14:cNvPr id="175" name="Ink 174">
                <a:extLst>
                  <a:ext uri="{FF2B5EF4-FFF2-40B4-BE49-F238E27FC236}">
                    <a16:creationId xmlns:a16="http://schemas.microsoft.com/office/drawing/2014/main" id="{1BB5E280-4DCB-435D-99C1-11A91F46677A}"/>
                  </a:ext>
                </a:extLst>
              </p14:cNvPr>
              <p14:cNvContentPartPr/>
              <p14:nvPr/>
            </p14:nvContentPartPr>
            <p14:xfrm>
              <a:off x="1243620" y="4843740"/>
              <a:ext cx="293760" cy="81000"/>
            </p14:xfrm>
          </p:contentPart>
        </mc:Choice>
        <mc:Fallback>
          <p:pic>
            <p:nvPicPr>
              <p:cNvPr id="175" name="Ink 174">
                <a:extLst>
                  <a:ext uri="{FF2B5EF4-FFF2-40B4-BE49-F238E27FC236}">
                    <a16:creationId xmlns:a16="http://schemas.microsoft.com/office/drawing/2014/main" id="{1BB5E280-4DCB-435D-99C1-11A91F46677A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1234980" y="4834740"/>
                <a:ext cx="311400" cy="9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4">
            <p14:nvContentPartPr>
              <p14:cNvPr id="156" name="Ink 155">
                <a:extLst>
                  <a:ext uri="{FF2B5EF4-FFF2-40B4-BE49-F238E27FC236}">
                    <a16:creationId xmlns:a16="http://schemas.microsoft.com/office/drawing/2014/main" id="{4567B907-40BC-48C1-814F-BF782F68757A}"/>
                  </a:ext>
                </a:extLst>
              </p14:cNvPr>
              <p14:cNvContentPartPr/>
              <p14:nvPr/>
            </p14:nvContentPartPr>
            <p14:xfrm>
              <a:off x="3794220" y="4458180"/>
              <a:ext cx="43560" cy="203040"/>
            </p14:xfrm>
          </p:contentPart>
        </mc:Choice>
        <mc:Fallback>
          <p:pic>
            <p:nvPicPr>
              <p:cNvPr id="156" name="Ink 155">
                <a:extLst>
                  <a:ext uri="{FF2B5EF4-FFF2-40B4-BE49-F238E27FC236}">
                    <a16:creationId xmlns:a16="http://schemas.microsoft.com/office/drawing/2014/main" id="{4567B907-40BC-48C1-814F-BF782F68757A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3785580" y="4449180"/>
                <a:ext cx="61200" cy="22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6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74751417-2D10-4D2D-A699-DF7B582EC71E}"/>
                  </a:ext>
                </a:extLst>
              </p14:cNvPr>
              <p14:cNvContentPartPr/>
              <p14:nvPr/>
            </p14:nvContentPartPr>
            <p14:xfrm>
              <a:off x="3961620" y="4513620"/>
              <a:ext cx="138240" cy="132120"/>
            </p14:xfrm>
          </p:contentPart>
        </mc:Choice>
        <mc:Fallback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74751417-2D10-4D2D-A699-DF7B582EC71E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3952620" y="4504620"/>
                <a:ext cx="155880" cy="14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8">
            <p14:nvContentPartPr>
              <p14:cNvPr id="158" name="Ink 157">
                <a:extLst>
                  <a:ext uri="{FF2B5EF4-FFF2-40B4-BE49-F238E27FC236}">
                    <a16:creationId xmlns:a16="http://schemas.microsoft.com/office/drawing/2014/main" id="{F86DA522-2CAF-4EA3-A236-ABD2DAB76BF7}"/>
                  </a:ext>
                </a:extLst>
              </p14:cNvPr>
              <p14:cNvContentPartPr/>
              <p14:nvPr/>
            </p14:nvContentPartPr>
            <p14:xfrm>
              <a:off x="4201380" y="4481940"/>
              <a:ext cx="144720" cy="341640"/>
            </p14:xfrm>
          </p:contentPart>
        </mc:Choice>
        <mc:Fallback>
          <p:pic>
            <p:nvPicPr>
              <p:cNvPr id="158" name="Ink 157">
                <a:extLst>
                  <a:ext uri="{FF2B5EF4-FFF2-40B4-BE49-F238E27FC236}">
                    <a16:creationId xmlns:a16="http://schemas.microsoft.com/office/drawing/2014/main" id="{F86DA522-2CAF-4EA3-A236-ABD2DAB76BF7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4192380" y="4472940"/>
                <a:ext cx="162360" cy="35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0">
            <p14:nvContentPartPr>
              <p14:cNvPr id="162" name="Ink 161">
                <a:extLst>
                  <a:ext uri="{FF2B5EF4-FFF2-40B4-BE49-F238E27FC236}">
                    <a16:creationId xmlns:a16="http://schemas.microsoft.com/office/drawing/2014/main" id="{A0800C30-E10E-4A09-B692-E1AB0405FBA6}"/>
                  </a:ext>
                </a:extLst>
              </p14:cNvPr>
              <p14:cNvContentPartPr/>
              <p14:nvPr/>
            </p14:nvContentPartPr>
            <p14:xfrm>
              <a:off x="4381380" y="4348020"/>
              <a:ext cx="39960" cy="176040"/>
            </p14:xfrm>
          </p:contentPart>
        </mc:Choice>
        <mc:Fallback>
          <p:pic>
            <p:nvPicPr>
              <p:cNvPr id="162" name="Ink 161">
                <a:extLst>
                  <a:ext uri="{FF2B5EF4-FFF2-40B4-BE49-F238E27FC236}">
                    <a16:creationId xmlns:a16="http://schemas.microsoft.com/office/drawing/2014/main" id="{A0800C30-E10E-4A09-B692-E1AB0405FBA6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4372380" y="4339380"/>
                <a:ext cx="57600" cy="19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2">
            <p14:nvContentPartPr>
              <p14:cNvPr id="163" name="Ink 162">
                <a:extLst>
                  <a:ext uri="{FF2B5EF4-FFF2-40B4-BE49-F238E27FC236}">
                    <a16:creationId xmlns:a16="http://schemas.microsoft.com/office/drawing/2014/main" id="{2D66F120-11FC-4032-BFD6-9DA0F2B3D48E}"/>
                  </a:ext>
                </a:extLst>
              </p14:cNvPr>
              <p14:cNvContentPartPr/>
              <p14:nvPr/>
            </p14:nvContentPartPr>
            <p14:xfrm>
              <a:off x="4468860" y="4651500"/>
              <a:ext cx="251640" cy="74520"/>
            </p14:xfrm>
          </p:contentPart>
        </mc:Choice>
        <mc:Fallback>
          <p:pic>
            <p:nvPicPr>
              <p:cNvPr id="163" name="Ink 162">
                <a:extLst>
                  <a:ext uri="{FF2B5EF4-FFF2-40B4-BE49-F238E27FC236}">
                    <a16:creationId xmlns:a16="http://schemas.microsoft.com/office/drawing/2014/main" id="{2D66F120-11FC-4032-BFD6-9DA0F2B3D48E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4460220" y="4642500"/>
                <a:ext cx="269280" cy="9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4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7E2BB7DF-37A1-4562-82F1-F1AABBBC214B}"/>
                  </a:ext>
                </a:extLst>
              </p14:cNvPr>
              <p14:cNvContentPartPr/>
              <p14:nvPr/>
            </p14:nvContentPartPr>
            <p14:xfrm>
              <a:off x="4935780" y="4771740"/>
              <a:ext cx="114840" cy="8280"/>
            </p14:xfrm>
          </p:contentPart>
        </mc:Choice>
        <mc:Fallback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7E2BB7DF-37A1-4562-82F1-F1AABBBC214B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4926780" y="4762740"/>
                <a:ext cx="132480" cy="2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6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970749D5-20C6-4D43-8C4A-C9D5AF1B22F7}"/>
                  </a:ext>
                </a:extLst>
              </p14:cNvPr>
              <p14:cNvContentPartPr/>
              <p14:nvPr/>
            </p14:nvContentPartPr>
            <p14:xfrm>
              <a:off x="4905900" y="4827900"/>
              <a:ext cx="206280" cy="20160"/>
            </p14:xfrm>
          </p:contentPart>
        </mc:Choice>
        <mc:Fallback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970749D5-20C6-4D43-8C4A-C9D5AF1B22F7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4896900" y="4819260"/>
                <a:ext cx="22392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8">
            <p14:nvContentPartPr>
              <p14:cNvPr id="176" name="Ink 175">
                <a:extLst>
                  <a:ext uri="{FF2B5EF4-FFF2-40B4-BE49-F238E27FC236}">
                    <a16:creationId xmlns:a16="http://schemas.microsoft.com/office/drawing/2014/main" id="{4FA826A2-A3BF-40C2-B07D-A2B04C4569C9}"/>
                  </a:ext>
                </a:extLst>
              </p14:cNvPr>
              <p14:cNvContentPartPr/>
              <p14:nvPr/>
            </p14:nvContentPartPr>
            <p14:xfrm>
              <a:off x="3539340" y="4581300"/>
              <a:ext cx="30960" cy="234000"/>
            </p14:xfrm>
          </p:contentPart>
        </mc:Choice>
        <mc:Fallback>
          <p:pic>
            <p:nvPicPr>
              <p:cNvPr id="176" name="Ink 175">
                <a:extLst>
                  <a:ext uri="{FF2B5EF4-FFF2-40B4-BE49-F238E27FC236}">
                    <a16:creationId xmlns:a16="http://schemas.microsoft.com/office/drawing/2014/main" id="{4FA826A2-A3BF-40C2-B07D-A2B04C4569C9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3530340" y="4572300"/>
                <a:ext cx="48600" cy="25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0">
            <p14:nvContentPartPr>
              <p14:cNvPr id="177" name="Ink 176">
                <a:extLst>
                  <a:ext uri="{FF2B5EF4-FFF2-40B4-BE49-F238E27FC236}">
                    <a16:creationId xmlns:a16="http://schemas.microsoft.com/office/drawing/2014/main" id="{35684FB6-A7A0-46A4-865A-47E85D1359A3}"/>
                  </a:ext>
                </a:extLst>
              </p14:cNvPr>
              <p14:cNvContentPartPr/>
              <p14:nvPr/>
            </p14:nvContentPartPr>
            <p14:xfrm>
              <a:off x="3574980" y="4623420"/>
              <a:ext cx="315720" cy="235800"/>
            </p14:xfrm>
          </p:contentPart>
        </mc:Choice>
        <mc:Fallback>
          <p:pic>
            <p:nvPicPr>
              <p:cNvPr id="177" name="Ink 176">
                <a:extLst>
                  <a:ext uri="{FF2B5EF4-FFF2-40B4-BE49-F238E27FC236}">
                    <a16:creationId xmlns:a16="http://schemas.microsoft.com/office/drawing/2014/main" id="{35684FB6-A7A0-46A4-865A-47E85D1359A3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3566340" y="4614780"/>
                <a:ext cx="333360" cy="25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2">
            <p14:nvContentPartPr>
              <p14:cNvPr id="180" name="Ink 179">
                <a:extLst>
                  <a:ext uri="{FF2B5EF4-FFF2-40B4-BE49-F238E27FC236}">
                    <a16:creationId xmlns:a16="http://schemas.microsoft.com/office/drawing/2014/main" id="{4D996DEA-67AE-4DA2-BFE6-78D2E3F9AAC8}"/>
                  </a:ext>
                </a:extLst>
              </p14:cNvPr>
              <p14:cNvContentPartPr/>
              <p14:nvPr/>
            </p14:nvContentPartPr>
            <p14:xfrm>
              <a:off x="5549220" y="4567980"/>
              <a:ext cx="30240" cy="279000"/>
            </p14:xfrm>
          </p:contentPart>
        </mc:Choice>
        <mc:Fallback>
          <p:pic>
            <p:nvPicPr>
              <p:cNvPr id="180" name="Ink 179">
                <a:extLst>
                  <a:ext uri="{FF2B5EF4-FFF2-40B4-BE49-F238E27FC236}">
                    <a16:creationId xmlns:a16="http://schemas.microsoft.com/office/drawing/2014/main" id="{4D996DEA-67AE-4DA2-BFE6-78D2E3F9AAC8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5540580" y="4558980"/>
                <a:ext cx="47880" cy="29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4">
            <p14:nvContentPartPr>
              <p14:cNvPr id="181" name="Ink 180">
                <a:extLst>
                  <a:ext uri="{FF2B5EF4-FFF2-40B4-BE49-F238E27FC236}">
                    <a16:creationId xmlns:a16="http://schemas.microsoft.com/office/drawing/2014/main" id="{2F196883-E992-42B8-93ED-99D7EE69512C}"/>
                  </a:ext>
                </a:extLst>
              </p14:cNvPr>
              <p14:cNvContentPartPr/>
              <p14:nvPr/>
            </p14:nvContentPartPr>
            <p14:xfrm>
              <a:off x="5607180" y="4648620"/>
              <a:ext cx="351000" cy="203040"/>
            </p14:xfrm>
          </p:contentPart>
        </mc:Choice>
        <mc:Fallback>
          <p:pic>
            <p:nvPicPr>
              <p:cNvPr id="181" name="Ink 180">
                <a:extLst>
                  <a:ext uri="{FF2B5EF4-FFF2-40B4-BE49-F238E27FC236}">
                    <a16:creationId xmlns:a16="http://schemas.microsoft.com/office/drawing/2014/main" id="{2F196883-E992-42B8-93ED-99D7EE69512C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5598540" y="4639980"/>
                <a:ext cx="368640" cy="22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6">
            <p14:nvContentPartPr>
              <p14:cNvPr id="183" name="Ink 182">
                <a:extLst>
                  <a:ext uri="{FF2B5EF4-FFF2-40B4-BE49-F238E27FC236}">
                    <a16:creationId xmlns:a16="http://schemas.microsoft.com/office/drawing/2014/main" id="{E826EA7A-9374-4F9D-A53B-BAB7F55F0A5F}"/>
                  </a:ext>
                </a:extLst>
              </p14:cNvPr>
              <p14:cNvContentPartPr/>
              <p14:nvPr/>
            </p14:nvContentPartPr>
            <p14:xfrm>
              <a:off x="6696180" y="4625580"/>
              <a:ext cx="32400" cy="233640"/>
            </p14:xfrm>
          </p:contentPart>
        </mc:Choice>
        <mc:Fallback>
          <p:pic>
            <p:nvPicPr>
              <p:cNvPr id="183" name="Ink 182">
                <a:extLst>
                  <a:ext uri="{FF2B5EF4-FFF2-40B4-BE49-F238E27FC236}">
                    <a16:creationId xmlns:a16="http://schemas.microsoft.com/office/drawing/2014/main" id="{E826EA7A-9374-4F9D-A53B-BAB7F55F0A5F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6687540" y="4616940"/>
                <a:ext cx="50040" cy="25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8">
            <p14:nvContentPartPr>
              <p14:cNvPr id="184" name="Ink 183">
                <a:extLst>
                  <a:ext uri="{FF2B5EF4-FFF2-40B4-BE49-F238E27FC236}">
                    <a16:creationId xmlns:a16="http://schemas.microsoft.com/office/drawing/2014/main" id="{431A08B6-4CE7-4995-A384-3C0BDC375523}"/>
                  </a:ext>
                </a:extLst>
              </p14:cNvPr>
              <p14:cNvContentPartPr/>
              <p14:nvPr/>
            </p14:nvContentPartPr>
            <p14:xfrm>
              <a:off x="6808860" y="3696780"/>
              <a:ext cx="236880" cy="1242720"/>
            </p14:xfrm>
          </p:contentPart>
        </mc:Choice>
        <mc:Fallback>
          <p:pic>
            <p:nvPicPr>
              <p:cNvPr id="184" name="Ink 183">
                <a:extLst>
                  <a:ext uri="{FF2B5EF4-FFF2-40B4-BE49-F238E27FC236}">
                    <a16:creationId xmlns:a16="http://schemas.microsoft.com/office/drawing/2014/main" id="{431A08B6-4CE7-4995-A384-3C0BDC375523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6799860" y="3687780"/>
                <a:ext cx="254520" cy="126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0">
            <p14:nvContentPartPr>
              <p14:cNvPr id="186" name="Ink 185">
                <a:extLst>
                  <a:ext uri="{FF2B5EF4-FFF2-40B4-BE49-F238E27FC236}">
                    <a16:creationId xmlns:a16="http://schemas.microsoft.com/office/drawing/2014/main" id="{C8F251DC-8A83-4EE9-863A-63604EAF2016}"/>
                  </a:ext>
                </a:extLst>
              </p14:cNvPr>
              <p14:cNvContentPartPr/>
              <p14:nvPr/>
            </p14:nvContentPartPr>
            <p14:xfrm>
              <a:off x="6241140" y="3520020"/>
              <a:ext cx="305640" cy="27360"/>
            </p14:xfrm>
          </p:contentPart>
        </mc:Choice>
        <mc:Fallback>
          <p:pic>
            <p:nvPicPr>
              <p:cNvPr id="186" name="Ink 185">
                <a:extLst>
                  <a:ext uri="{FF2B5EF4-FFF2-40B4-BE49-F238E27FC236}">
                    <a16:creationId xmlns:a16="http://schemas.microsoft.com/office/drawing/2014/main" id="{C8F251DC-8A83-4EE9-863A-63604EAF2016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6232500" y="3511380"/>
                <a:ext cx="323280" cy="4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2">
            <p14:nvContentPartPr>
              <p14:cNvPr id="195" name="Ink 194">
                <a:extLst>
                  <a:ext uri="{FF2B5EF4-FFF2-40B4-BE49-F238E27FC236}">
                    <a16:creationId xmlns:a16="http://schemas.microsoft.com/office/drawing/2014/main" id="{3D4E48A7-15A5-483D-BA2C-A2AB2FA6121E}"/>
                  </a:ext>
                </a:extLst>
              </p14:cNvPr>
              <p14:cNvContentPartPr/>
              <p14:nvPr/>
            </p14:nvContentPartPr>
            <p14:xfrm>
              <a:off x="6594300" y="3544140"/>
              <a:ext cx="319680" cy="297720"/>
            </p14:xfrm>
          </p:contentPart>
        </mc:Choice>
        <mc:Fallback>
          <p:pic>
            <p:nvPicPr>
              <p:cNvPr id="195" name="Ink 194">
                <a:extLst>
                  <a:ext uri="{FF2B5EF4-FFF2-40B4-BE49-F238E27FC236}">
                    <a16:creationId xmlns:a16="http://schemas.microsoft.com/office/drawing/2014/main" id="{3D4E48A7-15A5-483D-BA2C-A2AB2FA6121E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6585300" y="3535500"/>
                <a:ext cx="337320" cy="31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4">
            <p14:nvContentPartPr>
              <p14:cNvPr id="196" name="Ink 195">
                <a:extLst>
                  <a:ext uri="{FF2B5EF4-FFF2-40B4-BE49-F238E27FC236}">
                    <a16:creationId xmlns:a16="http://schemas.microsoft.com/office/drawing/2014/main" id="{F8E35706-B553-473D-8ED3-94BEACD1C928}"/>
                  </a:ext>
                </a:extLst>
              </p14:cNvPr>
              <p14:cNvContentPartPr/>
              <p14:nvPr/>
            </p14:nvContentPartPr>
            <p14:xfrm>
              <a:off x="7324380" y="3558900"/>
              <a:ext cx="349560" cy="160560"/>
            </p14:xfrm>
          </p:contentPart>
        </mc:Choice>
        <mc:Fallback>
          <p:pic>
            <p:nvPicPr>
              <p:cNvPr id="196" name="Ink 195">
                <a:extLst>
                  <a:ext uri="{FF2B5EF4-FFF2-40B4-BE49-F238E27FC236}">
                    <a16:creationId xmlns:a16="http://schemas.microsoft.com/office/drawing/2014/main" id="{F8E35706-B553-473D-8ED3-94BEACD1C928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7315740" y="3550260"/>
                <a:ext cx="367200" cy="17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6">
            <p14:nvContentPartPr>
              <p14:cNvPr id="199" name="Ink 198">
                <a:extLst>
                  <a:ext uri="{FF2B5EF4-FFF2-40B4-BE49-F238E27FC236}">
                    <a16:creationId xmlns:a16="http://schemas.microsoft.com/office/drawing/2014/main" id="{70462C8D-DC64-4607-A05B-138E49A23ECD}"/>
                  </a:ext>
                </a:extLst>
              </p14:cNvPr>
              <p14:cNvContentPartPr/>
              <p14:nvPr/>
            </p14:nvContentPartPr>
            <p14:xfrm>
              <a:off x="7056180" y="3252540"/>
              <a:ext cx="167400" cy="210600"/>
            </p14:xfrm>
          </p:contentPart>
        </mc:Choice>
        <mc:Fallback>
          <p:pic>
            <p:nvPicPr>
              <p:cNvPr id="199" name="Ink 198">
                <a:extLst>
                  <a:ext uri="{FF2B5EF4-FFF2-40B4-BE49-F238E27FC236}">
                    <a16:creationId xmlns:a16="http://schemas.microsoft.com/office/drawing/2014/main" id="{70462C8D-DC64-4607-A05B-138E49A23ECD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7047540" y="3243900"/>
                <a:ext cx="185040" cy="22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8">
            <p14:nvContentPartPr>
              <p14:cNvPr id="200" name="Ink 199">
                <a:extLst>
                  <a:ext uri="{FF2B5EF4-FFF2-40B4-BE49-F238E27FC236}">
                    <a16:creationId xmlns:a16="http://schemas.microsoft.com/office/drawing/2014/main" id="{EBBFBA6A-FA8D-49FA-B96A-56762C5C78C3}"/>
                  </a:ext>
                </a:extLst>
              </p14:cNvPr>
              <p14:cNvContentPartPr/>
              <p14:nvPr/>
            </p14:nvContentPartPr>
            <p14:xfrm>
              <a:off x="7376580" y="3209340"/>
              <a:ext cx="241200" cy="279720"/>
            </p14:xfrm>
          </p:contentPart>
        </mc:Choice>
        <mc:Fallback>
          <p:pic>
            <p:nvPicPr>
              <p:cNvPr id="200" name="Ink 199">
                <a:extLst>
                  <a:ext uri="{FF2B5EF4-FFF2-40B4-BE49-F238E27FC236}">
                    <a16:creationId xmlns:a16="http://schemas.microsoft.com/office/drawing/2014/main" id="{EBBFBA6A-FA8D-49FA-B96A-56762C5C78C3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7367580" y="3200700"/>
                <a:ext cx="258840" cy="297360"/>
              </a:xfrm>
              <a:prstGeom prst="rect">
                <a:avLst/>
              </a:prstGeom>
            </p:spPr>
          </p:pic>
        </mc:Fallback>
      </mc:AlternateContent>
      <p:grpSp>
        <p:nvGrpSpPr>
          <p:cNvPr id="205" name="Group 204">
            <a:extLst>
              <a:ext uri="{FF2B5EF4-FFF2-40B4-BE49-F238E27FC236}">
                <a16:creationId xmlns:a16="http://schemas.microsoft.com/office/drawing/2014/main" id="{896B8372-B0E0-4FBA-B1E1-7A36A882796B}"/>
              </a:ext>
            </a:extLst>
          </p:cNvPr>
          <p:cNvGrpSpPr/>
          <p:nvPr/>
        </p:nvGrpSpPr>
        <p:grpSpPr>
          <a:xfrm>
            <a:off x="7723980" y="3775260"/>
            <a:ext cx="1284480" cy="391320"/>
            <a:chOff x="7723980" y="3775260"/>
            <a:chExt cx="1284480" cy="391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C7643451-6C86-4307-AD48-652C55768F82}"/>
                    </a:ext>
                  </a:extLst>
                </p14:cNvPr>
                <p14:cNvContentPartPr/>
                <p14:nvPr/>
              </p14:nvContentPartPr>
              <p14:xfrm>
                <a:off x="7777980" y="3919980"/>
                <a:ext cx="11880" cy="19116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C7643451-6C86-4307-AD48-652C55768F82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7768980" y="3910980"/>
                  <a:ext cx="2952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63263D3A-3CFE-42F1-86CE-1C267242D272}"/>
                    </a:ext>
                  </a:extLst>
                </p14:cNvPr>
                <p14:cNvContentPartPr/>
                <p14:nvPr/>
              </p14:nvContentPartPr>
              <p14:xfrm>
                <a:off x="7795260" y="3795060"/>
                <a:ext cx="127080" cy="22968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63263D3A-3CFE-42F1-86CE-1C267242D272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7786620" y="3786060"/>
                  <a:ext cx="14472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3EE34F6F-DD45-4236-9693-3E167C2ED5AB}"/>
                    </a:ext>
                  </a:extLst>
                </p14:cNvPr>
                <p14:cNvContentPartPr/>
                <p14:nvPr/>
              </p14:nvContentPartPr>
              <p14:xfrm>
                <a:off x="7723980" y="3775260"/>
                <a:ext cx="483480" cy="35712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3EE34F6F-DD45-4236-9693-3E167C2ED5AB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7714980" y="3766260"/>
                  <a:ext cx="501120" cy="37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D59C8F51-584D-45E9-B13B-8BB23078186B}"/>
                    </a:ext>
                  </a:extLst>
                </p14:cNvPr>
                <p14:cNvContentPartPr/>
                <p14:nvPr/>
              </p14:nvContentPartPr>
              <p14:xfrm>
                <a:off x="8265780" y="3911700"/>
                <a:ext cx="182520" cy="22212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D59C8F51-584D-45E9-B13B-8BB23078186B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8257140" y="3902700"/>
                  <a:ext cx="20016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AA052049-8043-4148-AA6B-0A1F4EDF2D8C}"/>
                    </a:ext>
                  </a:extLst>
                </p14:cNvPr>
                <p14:cNvContentPartPr/>
                <p14:nvPr/>
              </p14:nvContentPartPr>
              <p14:xfrm>
                <a:off x="8535420" y="3828540"/>
                <a:ext cx="65520" cy="33804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AA052049-8043-4148-AA6B-0A1F4EDF2D8C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8526420" y="3819540"/>
                  <a:ext cx="83160" cy="35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4EBF54E6-ADA8-4CC8-86D8-70A5B503C5FF}"/>
                    </a:ext>
                  </a:extLst>
                </p14:cNvPr>
                <p14:cNvContentPartPr/>
                <p14:nvPr/>
              </p14:nvContentPartPr>
              <p14:xfrm>
                <a:off x="8668980" y="3973980"/>
                <a:ext cx="148680" cy="9216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4EBF54E6-ADA8-4CC8-86D8-70A5B503C5FF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8660340" y="3964980"/>
                  <a:ext cx="16632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CEFBD50F-1DEF-41D4-A82F-F2C22C760954}"/>
                    </a:ext>
                  </a:extLst>
                </p14:cNvPr>
                <p14:cNvContentPartPr/>
                <p14:nvPr/>
              </p14:nvContentPartPr>
              <p14:xfrm>
                <a:off x="8871300" y="3892620"/>
                <a:ext cx="137160" cy="20736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CEFBD50F-1DEF-41D4-A82F-F2C22C760954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8862300" y="3883980"/>
                  <a:ext cx="15480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A64D3774-BA57-46C3-9118-1DC3F5F6DE17}"/>
                    </a:ext>
                  </a:extLst>
                </p14:cNvPr>
                <p14:cNvContentPartPr/>
                <p14:nvPr/>
              </p14:nvContentPartPr>
              <p14:xfrm>
                <a:off x="8265780" y="3780660"/>
                <a:ext cx="18000" cy="28980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A64D3774-BA57-46C3-9118-1DC3F5F6DE17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8257140" y="3772020"/>
                  <a:ext cx="3564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5FC94B26-FB70-4F36-B79D-038858962ECB}"/>
                    </a:ext>
                  </a:extLst>
                </p14:cNvPr>
                <p14:cNvContentPartPr/>
                <p14:nvPr/>
              </p14:nvContentPartPr>
              <p14:xfrm>
                <a:off x="8277300" y="3784980"/>
                <a:ext cx="239040" cy="22032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5FC94B26-FB70-4F36-B79D-038858962ECB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8268660" y="3776340"/>
                  <a:ext cx="25668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65A23CA5-EA5C-4D6F-B553-88A2B09E5F0A}"/>
                    </a:ext>
                  </a:extLst>
                </p14:cNvPr>
                <p14:cNvContentPartPr/>
                <p14:nvPr/>
              </p14:nvContentPartPr>
              <p14:xfrm>
                <a:off x="8303220" y="3936540"/>
                <a:ext cx="186480" cy="19620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65A23CA5-EA5C-4D6F-B553-88A2B09E5F0A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8294220" y="3927900"/>
                  <a:ext cx="204120" cy="213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6" name="Group 215">
            <a:extLst>
              <a:ext uri="{FF2B5EF4-FFF2-40B4-BE49-F238E27FC236}">
                <a16:creationId xmlns:a16="http://schemas.microsoft.com/office/drawing/2014/main" id="{1433DDD0-2D00-4DCF-9D13-54B0E62117B5}"/>
              </a:ext>
            </a:extLst>
          </p:cNvPr>
          <p:cNvGrpSpPr/>
          <p:nvPr/>
        </p:nvGrpSpPr>
        <p:grpSpPr>
          <a:xfrm>
            <a:off x="1445220" y="55380"/>
            <a:ext cx="2827440" cy="416880"/>
            <a:chOff x="1445220" y="55380"/>
            <a:chExt cx="2827440" cy="416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3433A0E7-599C-4CC8-B231-86B1DBB049CE}"/>
                    </a:ext>
                  </a:extLst>
                </p14:cNvPr>
                <p14:cNvContentPartPr/>
                <p14:nvPr/>
              </p14:nvContentPartPr>
              <p14:xfrm>
                <a:off x="1445220" y="76980"/>
                <a:ext cx="130680" cy="1260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3433A0E7-599C-4CC8-B231-86B1DBB049CE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436220" y="68340"/>
                  <a:ext cx="14832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49C5F75D-2EE2-4DD7-867C-42F2B0DFEA88}"/>
                    </a:ext>
                  </a:extLst>
                </p14:cNvPr>
                <p14:cNvContentPartPr/>
                <p14:nvPr/>
              </p14:nvContentPartPr>
              <p14:xfrm>
                <a:off x="1481580" y="76980"/>
                <a:ext cx="28440" cy="1486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49C5F75D-2EE2-4DD7-867C-42F2B0DFEA88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472580" y="68340"/>
                  <a:ext cx="4608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C984FFC4-8527-414B-900C-3F2200AB0B94}"/>
                    </a:ext>
                  </a:extLst>
                </p14:cNvPr>
                <p14:cNvContentPartPr/>
                <p14:nvPr/>
              </p14:nvContentPartPr>
              <p14:xfrm>
                <a:off x="1647900" y="73380"/>
                <a:ext cx="142920" cy="2030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C984FFC4-8527-414B-900C-3F2200AB0B94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638900" y="64740"/>
                  <a:ext cx="16056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ED9495B8-6AAA-4B2C-9750-285BF77AC6D5}"/>
                    </a:ext>
                  </a:extLst>
                </p14:cNvPr>
                <p14:cNvContentPartPr/>
                <p14:nvPr/>
              </p14:nvContentPartPr>
              <p14:xfrm>
                <a:off x="1825380" y="133860"/>
                <a:ext cx="136800" cy="1756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ED9495B8-6AAA-4B2C-9750-285BF77AC6D5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816380" y="125220"/>
                  <a:ext cx="15444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A12DC02B-C9A8-4225-A6C2-CF7AE563CE98}"/>
                    </a:ext>
                  </a:extLst>
                </p14:cNvPr>
                <p14:cNvContentPartPr/>
                <p14:nvPr/>
              </p14:nvContentPartPr>
              <p14:xfrm>
                <a:off x="2080260" y="109020"/>
                <a:ext cx="66600" cy="2232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A12DC02B-C9A8-4225-A6C2-CF7AE563CE98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2071260" y="100380"/>
                  <a:ext cx="8424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0954B1D7-5C3D-463C-926F-EFA39B21452A}"/>
                    </a:ext>
                  </a:extLst>
                </p14:cNvPr>
                <p14:cNvContentPartPr/>
                <p14:nvPr/>
              </p14:nvContentPartPr>
              <p14:xfrm>
                <a:off x="2245500" y="193980"/>
                <a:ext cx="88920" cy="158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0954B1D7-5C3D-463C-926F-EFA39B21452A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2236860" y="184980"/>
                  <a:ext cx="10656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05CFEA4F-DC4E-40F5-BD6E-B1FA937AEB47}"/>
                    </a:ext>
                  </a:extLst>
                </p14:cNvPr>
                <p14:cNvContentPartPr/>
                <p14:nvPr/>
              </p14:nvContentPartPr>
              <p14:xfrm>
                <a:off x="2239740" y="247620"/>
                <a:ext cx="191880" cy="28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05CFEA4F-DC4E-40F5-BD6E-B1FA937AEB47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2231100" y="238980"/>
                  <a:ext cx="20952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7B94DFD8-9A75-44C4-86A4-5873A15D4AD0}"/>
                    </a:ext>
                  </a:extLst>
                </p14:cNvPr>
                <p14:cNvContentPartPr/>
                <p14:nvPr/>
              </p14:nvContentPartPr>
              <p14:xfrm>
                <a:off x="2592900" y="75180"/>
                <a:ext cx="131400" cy="1800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7B94DFD8-9A75-44C4-86A4-5873A15D4AD0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2583900" y="66540"/>
                  <a:ext cx="14904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BAAEC51A-B87A-45C5-BA9A-82C8E7CF3080}"/>
                    </a:ext>
                  </a:extLst>
                </p14:cNvPr>
                <p14:cNvContentPartPr/>
                <p14:nvPr/>
              </p14:nvContentPartPr>
              <p14:xfrm>
                <a:off x="2881980" y="55380"/>
                <a:ext cx="225360" cy="2836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BAAEC51A-B87A-45C5-BA9A-82C8E7CF3080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2872980" y="46380"/>
                  <a:ext cx="24300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FF29F86F-64B0-4C6D-8359-7D66AE791CA6}"/>
                    </a:ext>
                  </a:extLst>
                </p14:cNvPr>
                <p14:cNvContentPartPr/>
                <p14:nvPr/>
              </p14:nvContentPartPr>
              <p14:xfrm>
                <a:off x="3004380" y="62580"/>
                <a:ext cx="154800" cy="2242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FF29F86F-64B0-4C6D-8359-7D66AE791CA6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2995740" y="53940"/>
                  <a:ext cx="17244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A15AF2B3-2976-4F1F-A1E6-7D948B783F01}"/>
                    </a:ext>
                  </a:extLst>
                </p14:cNvPr>
                <p14:cNvContentPartPr/>
                <p14:nvPr/>
              </p14:nvContentPartPr>
              <p14:xfrm>
                <a:off x="3127140" y="69780"/>
                <a:ext cx="187200" cy="61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A15AF2B3-2976-4F1F-A1E6-7D948B783F01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3118500" y="61140"/>
                  <a:ext cx="20484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A4F0E6C7-D0BA-4E95-88EE-8694D449F702}"/>
                    </a:ext>
                  </a:extLst>
                </p14:cNvPr>
                <p14:cNvContentPartPr/>
                <p14:nvPr/>
              </p14:nvContentPartPr>
              <p14:xfrm>
                <a:off x="3251340" y="165540"/>
                <a:ext cx="140040" cy="1969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A4F0E6C7-D0BA-4E95-88EE-8694D449F702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3242700" y="156540"/>
                  <a:ext cx="15768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587FDF2-C3A6-4A20-955D-2570DFBE309C}"/>
                    </a:ext>
                  </a:extLst>
                </p14:cNvPr>
                <p14:cNvContentPartPr/>
                <p14:nvPr/>
              </p14:nvContentPartPr>
              <p14:xfrm>
                <a:off x="3447900" y="83100"/>
                <a:ext cx="66600" cy="3366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587FDF2-C3A6-4A20-955D-2570DFBE309C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3438900" y="74100"/>
                  <a:ext cx="84240" cy="35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0A84517A-641A-4589-BCA3-DED415B72F06}"/>
                    </a:ext>
                  </a:extLst>
                </p14:cNvPr>
                <p14:cNvContentPartPr/>
                <p14:nvPr/>
              </p14:nvContentPartPr>
              <p14:xfrm>
                <a:off x="3678660" y="166260"/>
                <a:ext cx="148680" cy="10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0A84517A-641A-4589-BCA3-DED415B72F06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3670020" y="157260"/>
                  <a:ext cx="16632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3A0B3EBB-3840-4BC6-9131-78E4F3857162}"/>
                    </a:ext>
                  </a:extLst>
                </p14:cNvPr>
                <p14:cNvContentPartPr/>
                <p14:nvPr/>
              </p14:nvContentPartPr>
              <p14:xfrm>
                <a:off x="3725100" y="73380"/>
                <a:ext cx="38880" cy="1828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3A0B3EBB-3840-4BC6-9131-78E4F3857162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3716100" y="64740"/>
                  <a:ext cx="5652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9E939ACD-7A84-4852-8099-674AED3FF6C8}"/>
                    </a:ext>
                  </a:extLst>
                </p14:cNvPr>
                <p14:cNvContentPartPr/>
                <p14:nvPr/>
              </p14:nvContentPartPr>
              <p14:xfrm>
                <a:off x="3663540" y="148980"/>
                <a:ext cx="230040" cy="255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9E939ACD-7A84-4852-8099-674AED3FF6C8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3654900" y="139980"/>
                  <a:ext cx="24768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BF55408-854C-4EB4-AAEB-EA735562DE9C}"/>
                    </a:ext>
                  </a:extLst>
                </p14:cNvPr>
                <p14:cNvContentPartPr/>
                <p14:nvPr/>
              </p14:nvContentPartPr>
              <p14:xfrm>
                <a:off x="4078260" y="89580"/>
                <a:ext cx="194400" cy="1540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BF55408-854C-4EB4-AAEB-EA735562DE9C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4069260" y="80940"/>
                  <a:ext cx="21204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0105003F-9AA4-4C2E-A3D4-BBF5FABF8DD1}"/>
                    </a:ext>
                  </a:extLst>
                </p14:cNvPr>
                <p14:cNvContentPartPr/>
                <p14:nvPr/>
              </p14:nvContentPartPr>
              <p14:xfrm>
                <a:off x="4103100" y="90660"/>
                <a:ext cx="165600" cy="1771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0105003F-9AA4-4C2E-A3D4-BBF5FABF8DD1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4094100" y="82020"/>
                  <a:ext cx="18324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7941118D-D227-4ECA-9027-2B293A81FE48}"/>
                    </a:ext>
                  </a:extLst>
                </p14:cNvPr>
                <p14:cNvContentPartPr/>
                <p14:nvPr/>
              </p14:nvContentPartPr>
              <p14:xfrm>
                <a:off x="4080780" y="81660"/>
                <a:ext cx="160920" cy="1702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7941118D-D227-4ECA-9027-2B293A81FE48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4071780" y="72660"/>
                  <a:ext cx="17856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037D7DAB-2517-4A9C-AFA5-01B62682A7AD}"/>
                    </a:ext>
                  </a:extLst>
                </p14:cNvPr>
                <p14:cNvContentPartPr/>
                <p14:nvPr/>
              </p14:nvContentPartPr>
              <p14:xfrm>
                <a:off x="3141900" y="446700"/>
                <a:ext cx="283320" cy="2556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037D7DAB-2517-4A9C-AFA5-01B62682A7AD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3133260" y="438060"/>
                  <a:ext cx="300960" cy="43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7" name="Group 226">
            <a:extLst>
              <a:ext uri="{FF2B5EF4-FFF2-40B4-BE49-F238E27FC236}">
                <a16:creationId xmlns:a16="http://schemas.microsoft.com/office/drawing/2014/main" id="{60DC6CE6-115F-47AB-B8FF-BB1685704B58}"/>
              </a:ext>
            </a:extLst>
          </p:cNvPr>
          <p:cNvGrpSpPr/>
          <p:nvPr/>
        </p:nvGrpSpPr>
        <p:grpSpPr>
          <a:xfrm>
            <a:off x="7563420" y="2121060"/>
            <a:ext cx="484560" cy="187560"/>
            <a:chOff x="7563420" y="2121060"/>
            <a:chExt cx="484560" cy="187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A316ED0C-990B-4E42-AB01-B76FA8158935}"/>
                    </a:ext>
                  </a:extLst>
                </p14:cNvPr>
                <p14:cNvContentPartPr/>
                <p14:nvPr/>
              </p14:nvContentPartPr>
              <p14:xfrm>
                <a:off x="7852140" y="2121060"/>
                <a:ext cx="38880" cy="16236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A316ED0C-990B-4E42-AB01-B76FA8158935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7843140" y="2112420"/>
                  <a:ext cx="5652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D0D9F802-B957-4B36-BD01-E99B119C0A1A}"/>
                    </a:ext>
                  </a:extLst>
                </p14:cNvPr>
                <p14:cNvContentPartPr/>
                <p14:nvPr/>
              </p14:nvContentPartPr>
              <p14:xfrm>
                <a:off x="7898580" y="2157420"/>
                <a:ext cx="149400" cy="15120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D0D9F802-B957-4B36-BD01-E99B119C0A1A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7889580" y="2148780"/>
                  <a:ext cx="16704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C678703E-923B-4C47-9D7A-B9127FE772D3}"/>
                    </a:ext>
                  </a:extLst>
                </p14:cNvPr>
                <p14:cNvContentPartPr/>
                <p14:nvPr/>
              </p14:nvContentPartPr>
              <p14:xfrm>
                <a:off x="7563420" y="2234820"/>
                <a:ext cx="187200" cy="2556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C678703E-923B-4C47-9D7A-B9127FE772D3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7554420" y="2225820"/>
                  <a:ext cx="20484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BD9227FF-1EFD-4635-83DE-8D9A6D5C0C34}"/>
                    </a:ext>
                  </a:extLst>
                </p14:cNvPr>
                <p14:cNvContentPartPr/>
                <p14:nvPr/>
              </p14:nvContentPartPr>
              <p14:xfrm>
                <a:off x="7587180" y="2285580"/>
                <a:ext cx="152280" cy="1512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BD9227FF-1EFD-4635-83DE-8D9A6D5C0C34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7578540" y="2276940"/>
                  <a:ext cx="169920" cy="3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6" name="Group 225">
            <a:extLst>
              <a:ext uri="{FF2B5EF4-FFF2-40B4-BE49-F238E27FC236}">
                <a16:creationId xmlns:a16="http://schemas.microsoft.com/office/drawing/2014/main" id="{32B54AE9-6E81-4FAF-9141-2282E9BC538C}"/>
              </a:ext>
            </a:extLst>
          </p:cNvPr>
          <p:cNvGrpSpPr/>
          <p:nvPr/>
        </p:nvGrpSpPr>
        <p:grpSpPr>
          <a:xfrm>
            <a:off x="6660180" y="2112420"/>
            <a:ext cx="656640" cy="444240"/>
            <a:chOff x="6660180" y="2112420"/>
            <a:chExt cx="656640" cy="444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D2C51E69-CD7F-4616-9588-0F9AC56E0250}"/>
                    </a:ext>
                  </a:extLst>
                </p14:cNvPr>
                <p14:cNvContentPartPr/>
                <p14:nvPr/>
              </p14:nvContentPartPr>
              <p14:xfrm>
                <a:off x="6660180" y="2112420"/>
                <a:ext cx="231840" cy="19692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D2C51E69-CD7F-4616-9588-0F9AC56E0250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6651180" y="2103780"/>
                  <a:ext cx="24948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6FE2C797-050E-447C-9513-07AB516D01A3}"/>
                    </a:ext>
                  </a:extLst>
                </p14:cNvPr>
                <p14:cNvContentPartPr/>
                <p14:nvPr/>
              </p14:nvContentPartPr>
              <p14:xfrm>
                <a:off x="6915780" y="2174340"/>
                <a:ext cx="120600" cy="38232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6FE2C797-050E-447C-9513-07AB516D01A3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6906780" y="2165340"/>
                  <a:ext cx="138240" cy="39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A5FFA568-BFA8-4870-92BE-5BBB8314637D}"/>
                    </a:ext>
                  </a:extLst>
                </p14:cNvPr>
                <p14:cNvContentPartPr/>
                <p14:nvPr/>
              </p14:nvContentPartPr>
              <p14:xfrm>
                <a:off x="7151220" y="2182620"/>
                <a:ext cx="165600" cy="21600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A5FFA568-BFA8-4870-92BE-5BBB8314637D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7142580" y="2173980"/>
                  <a:ext cx="18324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DCF9392D-17C7-4497-9745-1EA3A20251ED}"/>
                    </a:ext>
                  </a:extLst>
                </p14:cNvPr>
                <p14:cNvContentPartPr/>
                <p14:nvPr/>
              </p14:nvContentPartPr>
              <p14:xfrm>
                <a:off x="7090740" y="2445060"/>
                <a:ext cx="173520" cy="8172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DCF9392D-17C7-4497-9745-1EA3A20251ED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7082100" y="2436420"/>
                  <a:ext cx="191160" cy="99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85">
            <p14:nvContentPartPr>
              <p14:cNvPr id="225" name="Ink 224">
                <a:extLst>
                  <a:ext uri="{FF2B5EF4-FFF2-40B4-BE49-F238E27FC236}">
                    <a16:creationId xmlns:a16="http://schemas.microsoft.com/office/drawing/2014/main" id="{4A69A7C0-F82D-4183-88C5-EA45C20EFC3C}"/>
                  </a:ext>
                </a:extLst>
              </p14:cNvPr>
              <p14:cNvContentPartPr/>
              <p14:nvPr/>
            </p14:nvContentPartPr>
            <p14:xfrm>
              <a:off x="7088940" y="3053100"/>
              <a:ext cx="909000" cy="38520"/>
            </p14:xfrm>
          </p:contentPart>
        </mc:Choice>
        <mc:Fallback>
          <p:pic>
            <p:nvPicPr>
              <p:cNvPr id="225" name="Ink 224">
                <a:extLst>
                  <a:ext uri="{FF2B5EF4-FFF2-40B4-BE49-F238E27FC236}">
                    <a16:creationId xmlns:a16="http://schemas.microsoft.com/office/drawing/2014/main" id="{4A69A7C0-F82D-4183-88C5-EA45C20EFC3C}"/>
                  </a:ext>
                </a:extLst>
              </p:cNvPr>
              <p:cNvPicPr/>
              <p:nvPr/>
            </p:nvPicPr>
            <p:blipFill>
              <a:blip r:embed="rId286"/>
              <a:stretch>
                <a:fillRect/>
              </a:stretch>
            </p:blipFill>
            <p:spPr>
              <a:xfrm>
                <a:off x="7079940" y="3044460"/>
                <a:ext cx="926640" cy="5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7">
            <p14:nvContentPartPr>
              <p14:cNvPr id="228" name="Ink 227">
                <a:extLst>
                  <a:ext uri="{FF2B5EF4-FFF2-40B4-BE49-F238E27FC236}">
                    <a16:creationId xmlns:a16="http://schemas.microsoft.com/office/drawing/2014/main" id="{83B27D4F-D942-46D9-9B15-C7B1A1FF2B47}"/>
                  </a:ext>
                </a:extLst>
              </p14:cNvPr>
              <p14:cNvContentPartPr/>
              <p14:nvPr/>
            </p14:nvContentPartPr>
            <p14:xfrm>
              <a:off x="8545860" y="1966620"/>
              <a:ext cx="322920" cy="838080"/>
            </p14:xfrm>
          </p:contentPart>
        </mc:Choice>
        <mc:Fallback>
          <p:pic>
            <p:nvPicPr>
              <p:cNvPr id="228" name="Ink 227">
                <a:extLst>
                  <a:ext uri="{FF2B5EF4-FFF2-40B4-BE49-F238E27FC236}">
                    <a16:creationId xmlns:a16="http://schemas.microsoft.com/office/drawing/2014/main" id="{83B27D4F-D942-46D9-9B15-C7B1A1FF2B47}"/>
                  </a:ext>
                </a:extLst>
              </p:cNvPr>
              <p:cNvPicPr/>
              <p:nvPr/>
            </p:nvPicPr>
            <p:blipFill>
              <a:blip r:embed="rId288"/>
              <a:stretch>
                <a:fillRect/>
              </a:stretch>
            </p:blipFill>
            <p:spPr>
              <a:xfrm>
                <a:off x="8536860" y="1957620"/>
                <a:ext cx="340560" cy="85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9">
            <p14:nvContentPartPr>
              <p14:cNvPr id="291" name="Ink 290">
                <a:extLst>
                  <a:ext uri="{FF2B5EF4-FFF2-40B4-BE49-F238E27FC236}">
                    <a16:creationId xmlns:a16="http://schemas.microsoft.com/office/drawing/2014/main" id="{9CD20C05-6B04-44A3-B42A-253FD982EA9C}"/>
                  </a:ext>
                </a:extLst>
              </p14:cNvPr>
              <p14:cNvContentPartPr/>
              <p14:nvPr/>
            </p14:nvContentPartPr>
            <p14:xfrm>
              <a:off x="1272780" y="808080"/>
              <a:ext cx="501120" cy="996480"/>
            </p14:xfrm>
          </p:contentPart>
        </mc:Choice>
        <mc:Fallback>
          <p:pic>
            <p:nvPicPr>
              <p:cNvPr id="291" name="Ink 290">
                <a:extLst>
                  <a:ext uri="{FF2B5EF4-FFF2-40B4-BE49-F238E27FC236}">
                    <a16:creationId xmlns:a16="http://schemas.microsoft.com/office/drawing/2014/main" id="{9CD20C05-6B04-44A3-B42A-253FD982EA9C}"/>
                  </a:ext>
                </a:extLst>
              </p:cNvPr>
              <p:cNvPicPr/>
              <p:nvPr/>
            </p:nvPicPr>
            <p:blipFill>
              <a:blip r:embed="rId290"/>
              <a:stretch>
                <a:fillRect/>
              </a:stretch>
            </p:blipFill>
            <p:spPr>
              <a:xfrm>
                <a:off x="1264140" y="799440"/>
                <a:ext cx="518760" cy="1014120"/>
              </a:xfrm>
              <a:prstGeom prst="rect">
                <a:avLst/>
              </a:prstGeom>
            </p:spPr>
          </p:pic>
        </mc:Fallback>
      </mc:AlternateContent>
      <p:grpSp>
        <p:nvGrpSpPr>
          <p:cNvPr id="306" name="Group 305">
            <a:extLst>
              <a:ext uri="{FF2B5EF4-FFF2-40B4-BE49-F238E27FC236}">
                <a16:creationId xmlns:a16="http://schemas.microsoft.com/office/drawing/2014/main" id="{1D84A0F6-FF80-4D47-A0C9-056BC48281A6}"/>
              </a:ext>
            </a:extLst>
          </p:cNvPr>
          <p:cNvGrpSpPr/>
          <p:nvPr/>
        </p:nvGrpSpPr>
        <p:grpSpPr>
          <a:xfrm>
            <a:off x="1585620" y="949620"/>
            <a:ext cx="4718520" cy="1891620"/>
            <a:chOff x="1585620" y="949620"/>
            <a:chExt cx="4718520" cy="18916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1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7D1091DA-F742-4465-8413-13C2E218B01A}"/>
                    </a:ext>
                  </a:extLst>
                </p14:cNvPr>
                <p14:cNvContentPartPr/>
                <p14:nvPr/>
              </p14:nvContentPartPr>
              <p14:xfrm>
                <a:off x="3545100" y="968700"/>
                <a:ext cx="47520" cy="3362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7D1091DA-F742-4465-8413-13C2E218B01A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3536100" y="960060"/>
                  <a:ext cx="65160" cy="35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3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5AF2EECB-DEC4-497F-8EA3-81A3FDACA04B}"/>
                    </a:ext>
                  </a:extLst>
                </p14:cNvPr>
                <p14:cNvContentPartPr/>
                <p14:nvPr/>
              </p14:nvContentPartPr>
              <p14:xfrm>
                <a:off x="3698820" y="949620"/>
                <a:ext cx="18720" cy="3538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5AF2EECB-DEC4-497F-8EA3-81A3FDACA04B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3690180" y="940980"/>
                  <a:ext cx="36360" cy="37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5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16F5E760-CB2C-4458-87EE-10ADA6F612E0}"/>
                    </a:ext>
                  </a:extLst>
                </p14:cNvPr>
                <p14:cNvContentPartPr/>
                <p14:nvPr/>
              </p14:nvContentPartPr>
              <p14:xfrm>
                <a:off x="3352860" y="1172820"/>
                <a:ext cx="322560" cy="2134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16F5E760-CB2C-4458-87EE-10ADA6F612E0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3343860" y="1163820"/>
                  <a:ext cx="34020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7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B90274F2-F3A1-4172-9DA4-80A366833921}"/>
                    </a:ext>
                  </a:extLst>
                </p14:cNvPr>
                <p14:cNvContentPartPr/>
                <p14:nvPr/>
              </p14:nvContentPartPr>
              <p14:xfrm>
                <a:off x="3631500" y="1196580"/>
                <a:ext cx="278640" cy="2224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B90274F2-F3A1-4172-9DA4-80A366833921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3622860" y="1187940"/>
                  <a:ext cx="29628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9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9CC79EF4-96F7-4072-BD38-49D20C3645D7}"/>
                    </a:ext>
                  </a:extLst>
                </p14:cNvPr>
                <p14:cNvContentPartPr/>
                <p14:nvPr/>
              </p14:nvContentPartPr>
              <p14:xfrm>
                <a:off x="1987740" y="1646580"/>
                <a:ext cx="100800" cy="1746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9CC79EF4-96F7-4072-BD38-49D20C3645D7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1979100" y="1637580"/>
                  <a:ext cx="11844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1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9B2105DF-42A5-4845-B10E-6BE42559E494}"/>
                    </a:ext>
                  </a:extLst>
                </p14:cNvPr>
                <p14:cNvContentPartPr/>
                <p14:nvPr/>
              </p14:nvContentPartPr>
              <p14:xfrm>
                <a:off x="2233260" y="1615260"/>
                <a:ext cx="118800" cy="2559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9B2105DF-42A5-4845-B10E-6BE42559E494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2224260" y="1606620"/>
                  <a:ext cx="13644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3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D67920D4-36B1-42DE-99B0-7CD99F61476A}"/>
                    </a:ext>
                  </a:extLst>
                </p14:cNvPr>
                <p14:cNvContentPartPr/>
                <p14:nvPr/>
              </p14:nvContentPartPr>
              <p14:xfrm>
                <a:off x="2421540" y="1662060"/>
                <a:ext cx="119520" cy="2289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D67920D4-36B1-42DE-99B0-7CD99F61476A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2412540" y="1653420"/>
                  <a:ext cx="13716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5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7332B034-E832-43AE-8932-0394CF778D71}"/>
                    </a:ext>
                  </a:extLst>
                </p14:cNvPr>
                <p14:cNvContentPartPr/>
                <p14:nvPr/>
              </p14:nvContentPartPr>
              <p14:xfrm>
                <a:off x="2730780" y="1604100"/>
                <a:ext cx="50400" cy="3146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7332B034-E832-43AE-8932-0394CF778D71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2721780" y="1595100"/>
                  <a:ext cx="68040" cy="33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7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761E66D9-036C-41AF-9C54-7439B70CE9EB}"/>
                    </a:ext>
                  </a:extLst>
                </p14:cNvPr>
                <p14:cNvContentPartPr/>
                <p14:nvPr/>
              </p14:nvContentPartPr>
              <p14:xfrm>
                <a:off x="3001140" y="1724340"/>
                <a:ext cx="91800" cy="115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761E66D9-036C-41AF-9C54-7439B70CE9EB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2992500" y="1715700"/>
                  <a:ext cx="10944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9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780C3559-5DB1-435F-A868-716024322074}"/>
                    </a:ext>
                  </a:extLst>
                </p14:cNvPr>
                <p14:cNvContentPartPr/>
                <p14:nvPr/>
              </p14:nvContentPartPr>
              <p14:xfrm>
                <a:off x="2977020" y="1804260"/>
                <a:ext cx="135000" cy="3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780C3559-5DB1-435F-A868-716024322074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2968380" y="1795260"/>
                  <a:ext cx="1526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1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C2307184-3C4B-458B-8B4B-4FA595F01DB7}"/>
                    </a:ext>
                  </a:extLst>
                </p14:cNvPr>
                <p14:cNvContentPartPr/>
                <p14:nvPr/>
              </p14:nvContentPartPr>
              <p14:xfrm>
                <a:off x="3446100" y="1636860"/>
                <a:ext cx="318960" cy="1789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C2307184-3C4B-458B-8B4B-4FA595F01DB7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3437100" y="1628220"/>
                  <a:ext cx="33660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3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344FFC3E-8E89-4197-90C6-2288F41FA1B6}"/>
                    </a:ext>
                  </a:extLst>
                </p14:cNvPr>
                <p14:cNvContentPartPr/>
                <p14:nvPr/>
              </p14:nvContentPartPr>
              <p14:xfrm>
                <a:off x="3883860" y="1585020"/>
                <a:ext cx="126360" cy="2203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344FFC3E-8E89-4197-90C6-2288F41FA1B6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3874860" y="1576020"/>
                  <a:ext cx="14400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5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4D954F24-84F3-4813-AEFD-4915A4C3D47C}"/>
                    </a:ext>
                  </a:extLst>
                </p14:cNvPr>
                <p14:cNvContentPartPr/>
                <p14:nvPr/>
              </p14:nvContentPartPr>
              <p14:xfrm>
                <a:off x="4107060" y="1491420"/>
                <a:ext cx="205200" cy="6055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4D954F24-84F3-4813-AEFD-4915A4C3D47C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4098060" y="1482420"/>
                  <a:ext cx="222840" cy="62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7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3A641484-13A1-47A6-A1E7-89041FE74897}"/>
                    </a:ext>
                  </a:extLst>
                </p14:cNvPr>
                <p14:cNvContentPartPr/>
                <p14:nvPr/>
              </p14:nvContentPartPr>
              <p14:xfrm>
                <a:off x="4341780" y="1524540"/>
                <a:ext cx="140040" cy="13284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3A641484-13A1-47A6-A1E7-89041FE74897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4333140" y="1515540"/>
                  <a:ext cx="15768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9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264CEC4C-9E40-47F2-96F3-47E3E2A4495A}"/>
                    </a:ext>
                  </a:extLst>
                </p14:cNvPr>
                <p14:cNvContentPartPr/>
                <p14:nvPr/>
              </p14:nvContentPartPr>
              <p14:xfrm>
                <a:off x="4295700" y="1753140"/>
                <a:ext cx="202320" cy="2448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264CEC4C-9E40-47F2-96F3-47E3E2A4495A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4286700" y="1744140"/>
                  <a:ext cx="21996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1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38FDB864-11D2-4253-A0F0-6244233A5D52}"/>
                    </a:ext>
                  </a:extLst>
                </p14:cNvPr>
                <p14:cNvContentPartPr/>
                <p14:nvPr/>
              </p14:nvContentPartPr>
              <p14:xfrm>
                <a:off x="4440780" y="1775460"/>
                <a:ext cx="143280" cy="18792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38FDB864-11D2-4253-A0F0-6244233A5D52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4431780" y="1766820"/>
                  <a:ext cx="16092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3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2FAF1B6D-0582-4420-8EF1-5701FBAE3F5B}"/>
                    </a:ext>
                  </a:extLst>
                </p14:cNvPr>
                <p14:cNvContentPartPr/>
                <p14:nvPr/>
              </p14:nvContentPartPr>
              <p14:xfrm>
                <a:off x="4663260" y="1502580"/>
                <a:ext cx="129960" cy="58680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2FAF1B6D-0582-4420-8EF1-5701FBAE3F5B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4654620" y="1493940"/>
                  <a:ext cx="147600" cy="60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5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EEB8B3FF-9B82-41E5-937C-30256F60E46F}"/>
                    </a:ext>
                  </a:extLst>
                </p14:cNvPr>
                <p14:cNvContentPartPr/>
                <p14:nvPr/>
              </p14:nvContentPartPr>
              <p14:xfrm>
                <a:off x="4936860" y="1661340"/>
                <a:ext cx="170640" cy="2556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EEB8B3FF-9B82-41E5-937C-30256F60E46F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4927860" y="1652340"/>
                  <a:ext cx="18828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7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9C2266E5-F122-4375-A328-AAEEAE0721BF}"/>
                    </a:ext>
                  </a:extLst>
                </p14:cNvPr>
                <p14:cNvContentPartPr/>
                <p14:nvPr/>
              </p14:nvContentPartPr>
              <p14:xfrm>
                <a:off x="5005620" y="1562340"/>
                <a:ext cx="27720" cy="24912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9C2266E5-F122-4375-A328-AAEEAE0721BF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4996980" y="1553700"/>
                  <a:ext cx="4536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9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280EB755-CCE0-4915-9194-028793080F31}"/>
                    </a:ext>
                  </a:extLst>
                </p14:cNvPr>
                <p14:cNvContentPartPr/>
                <p14:nvPr/>
              </p14:nvContentPartPr>
              <p14:xfrm>
                <a:off x="5326380" y="1532100"/>
                <a:ext cx="22680" cy="1893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280EB755-CCE0-4915-9194-028793080F31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5317740" y="1523460"/>
                  <a:ext cx="4032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1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E48C4F6C-8AB9-4EE8-BCD8-B348A7336C29}"/>
                    </a:ext>
                  </a:extLst>
                </p14:cNvPr>
                <p14:cNvContentPartPr/>
                <p14:nvPr/>
              </p14:nvContentPartPr>
              <p14:xfrm>
                <a:off x="5309100" y="1476660"/>
                <a:ext cx="143640" cy="1771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E48C4F6C-8AB9-4EE8-BCD8-B348A7336C29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5300460" y="1468020"/>
                  <a:ext cx="16128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3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ADB59561-73B0-4FC2-A446-7D6245AC8499}"/>
                    </a:ext>
                  </a:extLst>
                </p14:cNvPr>
                <p14:cNvContentPartPr/>
                <p14:nvPr/>
              </p14:nvContentPartPr>
              <p14:xfrm>
                <a:off x="5547780" y="1466220"/>
                <a:ext cx="106560" cy="29124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ADB59561-73B0-4FC2-A446-7D6245AC8499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5538780" y="1457580"/>
                  <a:ext cx="124200" cy="30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5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057E6C51-5BFE-491B-97C0-8EFD68BA5CB4}"/>
                    </a:ext>
                  </a:extLst>
                </p14:cNvPr>
                <p14:cNvContentPartPr/>
                <p14:nvPr/>
              </p14:nvContentPartPr>
              <p14:xfrm>
                <a:off x="5670180" y="1560900"/>
                <a:ext cx="172800" cy="18576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057E6C51-5BFE-491B-97C0-8EFD68BA5CB4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5661180" y="1551900"/>
                  <a:ext cx="19044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7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CEA3B1AF-6373-47A9-A556-B4EE86D66240}"/>
                    </a:ext>
                  </a:extLst>
                </p14:cNvPr>
                <p14:cNvContentPartPr/>
                <p14:nvPr/>
              </p14:nvContentPartPr>
              <p14:xfrm>
                <a:off x="5855940" y="1480260"/>
                <a:ext cx="118800" cy="39960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CEA3B1AF-6373-47A9-A556-B4EE86D66240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5846940" y="1471260"/>
                  <a:ext cx="136440" cy="41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9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748CFF7F-8F4D-48FC-91F8-B535279EA052}"/>
                    </a:ext>
                  </a:extLst>
                </p14:cNvPr>
                <p14:cNvContentPartPr/>
                <p14:nvPr/>
              </p14:nvContentPartPr>
              <p14:xfrm>
                <a:off x="1585620" y="2078040"/>
                <a:ext cx="4718520" cy="763200"/>
              </p14:xfrm>
            </p:contentPart>
          </mc:Choice>
          <mc:Fallback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748CFF7F-8F4D-48FC-91F8-B535279EA052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1576980" y="2069040"/>
                  <a:ext cx="4736160" cy="780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41">
            <p14:nvContentPartPr>
              <p14:cNvPr id="309" name="Ink 308">
                <a:extLst>
                  <a:ext uri="{FF2B5EF4-FFF2-40B4-BE49-F238E27FC236}">
                    <a16:creationId xmlns:a16="http://schemas.microsoft.com/office/drawing/2014/main" id="{86ED2219-DFF8-4960-9897-7121198CCD14}"/>
                  </a:ext>
                </a:extLst>
              </p14:cNvPr>
              <p14:cNvContentPartPr/>
              <p14:nvPr/>
            </p14:nvContentPartPr>
            <p14:xfrm>
              <a:off x="8028180" y="3428760"/>
              <a:ext cx="919440" cy="82800"/>
            </p14:xfrm>
          </p:contentPart>
        </mc:Choice>
        <mc:Fallback>
          <p:pic>
            <p:nvPicPr>
              <p:cNvPr id="309" name="Ink 308">
                <a:extLst>
                  <a:ext uri="{FF2B5EF4-FFF2-40B4-BE49-F238E27FC236}">
                    <a16:creationId xmlns:a16="http://schemas.microsoft.com/office/drawing/2014/main" id="{86ED2219-DFF8-4960-9897-7121198CCD14}"/>
                  </a:ext>
                </a:extLst>
              </p:cNvPr>
              <p:cNvPicPr/>
              <p:nvPr/>
            </p:nvPicPr>
            <p:blipFill>
              <a:blip r:embed="rId342"/>
              <a:stretch>
                <a:fillRect/>
              </a:stretch>
            </p:blipFill>
            <p:spPr>
              <a:xfrm>
                <a:off x="8019540" y="3420120"/>
                <a:ext cx="937080" cy="100440"/>
              </a:xfrm>
              <a:prstGeom prst="rect">
                <a:avLst/>
              </a:prstGeom>
            </p:spPr>
          </p:pic>
        </mc:Fallback>
      </mc:AlternateContent>
      <p:grpSp>
        <p:nvGrpSpPr>
          <p:cNvPr id="317" name="Group 316">
            <a:extLst>
              <a:ext uri="{FF2B5EF4-FFF2-40B4-BE49-F238E27FC236}">
                <a16:creationId xmlns:a16="http://schemas.microsoft.com/office/drawing/2014/main" id="{C2E78E30-8A95-4BDA-9459-F843D7B46504}"/>
              </a:ext>
            </a:extLst>
          </p:cNvPr>
          <p:cNvGrpSpPr/>
          <p:nvPr/>
        </p:nvGrpSpPr>
        <p:grpSpPr>
          <a:xfrm>
            <a:off x="7726140" y="3009900"/>
            <a:ext cx="1361880" cy="534960"/>
            <a:chOff x="7726140" y="3009900"/>
            <a:chExt cx="1361880" cy="534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3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1606641E-6356-4047-8FC0-4339CBFEECA0}"/>
                    </a:ext>
                  </a:extLst>
                </p14:cNvPr>
                <p14:cNvContentPartPr/>
                <p14:nvPr/>
              </p14:nvContentPartPr>
              <p14:xfrm>
                <a:off x="7726140" y="3235620"/>
                <a:ext cx="200880" cy="16488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1606641E-6356-4047-8FC0-4339CBFEECA0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7717140" y="3226980"/>
                  <a:ext cx="21852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5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C8AF43A9-DF4B-462C-9B86-5B155A36B81A}"/>
                    </a:ext>
                  </a:extLst>
                </p14:cNvPr>
                <p14:cNvContentPartPr/>
                <p14:nvPr/>
              </p14:nvContentPartPr>
              <p14:xfrm>
                <a:off x="8079300" y="3180180"/>
                <a:ext cx="73440" cy="18072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C8AF43A9-DF4B-462C-9B86-5B155A36B81A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8070300" y="3171180"/>
                  <a:ext cx="9108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7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AB6AE039-0B49-4825-911D-3E5CB5018D66}"/>
                    </a:ext>
                  </a:extLst>
                </p14:cNvPr>
                <p14:cNvContentPartPr/>
                <p14:nvPr/>
              </p14:nvContentPartPr>
              <p14:xfrm>
                <a:off x="8211060" y="3196380"/>
                <a:ext cx="205920" cy="14220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AB6AE039-0B49-4825-911D-3E5CB5018D66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8202060" y="3187380"/>
                  <a:ext cx="22356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9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C96AE874-F887-4696-8515-1C144A1D3BF1}"/>
                    </a:ext>
                  </a:extLst>
                </p14:cNvPr>
                <p14:cNvContentPartPr/>
                <p14:nvPr/>
              </p14:nvContentPartPr>
              <p14:xfrm>
                <a:off x="8483220" y="3194940"/>
                <a:ext cx="179280" cy="34992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C96AE874-F887-4696-8515-1C144A1D3BF1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8474580" y="3186300"/>
                  <a:ext cx="196920" cy="36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1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6FEFC406-8F0C-4DC7-95C0-D70C8D89382F}"/>
                    </a:ext>
                  </a:extLst>
                </p14:cNvPr>
                <p14:cNvContentPartPr/>
                <p14:nvPr/>
              </p14:nvContentPartPr>
              <p14:xfrm>
                <a:off x="8741340" y="3087660"/>
                <a:ext cx="21600" cy="22032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6FEFC406-8F0C-4DC7-95C0-D70C8D89382F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8732340" y="3079020"/>
                  <a:ext cx="3924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3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884C65AE-CF4F-4B12-95A4-E3FBB6D9B197}"/>
                    </a:ext>
                  </a:extLst>
                </p14:cNvPr>
                <p14:cNvContentPartPr/>
                <p14:nvPr/>
              </p14:nvContentPartPr>
              <p14:xfrm>
                <a:off x="8739900" y="3160740"/>
                <a:ext cx="192240" cy="15624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884C65AE-CF4F-4B12-95A4-E3FBB6D9B197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8731260" y="3151740"/>
                  <a:ext cx="20988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5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5A3918FD-A0D8-46AE-8654-FD55815E6765}"/>
                    </a:ext>
                  </a:extLst>
                </p14:cNvPr>
                <p14:cNvContentPartPr/>
                <p14:nvPr/>
              </p14:nvContentPartPr>
              <p14:xfrm>
                <a:off x="8845380" y="3009900"/>
                <a:ext cx="240120" cy="46908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5A3918FD-A0D8-46AE-8654-FD55815E6765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8836380" y="3000900"/>
                  <a:ext cx="257760" cy="48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7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890B75B3-6963-4DE6-BE7E-8A517E28384B}"/>
                    </a:ext>
                  </a:extLst>
                </p14:cNvPr>
                <p14:cNvContentPartPr/>
                <p14:nvPr/>
              </p14:nvContentPartPr>
              <p14:xfrm>
                <a:off x="8722980" y="3343260"/>
                <a:ext cx="298800" cy="3348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890B75B3-6963-4DE6-BE7E-8A517E28384B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8713980" y="3334620"/>
                  <a:ext cx="31644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9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1CBEEBDB-C08C-4641-B60C-93C9111E7D65}"/>
                    </a:ext>
                  </a:extLst>
                </p14:cNvPr>
                <p14:cNvContentPartPr/>
                <p14:nvPr/>
              </p14:nvContentPartPr>
              <p14:xfrm>
                <a:off x="7963380" y="3444240"/>
                <a:ext cx="839160" cy="61920"/>
              </p14:xfrm>
            </p:contentPart>
          </mc:Choice>
          <mc:Fallback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1CBEEBDB-C08C-4641-B60C-93C9111E7D65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7954380" y="3435600"/>
                  <a:ext cx="85680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1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1E1FAA0A-B5FF-4303-8EC6-16B19E1912D5}"/>
                    </a:ext>
                  </a:extLst>
                </p14:cNvPr>
                <p14:cNvContentPartPr/>
                <p14:nvPr/>
              </p14:nvContentPartPr>
              <p14:xfrm>
                <a:off x="7961580" y="3415080"/>
                <a:ext cx="953640" cy="122400"/>
              </p14:xfrm>
            </p:contentPart>
          </mc:Choice>
          <mc:Fallback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1E1FAA0A-B5FF-4303-8EC6-16B19E1912D5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7952940" y="3406080"/>
                  <a:ext cx="97128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3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5846B9A0-950C-45F2-A168-9AD20198F5FC}"/>
                    </a:ext>
                  </a:extLst>
                </p14:cNvPr>
                <p14:cNvContentPartPr/>
                <p14:nvPr/>
              </p14:nvContentPartPr>
              <p14:xfrm>
                <a:off x="9010620" y="3215640"/>
                <a:ext cx="77400" cy="47880"/>
              </p14:xfrm>
            </p:contentPart>
          </mc:Choice>
          <mc:Fallback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5846B9A0-950C-45F2-A168-9AD20198F5FC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9001980" y="3207000"/>
                  <a:ext cx="95040" cy="65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9" name="Group 318">
            <a:extLst>
              <a:ext uri="{FF2B5EF4-FFF2-40B4-BE49-F238E27FC236}">
                <a16:creationId xmlns:a16="http://schemas.microsoft.com/office/drawing/2014/main" id="{CF658202-6485-412D-AADA-FD0868BAE713}"/>
              </a:ext>
            </a:extLst>
          </p:cNvPr>
          <p:cNvGrpSpPr/>
          <p:nvPr/>
        </p:nvGrpSpPr>
        <p:grpSpPr>
          <a:xfrm>
            <a:off x="6163740" y="-480"/>
            <a:ext cx="2881080" cy="1547700"/>
            <a:chOff x="6163740" y="-480"/>
            <a:chExt cx="2881080" cy="15477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5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2E685DC3-B05D-492F-959D-C716CBDD4181}"/>
                    </a:ext>
                  </a:extLst>
                </p14:cNvPr>
                <p14:cNvContentPartPr/>
                <p14:nvPr/>
              </p14:nvContentPartPr>
              <p14:xfrm>
                <a:off x="6575580" y="1151220"/>
                <a:ext cx="246240" cy="25920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2E685DC3-B05D-492F-959D-C716CBDD4181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6566580" y="1142220"/>
                  <a:ext cx="26388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7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F84216D4-F3C8-4C98-80B2-0F700982A5C3}"/>
                    </a:ext>
                  </a:extLst>
                </p14:cNvPr>
                <p14:cNvContentPartPr/>
                <p14:nvPr/>
              </p14:nvContentPartPr>
              <p14:xfrm>
                <a:off x="6982020" y="1012620"/>
                <a:ext cx="277560" cy="41688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F84216D4-F3C8-4C98-80B2-0F700982A5C3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6973020" y="1003620"/>
                  <a:ext cx="295200" cy="43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9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A08002C1-65F2-42D6-8771-7A3CEB536F16}"/>
                    </a:ext>
                  </a:extLst>
                </p14:cNvPr>
                <p14:cNvContentPartPr/>
                <p14:nvPr/>
              </p14:nvContentPartPr>
              <p14:xfrm>
                <a:off x="7225020" y="1118460"/>
                <a:ext cx="163440" cy="17352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A08002C1-65F2-42D6-8771-7A3CEB536F16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7216020" y="1109460"/>
                  <a:ext cx="18108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1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4FC2E066-C330-4FD9-9E1D-453322333C37}"/>
                    </a:ext>
                  </a:extLst>
                </p14:cNvPr>
                <p14:cNvContentPartPr/>
                <p14:nvPr/>
              </p14:nvContentPartPr>
              <p14:xfrm>
                <a:off x="7247700" y="978780"/>
                <a:ext cx="340200" cy="31788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4FC2E066-C330-4FD9-9E1D-453322333C37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7238700" y="969780"/>
                  <a:ext cx="357840" cy="33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3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5282DFF7-ABE6-4341-B757-6194F590CDBF}"/>
                    </a:ext>
                  </a:extLst>
                </p14:cNvPr>
                <p14:cNvContentPartPr/>
                <p14:nvPr/>
              </p14:nvContentPartPr>
              <p14:xfrm>
                <a:off x="7616700" y="1078860"/>
                <a:ext cx="186840" cy="18144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5282DFF7-ABE6-4341-B757-6194F590CDBF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7608060" y="1070220"/>
                  <a:ext cx="20448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5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580F5BA8-3F7C-4735-98DB-711FAE442D9D}"/>
                    </a:ext>
                  </a:extLst>
                </p14:cNvPr>
                <p14:cNvContentPartPr/>
                <p14:nvPr/>
              </p14:nvContentPartPr>
              <p14:xfrm>
                <a:off x="7834140" y="1078860"/>
                <a:ext cx="142200" cy="35928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580F5BA8-3F7C-4735-98DB-711FAE442D9D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7825500" y="1069860"/>
                  <a:ext cx="159840" cy="37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7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4D781D42-03ED-474A-AF4B-D42A9A366BF3}"/>
                    </a:ext>
                  </a:extLst>
                </p14:cNvPr>
                <p14:cNvContentPartPr/>
                <p14:nvPr/>
              </p14:nvContentPartPr>
              <p14:xfrm>
                <a:off x="8119620" y="949260"/>
                <a:ext cx="52200" cy="29124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4D781D42-03ED-474A-AF4B-D42A9A366BF3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8110620" y="940620"/>
                  <a:ext cx="69840" cy="30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9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38524C5A-8249-43BC-8C5E-2BDC66904BBD}"/>
                    </a:ext>
                  </a:extLst>
                </p14:cNvPr>
                <p14:cNvContentPartPr/>
                <p14:nvPr/>
              </p14:nvContentPartPr>
              <p14:xfrm>
                <a:off x="8214660" y="1073460"/>
                <a:ext cx="114120" cy="12132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38524C5A-8249-43BC-8C5E-2BDC66904BBD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8205660" y="1064460"/>
                  <a:ext cx="13176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1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3061F023-B511-42C3-B8C5-D627E8489FA7}"/>
                    </a:ext>
                  </a:extLst>
                </p14:cNvPr>
                <p14:cNvContentPartPr/>
                <p14:nvPr/>
              </p14:nvContentPartPr>
              <p14:xfrm>
                <a:off x="8410500" y="1064100"/>
                <a:ext cx="166680" cy="38916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3061F023-B511-42C3-B8C5-D627E8489FA7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8401500" y="1055100"/>
                  <a:ext cx="184320" cy="40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3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6D89F428-2145-470A-8D58-9578290F087E}"/>
                    </a:ext>
                  </a:extLst>
                </p14:cNvPr>
                <p14:cNvContentPartPr/>
                <p14:nvPr/>
              </p14:nvContentPartPr>
              <p14:xfrm>
                <a:off x="8720100" y="1012620"/>
                <a:ext cx="132120" cy="23940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6D89F428-2145-470A-8D58-9578290F087E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8711460" y="1003620"/>
                  <a:ext cx="14976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5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9DAADD33-D9AC-47CD-91D6-E163D73EB735}"/>
                    </a:ext>
                  </a:extLst>
                </p14:cNvPr>
                <p14:cNvContentPartPr/>
                <p14:nvPr/>
              </p14:nvContentPartPr>
              <p14:xfrm>
                <a:off x="8591940" y="1299900"/>
                <a:ext cx="212040" cy="8280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9DAADD33-D9AC-47CD-91D6-E163D73EB735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8583300" y="1290900"/>
                  <a:ext cx="22968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7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67799A52-E177-4D26-8EF5-C65CBA71D907}"/>
                    </a:ext>
                  </a:extLst>
                </p14:cNvPr>
                <p14:cNvContentPartPr/>
                <p14:nvPr/>
              </p14:nvContentPartPr>
              <p14:xfrm>
                <a:off x="8746020" y="761700"/>
                <a:ext cx="298800" cy="73800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67799A52-E177-4D26-8EF5-C65CBA71D907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8737380" y="752700"/>
                  <a:ext cx="316440" cy="75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9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7A184B63-3587-4DB4-A568-A9E060E22840}"/>
                    </a:ext>
                  </a:extLst>
                </p14:cNvPr>
                <p14:cNvContentPartPr/>
                <p14:nvPr/>
              </p14:nvContentPartPr>
              <p14:xfrm>
                <a:off x="6759900" y="1407180"/>
                <a:ext cx="1983240" cy="14004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7A184B63-3587-4DB4-A568-A9E060E22840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6751260" y="1398540"/>
                  <a:ext cx="200088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1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9E75E714-91A0-4237-B6BE-B65F67AEB1E5}"/>
                    </a:ext>
                  </a:extLst>
                </p14:cNvPr>
                <p14:cNvContentPartPr/>
                <p14:nvPr/>
              </p14:nvContentPartPr>
              <p14:xfrm>
                <a:off x="6163740" y="115140"/>
                <a:ext cx="151200" cy="16596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9E75E714-91A0-4237-B6BE-B65F67AEB1E5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6154740" y="106140"/>
                  <a:ext cx="16884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3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02DF1C6D-7FF7-4EDB-B45A-AE136A06B745}"/>
                    </a:ext>
                  </a:extLst>
                </p14:cNvPr>
                <p14:cNvContentPartPr/>
                <p14:nvPr/>
              </p14:nvContentPartPr>
              <p14:xfrm>
                <a:off x="6435900" y="63300"/>
                <a:ext cx="185400" cy="27936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02DF1C6D-7FF7-4EDB-B45A-AE136A06B745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6427260" y="54300"/>
                  <a:ext cx="20304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5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98BE1944-6A43-4592-977F-7421C7BC5383}"/>
                    </a:ext>
                  </a:extLst>
                </p14:cNvPr>
                <p14:cNvContentPartPr/>
                <p14:nvPr/>
              </p14:nvContentPartPr>
              <p14:xfrm>
                <a:off x="6659460" y="156540"/>
                <a:ext cx="181440" cy="15480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98BE1944-6A43-4592-977F-7421C7BC5383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6650820" y="147900"/>
                  <a:ext cx="19908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7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4D4C94B4-3EA6-477E-B11A-21DD8CE42527}"/>
                    </a:ext>
                  </a:extLst>
                </p14:cNvPr>
                <p14:cNvContentPartPr/>
                <p14:nvPr/>
              </p14:nvContentPartPr>
              <p14:xfrm>
                <a:off x="6852780" y="40260"/>
                <a:ext cx="10080" cy="12636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4D4C94B4-3EA6-477E-B11A-21DD8CE42527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6844140" y="31620"/>
                  <a:ext cx="2772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9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2F47F76E-FEB2-4D90-B8E1-6D0ECBDBDD65}"/>
                    </a:ext>
                  </a:extLst>
                </p14:cNvPr>
                <p14:cNvContentPartPr/>
                <p14:nvPr/>
              </p14:nvContentPartPr>
              <p14:xfrm>
                <a:off x="6879780" y="53580"/>
                <a:ext cx="181440" cy="13824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2F47F76E-FEB2-4D90-B8E1-6D0ECBDBDD65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6870780" y="44940"/>
                  <a:ext cx="19908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1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1F3571D9-9EBA-4D32-AED4-03423C0131D6}"/>
                    </a:ext>
                  </a:extLst>
                </p14:cNvPr>
                <p14:cNvContentPartPr/>
                <p14:nvPr/>
              </p14:nvContentPartPr>
              <p14:xfrm>
                <a:off x="7050780" y="42420"/>
                <a:ext cx="124200" cy="33048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1F3571D9-9EBA-4D32-AED4-03423C0131D6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7041780" y="33420"/>
                  <a:ext cx="141840" cy="34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3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976DE1D2-0402-40EE-94E4-B3F4ED7B7D5C}"/>
                    </a:ext>
                  </a:extLst>
                </p14:cNvPr>
                <p14:cNvContentPartPr/>
                <p14:nvPr/>
              </p14:nvContentPartPr>
              <p14:xfrm>
                <a:off x="7345980" y="203340"/>
                <a:ext cx="123120" cy="1404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976DE1D2-0402-40EE-94E4-B3F4ED7B7D5C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7336980" y="194700"/>
                  <a:ext cx="14076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5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187123E5-81A7-460B-91C0-C8A7A0311D77}"/>
                    </a:ext>
                  </a:extLst>
                </p14:cNvPr>
                <p14:cNvContentPartPr/>
                <p14:nvPr/>
              </p14:nvContentPartPr>
              <p14:xfrm>
                <a:off x="7324380" y="290100"/>
                <a:ext cx="203400" cy="1332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187123E5-81A7-460B-91C0-C8A7A0311D77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7315740" y="281100"/>
                  <a:ext cx="22104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7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77EDF4E2-322B-4772-9FD7-53DFC71E03B0}"/>
                    </a:ext>
                  </a:extLst>
                </p14:cNvPr>
                <p14:cNvContentPartPr/>
                <p14:nvPr/>
              </p14:nvContentPartPr>
              <p14:xfrm>
                <a:off x="6262020" y="626280"/>
                <a:ext cx="147960" cy="167760"/>
              </p14:xfrm>
            </p:contentPart>
          </mc:Choice>
          <mc:Fallback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77EDF4E2-322B-4772-9FD7-53DFC71E03B0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6253020" y="617280"/>
                  <a:ext cx="16560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9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79EE407E-A069-42DD-9AA1-11071D0586E3}"/>
                    </a:ext>
                  </a:extLst>
                </p14:cNvPr>
                <p14:cNvContentPartPr/>
                <p14:nvPr/>
              </p14:nvContentPartPr>
              <p14:xfrm>
                <a:off x="6563700" y="581640"/>
                <a:ext cx="192600" cy="346680"/>
              </p14:xfrm>
            </p:contentPart>
          </mc:Choice>
          <mc:Fallback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79EE407E-A069-42DD-9AA1-11071D0586E3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6554700" y="572640"/>
                  <a:ext cx="210240" cy="36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1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0CAC0501-3519-42B3-A917-F86BC28D825C}"/>
                    </a:ext>
                  </a:extLst>
                </p14:cNvPr>
                <p14:cNvContentPartPr/>
                <p14:nvPr/>
              </p14:nvContentPartPr>
              <p14:xfrm>
                <a:off x="6763140" y="633480"/>
                <a:ext cx="184320" cy="135360"/>
              </p14:xfrm>
            </p:contentPart>
          </mc:Choice>
          <mc:Fallback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0CAC0501-3519-42B3-A917-F86BC28D825C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6754500" y="624480"/>
                  <a:ext cx="20196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3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C080FF2F-E1B8-41E9-BF3B-B68629C8149E}"/>
                    </a:ext>
                  </a:extLst>
                </p14:cNvPr>
                <p14:cNvContentPartPr/>
                <p14:nvPr/>
              </p14:nvContentPartPr>
              <p14:xfrm>
                <a:off x="6989580" y="517920"/>
                <a:ext cx="20520" cy="115200"/>
              </p14:xfrm>
            </p:contentPart>
          </mc:Choice>
          <mc:Fallback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C080FF2F-E1B8-41E9-BF3B-B68629C8149E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6980940" y="509280"/>
                  <a:ext cx="3816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5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3B40C7A3-80F9-46EA-B23C-A8299D2B4378}"/>
                    </a:ext>
                  </a:extLst>
                </p14:cNvPr>
                <p14:cNvContentPartPr/>
                <p14:nvPr/>
              </p14:nvContentPartPr>
              <p14:xfrm>
                <a:off x="7009740" y="534120"/>
                <a:ext cx="158040" cy="120960"/>
              </p14:xfrm>
            </p:contentPart>
          </mc:Choice>
          <mc:Fallback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3B40C7A3-80F9-46EA-B23C-A8299D2B4378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7001100" y="525480"/>
                  <a:ext cx="17568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7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A2ABD075-EC15-4CFA-B563-803969FB270E}"/>
                    </a:ext>
                  </a:extLst>
                </p14:cNvPr>
                <p14:cNvContentPartPr/>
                <p14:nvPr/>
              </p14:nvContentPartPr>
              <p14:xfrm>
                <a:off x="7132860" y="502800"/>
                <a:ext cx="163800" cy="198000"/>
              </p14:xfrm>
            </p:contentPart>
          </mc:Choice>
          <mc:Fallback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A2ABD075-EC15-4CFA-B563-803969FB270E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7124220" y="493800"/>
                  <a:ext cx="18144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9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614594D0-6F67-4D8A-862F-E5DA5E615161}"/>
                    </a:ext>
                  </a:extLst>
                </p14:cNvPr>
                <p14:cNvContentPartPr/>
                <p14:nvPr/>
              </p14:nvContentPartPr>
              <p14:xfrm>
                <a:off x="7311060" y="598200"/>
                <a:ext cx="158040" cy="82800"/>
              </p14:xfrm>
            </p:contentPart>
          </mc:Choice>
          <mc:Fallback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614594D0-6F67-4D8A-862F-E5DA5E615161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7302420" y="589560"/>
                  <a:ext cx="17568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1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B468F861-545E-46E6-B1EF-D7778E5BFA76}"/>
                    </a:ext>
                  </a:extLst>
                </p14:cNvPr>
                <p14:cNvContentPartPr/>
                <p14:nvPr/>
              </p14:nvContentPartPr>
              <p14:xfrm>
                <a:off x="7486380" y="416760"/>
                <a:ext cx="90000" cy="333000"/>
              </p14:xfrm>
            </p:contentPart>
          </mc:Choice>
          <mc:Fallback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B468F861-545E-46E6-B1EF-D7778E5BFA76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7477380" y="407760"/>
                  <a:ext cx="107640" cy="35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3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9DBA2F5A-5F69-4077-97ED-96172EC304A2}"/>
                    </a:ext>
                  </a:extLst>
                </p14:cNvPr>
                <p14:cNvContentPartPr/>
                <p14:nvPr/>
              </p14:nvContentPartPr>
              <p14:xfrm>
                <a:off x="6866100" y="206160"/>
                <a:ext cx="152640" cy="21240"/>
              </p14:xfrm>
            </p:contentPart>
          </mc:Choice>
          <mc:Fallback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9DBA2F5A-5F69-4077-97ED-96172EC304A2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6848100" y="188520"/>
                  <a:ext cx="18828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5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195CB10E-3365-410B-BD6A-100E9900D5A1}"/>
                    </a:ext>
                  </a:extLst>
                </p14:cNvPr>
                <p14:cNvContentPartPr/>
                <p14:nvPr/>
              </p14:nvContentPartPr>
              <p14:xfrm>
                <a:off x="7030620" y="700080"/>
                <a:ext cx="309240" cy="27360"/>
              </p14:xfrm>
            </p:contentPart>
          </mc:Choice>
          <mc:Fallback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195CB10E-3365-410B-BD6A-100E9900D5A1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7012620" y="682080"/>
                  <a:ext cx="34488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7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4F79AB26-53FB-42DA-A33B-D563FBC7DA31}"/>
                    </a:ext>
                  </a:extLst>
                </p14:cNvPr>
                <p14:cNvContentPartPr/>
                <p14:nvPr/>
              </p14:nvContentPartPr>
              <p14:xfrm>
                <a:off x="7808220" y="51060"/>
                <a:ext cx="153360" cy="186840"/>
              </p14:xfrm>
            </p:contentPart>
          </mc:Choice>
          <mc:Fallback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4F79AB26-53FB-42DA-A33B-D563FBC7DA31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7799220" y="42420"/>
                  <a:ext cx="17100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9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DCC019B6-F6C4-4472-9ACB-59ACFA4FC9BA}"/>
                    </a:ext>
                  </a:extLst>
                </p14:cNvPr>
                <p14:cNvContentPartPr/>
                <p14:nvPr/>
              </p14:nvContentPartPr>
              <p14:xfrm>
                <a:off x="8089020" y="49620"/>
                <a:ext cx="212760" cy="262440"/>
              </p14:xfrm>
            </p:contentPart>
          </mc:Choice>
          <mc:Fallback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DCC019B6-F6C4-4472-9ACB-59ACFA4FC9BA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8080020" y="40620"/>
                  <a:ext cx="23040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1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501C5B37-9A93-42E8-9AA9-F6B71A6F39FA}"/>
                    </a:ext>
                  </a:extLst>
                </p14:cNvPr>
                <p14:cNvContentPartPr/>
                <p14:nvPr/>
              </p14:nvContentPartPr>
              <p14:xfrm>
                <a:off x="8351820" y="15420"/>
                <a:ext cx="318240" cy="326160"/>
              </p14:xfrm>
            </p:contentPart>
          </mc:Choice>
          <mc:Fallback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501C5B37-9A93-42E8-9AA9-F6B71A6F39FA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8343180" y="6780"/>
                  <a:ext cx="335880" cy="34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3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378DE9CC-DC90-4C8B-ACEB-99B267BA591A}"/>
                    </a:ext>
                  </a:extLst>
                </p14:cNvPr>
                <p14:cNvContentPartPr/>
                <p14:nvPr/>
              </p14:nvContentPartPr>
              <p14:xfrm>
                <a:off x="7830900" y="666960"/>
                <a:ext cx="142920" cy="2160"/>
              </p14:xfrm>
            </p:contentPart>
          </mc:Choice>
          <mc:Fallback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378DE9CC-DC90-4C8B-ACEB-99B267BA591A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7821900" y="658320"/>
                  <a:ext cx="16056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5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396ED8E5-50E7-49A8-B570-3021AA6C7B36}"/>
                    </a:ext>
                  </a:extLst>
                </p14:cNvPr>
                <p14:cNvContentPartPr/>
                <p14:nvPr/>
              </p14:nvContentPartPr>
              <p14:xfrm>
                <a:off x="7846380" y="728520"/>
                <a:ext cx="187920" cy="10800"/>
              </p14:xfrm>
            </p:contentPart>
          </mc:Choice>
          <mc:Fallback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396ED8E5-50E7-49A8-B570-3021AA6C7B36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7837380" y="719880"/>
                  <a:ext cx="20556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7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6698F142-0D1D-4080-A85A-6185F1BB1858}"/>
                    </a:ext>
                  </a:extLst>
                </p14:cNvPr>
                <p14:cNvContentPartPr/>
                <p14:nvPr/>
              </p14:nvContentPartPr>
              <p14:xfrm>
                <a:off x="8223300" y="464280"/>
                <a:ext cx="163080" cy="185760"/>
              </p14:xfrm>
            </p:contentPart>
          </mc:Choice>
          <mc:Fallback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6698F142-0D1D-4080-A85A-6185F1BB1858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8214660" y="455640"/>
                  <a:ext cx="18072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9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6FC4CE4C-0FFF-4470-A1D1-E433B3C1B0C9}"/>
                    </a:ext>
                  </a:extLst>
                </p14:cNvPr>
                <p14:cNvContentPartPr/>
                <p14:nvPr/>
              </p14:nvContentPartPr>
              <p14:xfrm>
                <a:off x="8442900" y="420720"/>
                <a:ext cx="162000" cy="390240"/>
              </p14:xfrm>
            </p:contentPart>
          </mc:Choice>
          <mc:Fallback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6FC4CE4C-0FFF-4470-A1D1-E433B3C1B0C9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8433900" y="412080"/>
                  <a:ext cx="179640" cy="40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1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18367C99-FCC0-46E1-A77B-018A07FBE99E}"/>
                    </a:ext>
                  </a:extLst>
                </p14:cNvPr>
                <p14:cNvContentPartPr/>
                <p14:nvPr/>
              </p14:nvContentPartPr>
              <p14:xfrm>
                <a:off x="8635500" y="450600"/>
                <a:ext cx="13680" cy="187560"/>
              </p14:xfrm>
            </p:contentPart>
          </mc:Choice>
          <mc:Fallback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18367C99-FCC0-46E1-A77B-018A07FBE99E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8626500" y="441600"/>
                  <a:ext cx="3132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3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1CA34128-2F60-45DF-B41F-783661C8D99C}"/>
                    </a:ext>
                  </a:extLst>
                </p14:cNvPr>
                <p14:cNvContentPartPr/>
                <p14:nvPr/>
              </p14:nvContentPartPr>
              <p14:xfrm>
                <a:off x="8684460" y="488760"/>
                <a:ext cx="86040" cy="89640"/>
              </p14:xfrm>
            </p:contentPart>
          </mc:Choice>
          <mc:Fallback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1CA34128-2F60-45DF-B41F-783661C8D99C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8675820" y="479760"/>
                  <a:ext cx="10368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5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9F56D986-9B15-4B46-9CB3-0B7BC3B4DE50}"/>
                    </a:ext>
                  </a:extLst>
                </p14:cNvPr>
                <p14:cNvContentPartPr/>
                <p14:nvPr/>
              </p14:nvContentPartPr>
              <p14:xfrm>
                <a:off x="8639100" y="564000"/>
                <a:ext cx="154440" cy="97200"/>
              </p14:xfrm>
            </p:contentPart>
          </mc:Choice>
          <mc:Fallback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9F56D986-9B15-4B46-9CB3-0B7BC3B4DE50}"/>
                    </a:ext>
                  </a:extLst>
                </p:cNvPr>
                <p:cNvPicPr/>
                <p:nvPr/>
              </p:nvPicPr>
              <p:blipFill>
                <a:blip r:embed="rId446"/>
                <a:stretch>
                  <a:fillRect/>
                </a:stretch>
              </p:blipFill>
              <p:spPr>
                <a:xfrm>
                  <a:off x="8630460" y="555000"/>
                  <a:ext cx="17208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7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E507DCDB-0282-4C10-B1AC-E6A415BEFEAA}"/>
                    </a:ext>
                  </a:extLst>
                </p14:cNvPr>
                <p14:cNvContentPartPr/>
                <p14:nvPr/>
              </p14:nvContentPartPr>
              <p14:xfrm>
                <a:off x="8598780" y="728160"/>
                <a:ext cx="250560" cy="79560"/>
              </p14:xfrm>
            </p:contentPart>
          </mc:Choice>
          <mc:Fallback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E507DCDB-0282-4C10-B1AC-E6A415BEFEAA}"/>
                    </a:ext>
                  </a:extLst>
                </p:cNvPr>
                <p:cNvPicPr/>
                <p:nvPr/>
              </p:nvPicPr>
              <p:blipFill>
                <a:blip r:embed="rId448"/>
                <a:stretch>
                  <a:fillRect/>
                </a:stretch>
              </p:blipFill>
              <p:spPr>
                <a:xfrm>
                  <a:off x="8590140" y="719160"/>
                  <a:ext cx="26820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9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50939D0B-8FBE-4216-A792-FB41253B177A}"/>
                    </a:ext>
                  </a:extLst>
                </p14:cNvPr>
                <p14:cNvContentPartPr/>
                <p14:nvPr/>
              </p14:nvContentPartPr>
              <p14:xfrm>
                <a:off x="8851140" y="355920"/>
                <a:ext cx="124560" cy="410760"/>
              </p14:xfrm>
            </p:contentPart>
          </mc:Choice>
          <mc:Fallback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50939D0B-8FBE-4216-A792-FB41253B177A}"/>
                    </a:ext>
                  </a:extLst>
                </p:cNvPr>
                <p:cNvPicPr/>
                <p:nvPr/>
              </p:nvPicPr>
              <p:blipFill>
                <a:blip r:embed="rId450"/>
                <a:stretch>
                  <a:fillRect/>
                </a:stretch>
              </p:blipFill>
              <p:spPr>
                <a:xfrm>
                  <a:off x="8842140" y="347280"/>
                  <a:ext cx="142200" cy="42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1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68167369-5EEB-430E-B74E-088F350C4C44}"/>
                    </a:ext>
                  </a:extLst>
                </p14:cNvPr>
                <p14:cNvContentPartPr/>
                <p14:nvPr/>
              </p14:nvContentPartPr>
              <p14:xfrm>
                <a:off x="8297460" y="-480"/>
                <a:ext cx="54360" cy="201600"/>
              </p14:xfrm>
            </p:contentPart>
          </mc:Choice>
          <mc:Fallback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68167369-5EEB-430E-B74E-088F350C4C44}"/>
                    </a:ext>
                  </a:extLst>
                </p:cNvPr>
                <p:cNvPicPr/>
                <p:nvPr/>
              </p:nvPicPr>
              <p:blipFill>
                <a:blip r:embed="rId452"/>
                <a:stretch>
                  <a:fillRect/>
                </a:stretch>
              </p:blipFill>
              <p:spPr>
                <a:xfrm>
                  <a:off x="8288820" y="-9480"/>
                  <a:ext cx="7200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3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72F5A71C-CB05-4516-8A5E-6105EE578837}"/>
                    </a:ext>
                  </a:extLst>
                </p14:cNvPr>
                <p14:cNvContentPartPr/>
                <p14:nvPr/>
              </p14:nvContentPartPr>
              <p14:xfrm>
                <a:off x="8332380" y="125040"/>
                <a:ext cx="13680" cy="103680"/>
              </p14:xfrm>
            </p:contentPart>
          </mc:Choice>
          <mc:Fallback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72F5A71C-CB05-4516-8A5E-6105EE578837}"/>
                    </a:ext>
                  </a:extLst>
                </p:cNvPr>
                <p:cNvPicPr/>
                <p:nvPr/>
              </p:nvPicPr>
              <p:blipFill>
                <a:blip r:embed="rId454"/>
                <a:stretch>
                  <a:fillRect/>
                </a:stretch>
              </p:blipFill>
              <p:spPr>
                <a:xfrm>
                  <a:off x="8323380" y="116400"/>
                  <a:ext cx="3132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5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4E56582A-18B4-4666-8444-7BB0226113B4}"/>
                    </a:ext>
                  </a:extLst>
                </p14:cNvPr>
                <p14:cNvContentPartPr/>
                <p14:nvPr/>
              </p14:nvContentPartPr>
              <p14:xfrm>
                <a:off x="8348580" y="154560"/>
                <a:ext cx="6120" cy="69840"/>
              </p14:xfrm>
            </p:contentPart>
          </mc:Choice>
          <mc:Fallback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4E56582A-18B4-4666-8444-7BB0226113B4}"/>
                    </a:ext>
                  </a:extLst>
                </p:cNvPr>
                <p:cNvPicPr/>
                <p:nvPr/>
              </p:nvPicPr>
              <p:blipFill>
                <a:blip r:embed="rId456"/>
                <a:stretch>
                  <a:fillRect/>
                </a:stretch>
              </p:blipFill>
              <p:spPr>
                <a:xfrm>
                  <a:off x="8339940" y="145920"/>
                  <a:ext cx="2376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7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5B11725D-7D6F-4B07-9A76-57752CBEFB8E}"/>
                    </a:ext>
                  </a:extLst>
                </p14:cNvPr>
                <p14:cNvContentPartPr/>
                <p14:nvPr/>
              </p14:nvContentPartPr>
              <p14:xfrm>
                <a:off x="8433900" y="879600"/>
                <a:ext cx="440640" cy="33120"/>
              </p14:xfrm>
            </p:contentPart>
          </mc:Choice>
          <mc:Fallback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5B11725D-7D6F-4B07-9A76-57752CBEFB8E}"/>
                    </a:ext>
                  </a:extLst>
                </p:cNvPr>
                <p:cNvPicPr/>
                <p:nvPr/>
              </p:nvPicPr>
              <p:blipFill>
                <a:blip r:embed="rId458"/>
                <a:stretch>
                  <a:fillRect/>
                </a:stretch>
              </p:blipFill>
              <p:spPr>
                <a:xfrm>
                  <a:off x="8424900" y="870960"/>
                  <a:ext cx="45828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9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65CA2264-80AA-431A-A218-A56F4220F03A}"/>
                    </a:ext>
                  </a:extLst>
                </p14:cNvPr>
                <p14:cNvContentPartPr/>
                <p14:nvPr/>
              </p14:nvContentPartPr>
              <p14:xfrm>
                <a:off x="7002900" y="1057080"/>
                <a:ext cx="172800" cy="231120"/>
              </p14:xfrm>
            </p:contentPart>
          </mc:Choice>
          <mc:Fallback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65CA2264-80AA-431A-A218-A56F4220F03A}"/>
                    </a:ext>
                  </a:extLst>
                </p:cNvPr>
                <p:cNvPicPr/>
                <p:nvPr/>
              </p:nvPicPr>
              <p:blipFill>
                <a:blip r:embed="rId460"/>
                <a:stretch>
                  <a:fillRect/>
                </a:stretch>
              </p:blipFill>
              <p:spPr>
                <a:xfrm>
                  <a:off x="6994260" y="1048080"/>
                  <a:ext cx="19044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1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3704410D-0B73-458F-8ED4-8F859BFCF595}"/>
                    </a:ext>
                  </a:extLst>
                </p14:cNvPr>
                <p14:cNvContentPartPr/>
                <p14:nvPr/>
              </p14:nvContentPartPr>
              <p14:xfrm>
                <a:off x="6989220" y="1051680"/>
                <a:ext cx="193320" cy="242640"/>
              </p14:xfrm>
            </p:contentPart>
          </mc:Choice>
          <mc:Fallback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3704410D-0B73-458F-8ED4-8F859BFCF595}"/>
                    </a:ext>
                  </a:extLst>
                </p:cNvPr>
                <p:cNvPicPr/>
                <p:nvPr/>
              </p:nvPicPr>
              <p:blipFill>
                <a:blip r:embed="rId462"/>
                <a:stretch>
                  <a:fillRect/>
                </a:stretch>
              </p:blipFill>
              <p:spPr>
                <a:xfrm>
                  <a:off x="6980220" y="1042680"/>
                  <a:ext cx="21096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3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CFD4C987-163A-4D80-860C-263C22CFD4AD}"/>
                    </a:ext>
                  </a:extLst>
                </p14:cNvPr>
                <p14:cNvContentPartPr/>
                <p14:nvPr/>
              </p14:nvContentPartPr>
              <p14:xfrm>
                <a:off x="6902100" y="874560"/>
                <a:ext cx="268920" cy="525960"/>
              </p14:xfrm>
            </p:contentPart>
          </mc:Choice>
          <mc:Fallback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CFD4C987-163A-4D80-860C-263C22CFD4AD}"/>
                    </a:ext>
                  </a:extLst>
                </p:cNvPr>
                <p:cNvPicPr/>
                <p:nvPr/>
              </p:nvPicPr>
              <p:blipFill>
                <a:blip r:embed="rId464"/>
                <a:stretch>
                  <a:fillRect/>
                </a:stretch>
              </p:blipFill>
              <p:spPr>
                <a:xfrm>
                  <a:off x="6893100" y="865560"/>
                  <a:ext cx="286560" cy="54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5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2B6002D3-01B0-487C-AAA5-AFB60CCEA0F6}"/>
                    </a:ext>
                  </a:extLst>
                </p14:cNvPr>
                <p14:cNvContentPartPr/>
                <p14:nvPr/>
              </p14:nvContentPartPr>
              <p14:xfrm>
                <a:off x="6989940" y="1021800"/>
                <a:ext cx="164880" cy="304560"/>
              </p14:xfrm>
            </p:contentPart>
          </mc:Choice>
          <mc:Fallback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2B6002D3-01B0-487C-AAA5-AFB60CCEA0F6}"/>
                    </a:ext>
                  </a:extLst>
                </p:cNvPr>
                <p:cNvPicPr/>
                <p:nvPr/>
              </p:nvPicPr>
              <p:blipFill>
                <a:blip r:embed="rId466"/>
                <a:stretch>
                  <a:fillRect/>
                </a:stretch>
              </p:blipFill>
              <p:spPr>
                <a:xfrm>
                  <a:off x="6981300" y="1012800"/>
                  <a:ext cx="182520" cy="3222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1415305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836C51B7-63D0-457D-9177-722C55EF61DB}"/>
              </a:ext>
            </a:extLst>
          </p:cNvPr>
          <p:cNvGrpSpPr/>
          <p:nvPr/>
        </p:nvGrpSpPr>
        <p:grpSpPr>
          <a:xfrm>
            <a:off x="3887460" y="778260"/>
            <a:ext cx="1082520" cy="389520"/>
            <a:chOff x="3887460" y="778260"/>
            <a:chExt cx="1082520" cy="389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051E0375-60B2-4CC1-A827-875B7B2485CC}"/>
                    </a:ext>
                  </a:extLst>
                </p14:cNvPr>
                <p14:cNvContentPartPr/>
                <p14:nvPr/>
              </p14:nvContentPartPr>
              <p14:xfrm>
                <a:off x="3887460" y="787260"/>
                <a:ext cx="309240" cy="1929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051E0375-60B2-4CC1-A827-875B7B2485CC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878820" y="778260"/>
                  <a:ext cx="32688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AC869E3C-3FFD-4773-9BC8-110270EC0320}"/>
                    </a:ext>
                  </a:extLst>
                </p14:cNvPr>
                <p14:cNvContentPartPr/>
                <p14:nvPr/>
              </p14:nvContentPartPr>
              <p14:xfrm>
                <a:off x="4208580" y="778260"/>
                <a:ext cx="190080" cy="1479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AC869E3C-3FFD-4773-9BC8-110270EC032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199580" y="769260"/>
                  <a:ext cx="20772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5D67FA35-157E-4DAD-9D20-A42AE02C6262}"/>
                    </a:ext>
                  </a:extLst>
                </p14:cNvPr>
                <p14:cNvContentPartPr/>
                <p14:nvPr/>
              </p14:nvContentPartPr>
              <p14:xfrm>
                <a:off x="4344660" y="875460"/>
                <a:ext cx="162000" cy="1364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5D67FA35-157E-4DAD-9D20-A42AE02C626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336020" y="866820"/>
                  <a:ext cx="17964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33DCCFE7-3664-4A04-ACC1-FA1EBDDCE018}"/>
                    </a:ext>
                  </a:extLst>
                </p14:cNvPr>
                <p14:cNvContentPartPr/>
                <p14:nvPr/>
              </p14:nvContentPartPr>
              <p14:xfrm>
                <a:off x="4647780" y="779340"/>
                <a:ext cx="46440" cy="1893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33DCCFE7-3664-4A04-ACC1-FA1EBDDCE01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639140" y="770700"/>
                  <a:ext cx="6408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73CA286A-7133-44A5-9632-F24D8E168D94}"/>
                    </a:ext>
                  </a:extLst>
                </p14:cNvPr>
                <p14:cNvContentPartPr/>
                <p14:nvPr/>
              </p14:nvContentPartPr>
              <p14:xfrm>
                <a:off x="4804020" y="864300"/>
                <a:ext cx="165960" cy="3034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73CA286A-7133-44A5-9632-F24D8E168D9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795020" y="855660"/>
                  <a:ext cx="183600" cy="321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8BF2AA70-5C59-4C61-A45B-E590AACB4CBF}"/>
                  </a:ext>
                </a:extLst>
              </p14:cNvPr>
              <p14:cNvContentPartPr/>
              <p14:nvPr/>
            </p14:nvContentPartPr>
            <p14:xfrm>
              <a:off x="5155020" y="731100"/>
              <a:ext cx="191160" cy="16920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8BF2AA70-5C59-4C61-A45B-E590AACB4CBF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146380" y="722100"/>
                <a:ext cx="208800" cy="186840"/>
              </a:xfrm>
              <a:prstGeom prst="rect">
                <a:avLst/>
              </a:prstGeom>
            </p:spPr>
          </p:pic>
        </mc:Fallback>
      </mc:AlternateContent>
      <p:grpSp>
        <p:nvGrpSpPr>
          <p:cNvPr id="36" name="Group 35">
            <a:extLst>
              <a:ext uri="{FF2B5EF4-FFF2-40B4-BE49-F238E27FC236}">
                <a16:creationId xmlns:a16="http://schemas.microsoft.com/office/drawing/2014/main" id="{7ABE7F99-25D6-425C-ACAB-096407C4A192}"/>
              </a:ext>
            </a:extLst>
          </p:cNvPr>
          <p:cNvGrpSpPr/>
          <p:nvPr/>
        </p:nvGrpSpPr>
        <p:grpSpPr>
          <a:xfrm>
            <a:off x="5520060" y="694740"/>
            <a:ext cx="299520" cy="214200"/>
            <a:chOff x="5520060" y="694740"/>
            <a:chExt cx="299520" cy="214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2CF47454-6E43-4E90-B9CE-818119102AE8}"/>
                    </a:ext>
                  </a:extLst>
                </p14:cNvPr>
                <p14:cNvContentPartPr/>
                <p14:nvPr/>
              </p14:nvContentPartPr>
              <p14:xfrm>
                <a:off x="5520060" y="712020"/>
                <a:ext cx="177840" cy="1969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2CF47454-6E43-4E90-B9CE-818119102AE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511420" y="703020"/>
                  <a:ext cx="19548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05688024-5371-4D2A-B889-81FAB91545C7}"/>
                    </a:ext>
                  </a:extLst>
                </p14:cNvPr>
                <p14:cNvContentPartPr/>
                <p14:nvPr/>
              </p14:nvContentPartPr>
              <p14:xfrm>
                <a:off x="5808780" y="694740"/>
                <a:ext cx="10800" cy="2037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05688024-5371-4D2A-B889-81FAB91545C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799780" y="685740"/>
                  <a:ext cx="28440" cy="221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5BAF3950-99BB-4D7F-9D8B-9C3A570258DA}"/>
                  </a:ext>
                </a:extLst>
              </p14:cNvPr>
              <p14:cNvContentPartPr/>
              <p14:nvPr/>
            </p14:nvContentPartPr>
            <p14:xfrm>
              <a:off x="5386860" y="2715420"/>
              <a:ext cx="323640" cy="259200"/>
            </p14:xfrm>
          </p:contentPart>
        </mc:Choice>
        <mc:Fallback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5BAF3950-99BB-4D7F-9D8B-9C3A570258DA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377860" y="2706420"/>
                <a:ext cx="341280" cy="276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64" name="Group 163">
            <a:extLst>
              <a:ext uri="{FF2B5EF4-FFF2-40B4-BE49-F238E27FC236}">
                <a16:creationId xmlns:a16="http://schemas.microsoft.com/office/drawing/2014/main" id="{574BC163-F740-453E-A82E-647B4848275B}"/>
              </a:ext>
            </a:extLst>
          </p:cNvPr>
          <p:cNvGrpSpPr/>
          <p:nvPr/>
        </p:nvGrpSpPr>
        <p:grpSpPr>
          <a:xfrm>
            <a:off x="233100" y="3652500"/>
            <a:ext cx="944640" cy="348840"/>
            <a:chOff x="233100" y="3652500"/>
            <a:chExt cx="944640" cy="348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C774C082-E156-4994-8904-7503C1AF6581}"/>
                    </a:ext>
                  </a:extLst>
                </p14:cNvPr>
                <p14:cNvContentPartPr/>
                <p14:nvPr/>
              </p14:nvContentPartPr>
              <p14:xfrm>
                <a:off x="233100" y="3712980"/>
                <a:ext cx="201600" cy="27684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C774C082-E156-4994-8904-7503C1AF658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24100" y="3704340"/>
                  <a:ext cx="21924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FD100E71-8645-4098-B57C-C657449ED844}"/>
                    </a:ext>
                  </a:extLst>
                </p14:cNvPr>
                <p14:cNvContentPartPr/>
                <p14:nvPr/>
              </p14:nvContentPartPr>
              <p14:xfrm>
                <a:off x="556380" y="3696060"/>
                <a:ext cx="140040" cy="27324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FD100E71-8645-4098-B57C-C657449ED84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47740" y="3687060"/>
                  <a:ext cx="15768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EA2AA2A0-0A5A-49C9-8AE7-DCFE632734F7}"/>
                    </a:ext>
                  </a:extLst>
                </p14:cNvPr>
                <p14:cNvContentPartPr/>
                <p14:nvPr/>
              </p14:nvContentPartPr>
              <p14:xfrm>
                <a:off x="802980" y="3689940"/>
                <a:ext cx="7920" cy="23580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EA2AA2A0-0A5A-49C9-8AE7-DCFE632734F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94340" y="3680940"/>
                  <a:ext cx="2556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DCFF3C57-10C4-4C2F-921A-F76FE7874E75}"/>
                    </a:ext>
                  </a:extLst>
                </p14:cNvPr>
                <p14:cNvContentPartPr/>
                <p14:nvPr/>
              </p14:nvContentPartPr>
              <p14:xfrm>
                <a:off x="832860" y="3652500"/>
                <a:ext cx="344880" cy="34884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DCFF3C57-10C4-4C2F-921A-F76FE7874E7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23860" y="3643860"/>
                  <a:ext cx="362520" cy="366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5D240E6C-B197-4901-8178-55B96DAD6DDC}"/>
              </a:ext>
            </a:extLst>
          </p:cNvPr>
          <p:cNvGrpSpPr/>
          <p:nvPr/>
        </p:nvGrpSpPr>
        <p:grpSpPr>
          <a:xfrm>
            <a:off x="1437300" y="3619380"/>
            <a:ext cx="1849320" cy="611280"/>
            <a:chOff x="1437300" y="3619380"/>
            <a:chExt cx="1849320" cy="611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3D6DAC9E-1B14-4542-B60B-D83A3A30C5FA}"/>
                    </a:ext>
                  </a:extLst>
                </p14:cNvPr>
                <p14:cNvContentPartPr/>
                <p14:nvPr/>
              </p14:nvContentPartPr>
              <p14:xfrm>
                <a:off x="1437300" y="3808380"/>
                <a:ext cx="144720" cy="108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3D6DAC9E-1B14-4542-B60B-D83A3A30C5F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428300" y="3799740"/>
                  <a:ext cx="16236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2C26F611-7465-4BEB-B041-1DD621D139BB}"/>
                    </a:ext>
                  </a:extLst>
                </p14:cNvPr>
                <p14:cNvContentPartPr/>
                <p14:nvPr/>
              </p14:nvContentPartPr>
              <p14:xfrm>
                <a:off x="1458180" y="3875340"/>
                <a:ext cx="231480" cy="1080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2C26F611-7465-4BEB-B041-1DD621D139BB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449540" y="3866340"/>
                  <a:ext cx="24912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A729CCDB-8FE1-4728-ADB2-1B1EAF682937}"/>
                    </a:ext>
                  </a:extLst>
                </p14:cNvPr>
                <p14:cNvContentPartPr/>
                <p14:nvPr/>
              </p14:nvContentPartPr>
              <p14:xfrm>
                <a:off x="1760940" y="3619380"/>
                <a:ext cx="376200" cy="61128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A729CCDB-8FE1-4728-ADB2-1B1EAF68293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751940" y="3610380"/>
                  <a:ext cx="393840" cy="62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34E207FF-3C3D-4B60-B381-2CC4581DE7F1}"/>
                    </a:ext>
                  </a:extLst>
                </p14:cNvPr>
                <p14:cNvContentPartPr/>
                <p14:nvPr/>
              </p14:nvContentPartPr>
              <p14:xfrm>
                <a:off x="2236860" y="3679860"/>
                <a:ext cx="14760" cy="21708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34E207FF-3C3D-4B60-B381-2CC4581DE7F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228220" y="3671220"/>
                  <a:ext cx="3240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FDB4F57C-7CF0-47F2-82BA-C7E781F2C048}"/>
                    </a:ext>
                  </a:extLst>
                </p14:cNvPr>
                <p14:cNvContentPartPr/>
                <p14:nvPr/>
              </p14:nvContentPartPr>
              <p14:xfrm>
                <a:off x="2237940" y="3702900"/>
                <a:ext cx="169920" cy="19080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FDB4F57C-7CF0-47F2-82BA-C7E781F2C048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228940" y="3693900"/>
                  <a:ext cx="18756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D5C0B338-6C2F-4906-982D-84B75B366872}"/>
                    </a:ext>
                  </a:extLst>
                </p14:cNvPr>
                <p14:cNvContentPartPr/>
                <p14:nvPr/>
              </p14:nvContentPartPr>
              <p14:xfrm>
                <a:off x="2133900" y="3993780"/>
                <a:ext cx="247680" cy="720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D5C0B338-6C2F-4906-982D-84B75B366872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125260" y="3985140"/>
                  <a:ext cx="26532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866249CB-7DDC-4375-82F9-5B821AAE1F0A}"/>
                    </a:ext>
                  </a:extLst>
                </p14:cNvPr>
                <p14:cNvContentPartPr/>
                <p14:nvPr/>
              </p14:nvContentPartPr>
              <p14:xfrm>
                <a:off x="2281140" y="3624060"/>
                <a:ext cx="394920" cy="54432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866249CB-7DDC-4375-82F9-5B821AAE1F0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272140" y="3615060"/>
                  <a:ext cx="412560" cy="56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D564DDE1-7CA2-49CA-BC2B-0AADA8F677AC}"/>
                    </a:ext>
                  </a:extLst>
                </p14:cNvPr>
                <p14:cNvContentPartPr/>
                <p14:nvPr/>
              </p14:nvContentPartPr>
              <p14:xfrm>
                <a:off x="2834820" y="3881100"/>
                <a:ext cx="258480" cy="2376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D564DDE1-7CA2-49CA-BC2B-0AADA8F677AC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825820" y="3872460"/>
                  <a:ext cx="27612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A77BB5A9-9E2E-403B-808B-B5A0C843AC1E}"/>
                    </a:ext>
                  </a:extLst>
                </p14:cNvPr>
                <p14:cNvContentPartPr/>
                <p14:nvPr/>
              </p14:nvContentPartPr>
              <p14:xfrm>
                <a:off x="2940660" y="3734940"/>
                <a:ext cx="345960" cy="22572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A77BB5A9-9E2E-403B-808B-B5A0C843AC1E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931660" y="3725940"/>
                  <a:ext cx="363600" cy="243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2" name="Group 231">
            <a:extLst>
              <a:ext uri="{FF2B5EF4-FFF2-40B4-BE49-F238E27FC236}">
                <a16:creationId xmlns:a16="http://schemas.microsoft.com/office/drawing/2014/main" id="{B947A1E9-8506-42DE-B5C1-AAD59826528E}"/>
              </a:ext>
            </a:extLst>
          </p:cNvPr>
          <p:cNvGrpSpPr/>
          <p:nvPr/>
        </p:nvGrpSpPr>
        <p:grpSpPr>
          <a:xfrm>
            <a:off x="167580" y="35580"/>
            <a:ext cx="8850240" cy="5170680"/>
            <a:chOff x="167580" y="35580"/>
            <a:chExt cx="8850240" cy="5170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9B36BA65-2B7E-4156-A80C-C0933830FDDC}"/>
                    </a:ext>
                  </a:extLst>
                </p14:cNvPr>
                <p14:cNvContentPartPr/>
                <p14:nvPr/>
              </p14:nvContentPartPr>
              <p14:xfrm>
                <a:off x="1693260" y="1980660"/>
                <a:ext cx="276480" cy="2084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9B36BA65-2B7E-4156-A80C-C0933830FDDC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684620" y="1971660"/>
                  <a:ext cx="29412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852420FD-0411-4E3F-ADB2-7A948619FDB7}"/>
                    </a:ext>
                  </a:extLst>
                </p14:cNvPr>
                <p14:cNvContentPartPr/>
                <p14:nvPr/>
              </p14:nvContentPartPr>
              <p14:xfrm>
                <a:off x="2103300" y="1761420"/>
                <a:ext cx="33840" cy="2016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852420FD-0411-4E3F-ADB2-7A948619FDB7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094660" y="1752780"/>
                  <a:ext cx="5148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592CCBB3-09B4-441F-A720-90C5D7537341}"/>
                    </a:ext>
                  </a:extLst>
                </p14:cNvPr>
                <p14:cNvContentPartPr/>
                <p14:nvPr/>
              </p14:nvContentPartPr>
              <p14:xfrm>
                <a:off x="2201220" y="1814340"/>
                <a:ext cx="142560" cy="1216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592CCBB3-09B4-441F-A720-90C5D753734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192580" y="1805700"/>
                  <a:ext cx="16020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24C2E9FE-F14B-48EC-8650-CAA9DDB4A860}"/>
                    </a:ext>
                  </a:extLst>
                </p14:cNvPr>
                <p14:cNvContentPartPr/>
                <p14:nvPr/>
              </p14:nvContentPartPr>
              <p14:xfrm>
                <a:off x="2380140" y="1794540"/>
                <a:ext cx="125640" cy="3297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24C2E9FE-F14B-48EC-8650-CAA9DDB4A860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371500" y="1785900"/>
                  <a:ext cx="143280" cy="34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8F308776-2E8A-472F-8721-58CB5A366C26}"/>
                    </a:ext>
                  </a:extLst>
                </p14:cNvPr>
                <p14:cNvContentPartPr/>
                <p14:nvPr/>
              </p14:nvContentPartPr>
              <p14:xfrm>
                <a:off x="2620620" y="1689780"/>
                <a:ext cx="214200" cy="1807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8F308776-2E8A-472F-8721-58CB5A366C26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611980" y="1680780"/>
                  <a:ext cx="23184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F7B1C5D3-40CF-4014-9174-3052ABB5960E}"/>
                    </a:ext>
                  </a:extLst>
                </p14:cNvPr>
                <p14:cNvContentPartPr/>
                <p14:nvPr/>
              </p14:nvContentPartPr>
              <p14:xfrm>
                <a:off x="2592540" y="1915860"/>
                <a:ext cx="132480" cy="1544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F7B1C5D3-40CF-4014-9174-3052ABB5960E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583900" y="1907220"/>
                  <a:ext cx="15012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E38C1E14-CE98-4239-8701-42D7F8F11569}"/>
                    </a:ext>
                  </a:extLst>
                </p14:cNvPr>
                <p14:cNvContentPartPr/>
                <p14:nvPr/>
              </p14:nvContentPartPr>
              <p14:xfrm>
                <a:off x="4356540" y="1584300"/>
                <a:ext cx="286920" cy="29829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E38C1E14-CE98-4239-8701-42D7F8F11569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347540" y="1575660"/>
                  <a:ext cx="304560" cy="30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2057589D-CFCB-4861-A33A-0C9B9D0626B8}"/>
                    </a:ext>
                  </a:extLst>
                </p14:cNvPr>
                <p14:cNvContentPartPr/>
                <p14:nvPr/>
              </p14:nvContentPartPr>
              <p14:xfrm>
                <a:off x="5371380" y="1717500"/>
                <a:ext cx="187560" cy="3229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2057589D-CFCB-4861-A33A-0C9B9D0626B8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362380" y="1708500"/>
                  <a:ext cx="205200" cy="34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D433FD87-7847-4D8D-8D45-D7BF8BEE5DB3}"/>
                    </a:ext>
                  </a:extLst>
                </p14:cNvPr>
                <p14:cNvContentPartPr/>
                <p14:nvPr/>
              </p14:nvContentPartPr>
              <p14:xfrm>
                <a:off x="5350500" y="1962660"/>
                <a:ext cx="270000" cy="97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D433FD87-7847-4D8D-8D45-D7BF8BEE5DB3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341860" y="1954020"/>
                  <a:ext cx="28764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D1891B6D-93C9-42CF-B038-312BCE71C474}"/>
                    </a:ext>
                  </a:extLst>
                </p14:cNvPr>
                <p14:cNvContentPartPr/>
                <p14:nvPr/>
              </p14:nvContentPartPr>
              <p14:xfrm>
                <a:off x="5709420" y="1763580"/>
                <a:ext cx="169920" cy="2394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D1891B6D-93C9-42CF-B038-312BCE71C474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700780" y="1754580"/>
                  <a:ext cx="18756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0C11290-4579-4BAF-8F2F-80BCC85CD769}"/>
                    </a:ext>
                  </a:extLst>
                </p14:cNvPr>
                <p14:cNvContentPartPr/>
                <p14:nvPr/>
              </p14:nvContentPartPr>
              <p14:xfrm>
                <a:off x="5909580" y="1792020"/>
                <a:ext cx="232200" cy="1839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0C11290-4579-4BAF-8F2F-80BCC85CD769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900940" y="1783380"/>
                  <a:ext cx="24984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B960887A-4F03-4C38-AAD5-04F23C06BC18}"/>
                    </a:ext>
                  </a:extLst>
                </p14:cNvPr>
                <p14:cNvContentPartPr/>
                <p14:nvPr/>
              </p14:nvContentPartPr>
              <p14:xfrm>
                <a:off x="6095340" y="1639740"/>
                <a:ext cx="210960" cy="4593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B960887A-4F03-4C38-AAD5-04F23C06BC18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086700" y="1630740"/>
                  <a:ext cx="228600" cy="47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F178C1F7-FB29-453C-A94B-5F03D3EBE914}"/>
                    </a:ext>
                  </a:extLst>
                </p14:cNvPr>
                <p14:cNvContentPartPr/>
                <p14:nvPr/>
              </p14:nvContentPartPr>
              <p14:xfrm>
                <a:off x="3685500" y="83820"/>
                <a:ext cx="342000" cy="2253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F178C1F7-FB29-453C-A94B-5F03D3EBE914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676860" y="75180"/>
                  <a:ext cx="35964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5B354B19-9BD8-4900-B16A-8E62D6891986}"/>
                    </a:ext>
                  </a:extLst>
                </p14:cNvPr>
                <p14:cNvContentPartPr/>
                <p14:nvPr/>
              </p14:nvContentPartPr>
              <p14:xfrm>
                <a:off x="4105260" y="99300"/>
                <a:ext cx="85320" cy="2397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5B354B19-9BD8-4900-B16A-8E62D6891986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096260" y="90300"/>
                  <a:ext cx="10296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86161B3-DEFE-49CE-8184-89019C8EE1E4}"/>
                    </a:ext>
                  </a:extLst>
                </p14:cNvPr>
                <p14:cNvContentPartPr/>
                <p14:nvPr/>
              </p14:nvContentPartPr>
              <p14:xfrm>
                <a:off x="4279140" y="42420"/>
                <a:ext cx="270720" cy="5799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E86161B3-DEFE-49CE-8184-89019C8EE1E4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270500" y="33420"/>
                  <a:ext cx="288360" cy="59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41EBE686-CA68-4366-8B75-7EB548C28162}"/>
                    </a:ext>
                  </a:extLst>
                </p14:cNvPr>
                <p14:cNvContentPartPr/>
                <p14:nvPr/>
              </p14:nvContentPartPr>
              <p14:xfrm>
                <a:off x="4472820" y="57180"/>
                <a:ext cx="142920" cy="1605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41EBE686-CA68-4366-8B75-7EB548C28162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463820" y="48180"/>
                  <a:ext cx="16056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94DC4871-075C-44D2-AB4A-A570123B4797}"/>
                    </a:ext>
                  </a:extLst>
                </p14:cNvPr>
                <p14:cNvContentPartPr/>
                <p14:nvPr/>
              </p14:nvContentPartPr>
              <p14:xfrm>
                <a:off x="4427460" y="316020"/>
                <a:ext cx="264960" cy="126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94DC4871-075C-44D2-AB4A-A570123B4797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418820" y="307380"/>
                  <a:ext cx="28260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8BF46B6-2D3B-4383-B91B-B3C00514310D}"/>
                    </a:ext>
                  </a:extLst>
                </p14:cNvPr>
                <p14:cNvContentPartPr/>
                <p14:nvPr/>
              </p14:nvContentPartPr>
              <p14:xfrm>
                <a:off x="4537980" y="388020"/>
                <a:ext cx="149400" cy="1641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8BF46B6-2D3B-4383-B91B-B3C00514310D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528980" y="379020"/>
                  <a:ext cx="16704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61923D9B-1709-49FD-9106-BCA8225C8AD5}"/>
                    </a:ext>
                  </a:extLst>
                </p14:cNvPr>
                <p14:cNvContentPartPr/>
                <p14:nvPr/>
              </p14:nvContentPartPr>
              <p14:xfrm>
                <a:off x="4804020" y="35580"/>
                <a:ext cx="169920" cy="5929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61923D9B-1709-49FD-9106-BCA8225C8AD5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795020" y="26580"/>
                  <a:ext cx="187560" cy="61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95F4915-2491-455C-9A25-04D8258489E0}"/>
                    </a:ext>
                  </a:extLst>
                </p14:cNvPr>
                <p14:cNvContentPartPr/>
                <p14:nvPr/>
              </p14:nvContentPartPr>
              <p14:xfrm>
                <a:off x="5156100" y="226740"/>
                <a:ext cx="164880" cy="288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95F4915-2491-455C-9A25-04D8258489E0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147460" y="218100"/>
                  <a:ext cx="18252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AF153B70-71F4-4028-9823-5C73A4B14891}"/>
                    </a:ext>
                  </a:extLst>
                </p14:cNvPr>
                <p14:cNvContentPartPr/>
                <p14:nvPr/>
              </p14:nvContentPartPr>
              <p14:xfrm>
                <a:off x="5217660" y="141420"/>
                <a:ext cx="65880" cy="2322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AF153B70-71F4-4028-9823-5C73A4B14891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5209020" y="132780"/>
                  <a:ext cx="8352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B817E9E4-2007-4780-AB48-85AD7CF7CB58}"/>
                    </a:ext>
                  </a:extLst>
                </p14:cNvPr>
                <p14:cNvContentPartPr/>
                <p14:nvPr/>
              </p14:nvContentPartPr>
              <p14:xfrm>
                <a:off x="5238180" y="96420"/>
                <a:ext cx="12960" cy="2491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B817E9E4-2007-4780-AB48-85AD7CF7CB58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229180" y="87780"/>
                  <a:ext cx="3060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0DAC64E3-1ECF-4819-8746-3A013B354D27}"/>
                    </a:ext>
                  </a:extLst>
                </p14:cNvPr>
                <p14:cNvContentPartPr/>
                <p14:nvPr/>
              </p14:nvContentPartPr>
              <p14:xfrm>
                <a:off x="5178060" y="226740"/>
                <a:ext cx="253800" cy="162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0DAC64E3-1ECF-4819-8746-3A013B354D27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169420" y="218100"/>
                  <a:ext cx="27144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2096408C-86C8-4E11-BACE-4EA4AADAD311}"/>
                    </a:ext>
                  </a:extLst>
                </p14:cNvPr>
                <p14:cNvContentPartPr/>
                <p14:nvPr/>
              </p14:nvContentPartPr>
              <p14:xfrm>
                <a:off x="5669100" y="151500"/>
                <a:ext cx="44640" cy="2368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2096408C-86C8-4E11-BACE-4EA4AADAD311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660460" y="142500"/>
                  <a:ext cx="6228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F2A0EA0A-9B4D-4F9F-B68A-A187DF4CFB71}"/>
                    </a:ext>
                  </a:extLst>
                </p14:cNvPr>
                <p14:cNvContentPartPr/>
                <p14:nvPr/>
              </p14:nvContentPartPr>
              <p14:xfrm>
                <a:off x="5653620" y="70140"/>
                <a:ext cx="124560" cy="766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F2A0EA0A-9B4D-4F9F-B68A-A187DF4CFB71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644980" y="61140"/>
                  <a:ext cx="14220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899686CD-CBA4-4773-93FC-4AB8AC0BE096}"/>
                    </a:ext>
                  </a:extLst>
                </p14:cNvPr>
                <p14:cNvContentPartPr/>
                <p14:nvPr/>
              </p14:nvContentPartPr>
              <p14:xfrm>
                <a:off x="5675940" y="121260"/>
                <a:ext cx="346680" cy="2826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899686CD-CBA4-4773-93FC-4AB8AC0BE096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666940" y="112260"/>
                  <a:ext cx="36432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18AC2694-4E1E-43C0-BCFF-E5CE74A3374B}"/>
                    </a:ext>
                  </a:extLst>
                </p14:cNvPr>
                <p14:cNvContentPartPr/>
                <p14:nvPr/>
              </p14:nvContentPartPr>
              <p14:xfrm>
                <a:off x="6093540" y="181380"/>
                <a:ext cx="224280" cy="1728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18AC2694-4E1E-43C0-BCFF-E5CE74A3374B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084900" y="172380"/>
                  <a:ext cx="24192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EB7E5C79-BF14-4F4D-A590-17C696CA8993}"/>
                    </a:ext>
                  </a:extLst>
                </p14:cNvPr>
                <p14:cNvContentPartPr/>
                <p14:nvPr/>
              </p14:nvContentPartPr>
              <p14:xfrm>
                <a:off x="6406380" y="91020"/>
                <a:ext cx="111960" cy="3891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EB7E5C79-BF14-4F4D-A590-17C696CA8993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397380" y="82020"/>
                  <a:ext cx="129600" cy="40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DF24FE1E-96CF-427B-935D-244EAE251905}"/>
                    </a:ext>
                  </a:extLst>
                </p14:cNvPr>
                <p14:cNvContentPartPr/>
                <p14:nvPr/>
              </p14:nvContentPartPr>
              <p14:xfrm>
                <a:off x="5715180" y="497100"/>
                <a:ext cx="672120" cy="255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DF24FE1E-96CF-427B-935D-244EAE251905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706540" y="488100"/>
                  <a:ext cx="68976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5D502EA6-5A65-4B3C-A30F-619432358379}"/>
                    </a:ext>
                  </a:extLst>
                </p14:cNvPr>
                <p14:cNvContentPartPr/>
                <p14:nvPr/>
              </p14:nvContentPartPr>
              <p14:xfrm>
                <a:off x="5754060" y="472260"/>
                <a:ext cx="636840" cy="381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5D502EA6-5A65-4B3C-A30F-619432358379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745420" y="463620"/>
                  <a:ext cx="65448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ADE7F601-B15A-4D57-9826-7152BB6226D0}"/>
                    </a:ext>
                  </a:extLst>
                </p14:cNvPr>
                <p14:cNvContentPartPr/>
                <p14:nvPr/>
              </p14:nvContentPartPr>
              <p14:xfrm>
                <a:off x="6121620" y="556860"/>
                <a:ext cx="167760" cy="8949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ADE7F601-B15A-4D57-9826-7152BB6226D0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112620" y="547860"/>
                  <a:ext cx="185400" cy="9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F55D0D52-86EF-4702-95F3-AE02D07ABCE4}"/>
                    </a:ext>
                  </a:extLst>
                </p14:cNvPr>
                <p14:cNvContentPartPr/>
                <p14:nvPr/>
              </p14:nvContentPartPr>
              <p14:xfrm>
                <a:off x="6087780" y="1271460"/>
                <a:ext cx="155160" cy="1839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F55D0D52-86EF-4702-95F3-AE02D07ABCE4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079140" y="1262820"/>
                  <a:ext cx="17280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4C27AD89-A825-441B-81F2-FCB1340B6737}"/>
                    </a:ext>
                  </a:extLst>
                </p14:cNvPr>
                <p14:cNvContentPartPr/>
                <p14:nvPr/>
              </p14:nvContentPartPr>
              <p14:xfrm>
                <a:off x="6254460" y="1328700"/>
                <a:ext cx="125640" cy="1407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4C27AD89-A825-441B-81F2-FCB1340B6737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6245460" y="1319700"/>
                  <a:ext cx="14328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BA53C1EE-D174-4BC7-ADA6-7924257C0A4E}"/>
                    </a:ext>
                  </a:extLst>
                </p14:cNvPr>
                <p14:cNvContentPartPr/>
                <p14:nvPr/>
              </p14:nvContentPartPr>
              <p14:xfrm>
                <a:off x="5352660" y="1237620"/>
                <a:ext cx="229320" cy="21276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BA53C1EE-D174-4BC7-ADA6-7924257C0A4E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343660" y="1228980"/>
                  <a:ext cx="24696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948F2BBC-952C-4A56-A2CB-F184BF6FC67B}"/>
                    </a:ext>
                  </a:extLst>
                </p14:cNvPr>
                <p14:cNvContentPartPr/>
                <p14:nvPr/>
              </p14:nvContentPartPr>
              <p14:xfrm>
                <a:off x="5669100" y="1253100"/>
                <a:ext cx="31320" cy="17784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948F2BBC-952C-4A56-A2CB-F184BF6FC67B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660460" y="1244460"/>
                  <a:ext cx="4896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38CBB5AE-AB36-411F-AE73-E3B43EFDA0D8}"/>
                    </a:ext>
                  </a:extLst>
                </p14:cNvPr>
                <p14:cNvContentPartPr/>
                <p14:nvPr/>
              </p14:nvContentPartPr>
              <p14:xfrm>
                <a:off x="5653620" y="1254180"/>
                <a:ext cx="196560" cy="21060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38CBB5AE-AB36-411F-AE73-E3B43EFDA0D8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644980" y="1245180"/>
                  <a:ext cx="21420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E7B86D56-8187-4235-8A0B-C7058F8F75DF}"/>
                    </a:ext>
                  </a:extLst>
                </p14:cNvPr>
                <p14:cNvContentPartPr/>
                <p14:nvPr/>
              </p14:nvContentPartPr>
              <p14:xfrm>
                <a:off x="5788620" y="1225020"/>
                <a:ext cx="285840" cy="22284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E7B86D56-8187-4235-8A0B-C7058F8F75DF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779620" y="1216020"/>
                  <a:ext cx="30348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654CC3BF-E9F7-44D5-8355-01DCA78151DC}"/>
                    </a:ext>
                  </a:extLst>
                </p14:cNvPr>
                <p14:cNvContentPartPr/>
                <p14:nvPr/>
              </p14:nvContentPartPr>
              <p14:xfrm>
                <a:off x="6413220" y="2811540"/>
                <a:ext cx="2160" cy="14400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654CC3BF-E9F7-44D5-8355-01DCA78151DC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6404220" y="2802540"/>
                  <a:ext cx="1980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202A34C4-99CF-4A27-A4CB-EA5CFAEC5921}"/>
                    </a:ext>
                  </a:extLst>
                </p14:cNvPr>
                <p14:cNvContentPartPr/>
                <p14:nvPr/>
              </p14:nvContentPartPr>
              <p14:xfrm>
                <a:off x="6336180" y="2729100"/>
                <a:ext cx="23400" cy="2304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202A34C4-99CF-4A27-A4CB-EA5CFAEC5921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327180" y="2720460"/>
                  <a:ext cx="4104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00CE2FE2-B025-4EB9-9297-2F05B106BB2D}"/>
                    </a:ext>
                  </a:extLst>
                </p14:cNvPr>
                <p14:cNvContentPartPr/>
                <p14:nvPr/>
              </p14:nvContentPartPr>
              <p14:xfrm>
                <a:off x="6427620" y="2743860"/>
                <a:ext cx="219960" cy="43956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00CE2FE2-B025-4EB9-9297-2F05B106BB2D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418620" y="2735220"/>
                  <a:ext cx="237600" cy="45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5D3BC685-7351-4B91-A969-F122029AD63B}"/>
                    </a:ext>
                  </a:extLst>
                </p14:cNvPr>
                <p14:cNvContentPartPr/>
                <p14:nvPr/>
              </p14:nvContentPartPr>
              <p14:xfrm>
                <a:off x="6915420" y="2702460"/>
                <a:ext cx="189720" cy="1681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5D3BC685-7351-4B91-A969-F122029AD63B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6906780" y="2693820"/>
                  <a:ext cx="20736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CB35AACC-B3A9-4F36-8946-0B5D8665AB67}"/>
                    </a:ext>
                  </a:extLst>
                </p14:cNvPr>
                <p14:cNvContentPartPr/>
                <p14:nvPr/>
              </p14:nvContentPartPr>
              <p14:xfrm>
                <a:off x="7154100" y="2718300"/>
                <a:ext cx="17640" cy="18432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CB35AACC-B3A9-4F36-8946-0B5D8665AB67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145460" y="2709660"/>
                  <a:ext cx="3528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E77B74C2-5DB1-4DB0-A5E7-4321BA967A70}"/>
                    </a:ext>
                  </a:extLst>
                </p14:cNvPr>
                <p14:cNvContentPartPr/>
                <p14:nvPr/>
              </p14:nvContentPartPr>
              <p14:xfrm>
                <a:off x="7179300" y="2734500"/>
                <a:ext cx="167040" cy="18108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E77B74C2-5DB1-4DB0-A5E7-4321BA967A70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170300" y="2725860"/>
                  <a:ext cx="18468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CD163CE0-93C1-407E-9969-77E979D8F648}"/>
                    </a:ext>
                  </a:extLst>
                </p14:cNvPr>
                <p14:cNvContentPartPr/>
                <p14:nvPr/>
              </p14:nvContentPartPr>
              <p14:xfrm>
                <a:off x="7439940" y="2710020"/>
                <a:ext cx="196200" cy="16884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CD163CE0-93C1-407E-9969-77E979D8F648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431300" y="2701380"/>
                  <a:ext cx="21384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0869F50A-09B0-4DFD-B73A-373B1A58EC47}"/>
                    </a:ext>
                  </a:extLst>
                </p14:cNvPr>
                <p14:cNvContentPartPr/>
                <p14:nvPr/>
              </p14:nvContentPartPr>
              <p14:xfrm>
                <a:off x="7833780" y="2746380"/>
                <a:ext cx="164880" cy="8604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0869F50A-09B0-4DFD-B73A-373B1A58EC47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824780" y="2737740"/>
                  <a:ext cx="18252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D0D31932-3D05-4D44-9831-5C81701F4D85}"/>
                    </a:ext>
                  </a:extLst>
                </p14:cNvPr>
                <p14:cNvContentPartPr/>
                <p14:nvPr/>
              </p14:nvContentPartPr>
              <p14:xfrm>
                <a:off x="7821540" y="2611380"/>
                <a:ext cx="366840" cy="35784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D0D31932-3D05-4D44-9831-5C81701F4D85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812540" y="2602740"/>
                  <a:ext cx="384480" cy="37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B2F31B10-367A-4233-901A-37CE17519E80}"/>
                    </a:ext>
                  </a:extLst>
                </p14:cNvPr>
                <p14:cNvContentPartPr/>
                <p14:nvPr/>
              </p14:nvContentPartPr>
              <p14:xfrm>
                <a:off x="8168580" y="2639100"/>
                <a:ext cx="205200" cy="23796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B2F31B10-367A-4233-901A-37CE17519E80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8159940" y="2630100"/>
                  <a:ext cx="22284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0CC70E43-5FD6-4EFD-AA27-C611B0589C0B}"/>
                    </a:ext>
                  </a:extLst>
                </p14:cNvPr>
                <p14:cNvContentPartPr/>
                <p14:nvPr/>
              </p14:nvContentPartPr>
              <p14:xfrm>
                <a:off x="8455500" y="2653860"/>
                <a:ext cx="28440" cy="19944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0CC70E43-5FD6-4EFD-AA27-C611B0589C0B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8446500" y="2645220"/>
                  <a:ext cx="4608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6CCC9879-B648-4F99-968D-2DFC2F3E54B4}"/>
                    </a:ext>
                  </a:extLst>
                </p14:cNvPr>
                <p14:cNvContentPartPr/>
                <p14:nvPr/>
              </p14:nvContentPartPr>
              <p14:xfrm>
                <a:off x="8457300" y="2679780"/>
                <a:ext cx="202320" cy="17352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6CCC9879-B648-4F99-968D-2DFC2F3E54B4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8448660" y="2671140"/>
                  <a:ext cx="21996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F8745D56-D73E-4B5C-94AB-98185B45E8AE}"/>
                    </a:ext>
                  </a:extLst>
                </p14:cNvPr>
                <p14:cNvContentPartPr/>
                <p14:nvPr/>
              </p14:nvContentPartPr>
              <p14:xfrm>
                <a:off x="8647020" y="2627940"/>
                <a:ext cx="191880" cy="22500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F8745D56-D73E-4B5C-94AB-98185B45E8AE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8638020" y="2619300"/>
                  <a:ext cx="20952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79EBB7D9-75B4-4276-B61B-0DB50B77FBC5}"/>
                    </a:ext>
                  </a:extLst>
                </p14:cNvPr>
                <p14:cNvContentPartPr/>
                <p14:nvPr/>
              </p14:nvContentPartPr>
              <p14:xfrm>
                <a:off x="6359220" y="3398340"/>
                <a:ext cx="316440" cy="33516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79EBB7D9-75B4-4276-B61B-0DB50B77FBC5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6350220" y="3389340"/>
                  <a:ext cx="334080" cy="35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24FC1FA2-34C9-4DDD-BBB3-810CFF49E6E7}"/>
                    </a:ext>
                  </a:extLst>
                </p14:cNvPr>
                <p14:cNvContentPartPr/>
                <p14:nvPr/>
              </p14:nvContentPartPr>
              <p14:xfrm>
                <a:off x="6875100" y="3300780"/>
                <a:ext cx="355320" cy="66996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24FC1FA2-34C9-4DDD-BBB3-810CFF49E6E7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6866460" y="3292140"/>
                  <a:ext cx="372960" cy="68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E69901D7-1C01-4F04-9662-1EACD0ADFF53}"/>
                    </a:ext>
                  </a:extLst>
                </p14:cNvPr>
                <p14:cNvContentPartPr/>
                <p14:nvPr/>
              </p14:nvContentPartPr>
              <p14:xfrm>
                <a:off x="7132500" y="3442260"/>
                <a:ext cx="248400" cy="34056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E69901D7-1C01-4F04-9662-1EACD0ADFF53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7123500" y="3433620"/>
                  <a:ext cx="266040" cy="35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12639858-3F34-40CE-A970-31E1B6970BAB}"/>
                    </a:ext>
                  </a:extLst>
                </p14:cNvPr>
                <p14:cNvContentPartPr/>
                <p14:nvPr/>
              </p14:nvContentPartPr>
              <p14:xfrm>
                <a:off x="7492860" y="3484380"/>
                <a:ext cx="218880" cy="15624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12639858-3F34-40CE-A970-31E1B6970BAB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7484220" y="3475740"/>
                  <a:ext cx="23652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4A6ED0A8-0CE8-41C8-8C6D-3BD573A67BBF}"/>
                    </a:ext>
                  </a:extLst>
                </p14:cNvPr>
                <p14:cNvContentPartPr/>
                <p14:nvPr/>
              </p14:nvContentPartPr>
              <p14:xfrm>
                <a:off x="7761420" y="3391140"/>
                <a:ext cx="505800" cy="26784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4A6ED0A8-0CE8-41C8-8C6D-3BD573A67BBF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7752780" y="3382500"/>
                  <a:ext cx="52344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C8B5B877-EB28-40E0-AB84-9ABCCE9F42E5}"/>
                    </a:ext>
                  </a:extLst>
                </p14:cNvPr>
                <p14:cNvContentPartPr/>
                <p14:nvPr/>
              </p14:nvContentPartPr>
              <p14:xfrm>
                <a:off x="8255340" y="3473220"/>
                <a:ext cx="196560" cy="15048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C8B5B877-EB28-40E0-AB84-9ABCCE9F42E5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8246340" y="3464220"/>
                  <a:ext cx="21420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1D8D1899-4071-4937-9463-FA7DB3452E90}"/>
                    </a:ext>
                  </a:extLst>
                </p14:cNvPr>
                <p14:cNvContentPartPr/>
                <p14:nvPr/>
              </p14:nvContentPartPr>
              <p14:xfrm>
                <a:off x="8448660" y="3477540"/>
                <a:ext cx="179280" cy="12888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1D8D1899-4071-4937-9463-FA7DB3452E90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8440020" y="3468540"/>
                  <a:ext cx="19692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538AE1F2-2E2F-4B7E-87F3-21F30371E7BB}"/>
                    </a:ext>
                  </a:extLst>
                </p14:cNvPr>
                <p14:cNvContentPartPr/>
                <p14:nvPr/>
              </p14:nvContentPartPr>
              <p14:xfrm>
                <a:off x="7924140" y="3829260"/>
                <a:ext cx="221760" cy="20520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538AE1F2-2E2F-4B7E-87F3-21F30371E7BB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7915500" y="3820620"/>
                  <a:ext cx="23940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3A72F8DA-84B1-4623-944E-DBF600189812}"/>
                    </a:ext>
                  </a:extLst>
                </p14:cNvPr>
                <p14:cNvContentPartPr/>
                <p14:nvPr/>
              </p14:nvContentPartPr>
              <p14:xfrm>
                <a:off x="8213580" y="3726300"/>
                <a:ext cx="256680" cy="24372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3A72F8DA-84B1-4623-944E-DBF600189812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8204580" y="3717660"/>
                  <a:ext cx="27432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18015D48-29E9-45D3-B367-7AFBBF2711C2}"/>
                    </a:ext>
                  </a:extLst>
                </p14:cNvPr>
                <p14:cNvContentPartPr/>
                <p14:nvPr/>
              </p14:nvContentPartPr>
              <p14:xfrm>
                <a:off x="8548740" y="3837180"/>
                <a:ext cx="281520" cy="11520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18015D48-29E9-45D3-B367-7AFBBF2711C2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8540100" y="3828540"/>
                  <a:ext cx="29916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74F72D07-99B6-444A-900D-EC28E4022AB2}"/>
                    </a:ext>
                  </a:extLst>
                </p14:cNvPr>
                <p14:cNvContentPartPr/>
                <p14:nvPr/>
              </p14:nvContentPartPr>
              <p14:xfrm>
                <a:off x="8749980" y="3714060"/>
                <a:ext cx="201600" cy="48816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74F72D07-99B6-444A-900D-EC28E4022AB2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8740980" y="3705420"/>
                  <a:ext cx="219240" cy="50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6D0274BA-0172-42FB-A445-80BC7D4081B6}"/>
                    </a:ext>
                  </a:extLst>
                </p14:cNvPr>
                <p14:cNvContentPartPr/>
                <p14:nvPr/>
              </p14:nvContentPartPr>
              <p14:xfrm>
                <a:off x="5557860" y="4335060"/>
                <a:ext cx="47160" cy="16920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6D0274BA-0172-42FB-A445-80BC7D4081B6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5548860" y="4326420"/>
                  <a:ext cx="6480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E147A50B-2D43-4CB5-8986-F5B259C66ADC}"/>
                    </a:ext>
                  </a:extLst>
                </p14:cNvPr>
                <p14:cNvContentPartPr/>
                <p14:nvPr/>
              </p14:nvContentPartPr>
              <p14:xfrm>
                <a:off x="5700060" y="4373940"/>
                <a:ext cx="52200" cy="17892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E147A50B-2D43-4CB5-8986-F5B259C66ADC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5691060" y="4365300"/>
                  <a:ext cx="6984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34D7730A-D77F-480D-AC73-D669AB86E25C}"/>
                    </a:ext>
                  </a:extLst>
                </p14:cNvPr>
                <p14:cNvContentPartPr/>
                <p14:nvPr/>
              </p14:nvContentPartPr>
              <p14:xfrm>
                <a:off x="5496660" y="4213020"/>
                <a:ext cx="156240" cy="2736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34D7730A-D77F-480D-AC73-D669AB86E25C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5488020" y="4204020"/>
                  <a:ext cx="17388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16D86363-7948-48C2-801E-6B2B2FE44AB0}"/>
                    </a:ext>
                  </a:extLst>
                </p14:cNvPr>
                <p14:cNvContentPartPr/>
                <p14:nvPr/>
              </p14:nvContentPartPr>
              <p14:xfrm>
                <a:off x="5751900" y="4096380"/>
                <a:ext cx="212760" cy="61848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16D86363-7948-48C2-801E-6B2B2FE44AB0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5742900" y="4087740"/>
                  <a:ext cx="230400" cy="63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AB9CB2CD-A3E1-492A-8928-53EA9A262007}"/>
                    </a:ext>
                  </a:extLst>
                </p14:cNvPr>
                <p14:cNvContentPartPr/>
                <p14:nvPr/>
              </p14:nvContentPartPr>
              <p14:xfrm>
                <a:off x="6435180" y="4204380"/>
                <a:ext cx="244800" cy="21780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AB9CB2CD-A3E1-492A-8928-53EA9A262007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6426540" y="4195380"/>
                  <a:ext cx="26244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E89D0763-51B4-4825-B5CE-62357D2B98E2}"/>
                    </a:ext>
                  </a:extLst>
                </p14:cNvPr>
                <p14:cNvContentPartPr/>
                <p14:nvPr/>
              </p14:nvContentPartPr>
              <p14:xfrm>
                <a:off x="6772860" y="4225980"/>
                <a:ext cx="14040" cy="18324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E89D0763-51B4-4825-B5CE-62357D2B98E2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6764220" y="4217340"/>
                  <a:ext cx="3168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1A612EA1-5F07-44F3-93C2-86D677B79472}"/>
                    </a:ext>
                  </a:extLst>
                </p14:cNvPr>
                <p14:cNvContentPartPr/>
                <p14:nvPr/>
              </p14:nvContentPartPr>
              <p14:xfrm>
                <a:off x="6775020" y="4251900"/>
                <a:ext cx="209160" cy="21240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1A612EA1-5F07-44F3-93C2-86D677B79472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6766020" y="4243260"/>
                  <a:ext cx="22680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DD9E9433-77DE-466E-AB56-BC292BF98E45}"/>
                    </a:ext>
                  </a:extLst>
                </p14:cNvPr>
                <p14:cNvContentPartPr/>
                <p14:nvPr/>
              </p14:nvContentPartPr>
              <p14:xfrm>
                <a:off x="7085700" y="4248660"/>
                <a:ext cx="124200" cy="19872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DD9E9433-77DE-466E-AB56-BC292BF98E45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7076700" y="4239660"/>
                  <a:ext cx="14184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B14B45A2-FDE6-44A3-B025-885E8FF7A5B0}"/>
                    </a:ext>
                  </a:extLst>
                </p14:cNvPr>
                <p14:cNvContentPartPr/>
                <p14:nvPr/>
              </p14:nvContentPartPr>
              <p14:xfrm>
                <a:off x="7392060" y="4326420"/>
                <a:ext cx="245880" cy="11196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B14B45A2-FDE6-44A3-B025-885E8FF7A5B0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7383060" y="4317780"/>
                  <a:ext cx="26352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6A509636-2B91-45B5-9B56-18FD3E306673}"/>
                    </a:ext>
                  </a:extLst>
                </p14:cNvPr>
                <p14:cNvContentPartPr/>
                <p14:nvPr/>
              </p14:nvContentPartPr>
              <p14:xfrm>
                <a:off x="6011820" y="4705860"/>
                <a:ext cx="246240" cy="24840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6A509636-2B91-45B5-9B56-18FD3E306673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6002820" y="4696860"/>
                  <a:ext cx="26388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8E0C8C57-3945-41B8-B80D-67D0E8FFB1B4}"/>
                    </a:ext>
                  </a:extLst>
                </p14:cNvPr>
                <p14:cNvContentPartPr/>
                <p14:nvPr/>
              </p14:nvContentPartPr>
              <p14:xfrm>
                <a:off x="6396660" y="4595700"/>
                <a:ext cx="258120" cy="39636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8E0C8C57-3945-41B8-B80D-67D0E8FFB1B4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6388020" y="4587060"/>
                  <a:ext cx="275760" cy="41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34900C4D-3CEF-4802-889C-7170444C368D}"/>
                    </a:ext>
                  </a:extLst>
                </p14:cNvPr>
                <p14:cNvContentPartPr/>
                <p14:nvPr/>
              </p14:nvContentPartPr>
              <p14:xfrm>
                <a:off x="6698700" y="4623060"/>
                <a:ext cx="189360" cy="25812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34900C4D-3CEF-4802-889C-7170444C368D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6689700" y="4614420"/>
                  <a:ext cx="20700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1101B97E-699E-4595-975D-1283164ED1AC}"/>
                    </a:ext>
                  </a:extLst>
                </p14:cNvPr>
                <p14:cNvContentPartPr/>
                <p14:nvPr/>
              </p14:nvContentPartPr>
              <p14:xfrm>
                <a:off x="6708420" y="4801260"/>
                <a:ext cx="201600" cy="828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1101B97E-699E-4595-975D-1283164ED1AC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6699780" y="4792260"/>
                  <a:ext cx="21924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5DBEA74A-88D6-412E-8643-D9FC0CD7E824}"/>
                    </a:ext>
                  </a:extLst>
                </p14:cNvPr>
                <p14:cNvContentPartPr/>
                <p14:nvPr/>
              </p14:nvContentPartPr>
              <p14:xfrm>
                <a:off x="6970500" y="4648620"/>
                <a:ext cx="84960" cy="24732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5DBEA74A-88D6-412E-8643-D9FC0CD7E824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6961500" y="4639980"/>
                  <a:ext cx="10260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87AA97A8-9D9B-42A5-A306-B4B14B2854C0}"/>
                    </a:ext>
                  </a:extLst>
                </p14:cNvPr>
                <p14:cNvContentPartPr/>
                <p14:nvPr/>
              </p14:nvContentPartPr>
              <p14:xfrm>
                <a:off x="7126380" y="4623420"/>
                <a:ext cx="455760" cy="34596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87AA97A8-9D9B-42A5-A306-B4B14B2854C0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7117380" y="4614780"/>
                  <a:ext cx="473400" cy="36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2D4B59EE-50BB-4694-954E-910E208EFBA5}"/>
                    </a:ext>
                  </a:extLst>
                </p14:cNvPr>
                <p14:cNvContentPartPr/>
                <p14:nvPr/>
              </p14:nvContentPartPr>
              <p14:xfrm>
                <a:off x="7849980" y="4270260"/>
                <a:ext cx="7920" cy="20664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2D4B59EE-50BB-4694-954E-910E208EFBA5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7841340" y="4261260"/>
                  <a:ext cx="2556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9E46FDB7-BD66-45B0-9C22-7610FAF5C5A6}"/>
                    </a:ext>
                  </a:extLst>
                </p14:cNvPr>
                <p14:cNvContentPartPr/>
                <p14:nvPr/>
              </p14:nvContentPartPr>
              <p14:xfrm>
                <a:off x="7858620" y="4225980"/>
                <a:ext cx="327600" cy="28008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9E46FDB7-BD66-45B0-9C22-7610FAF5C5A6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7849980" y="4217340"/>
                  <a:ext cx="34524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9A8908A8-5EBA-4F2D-8B59-FF732F08D440}"/>
                    </a:ext>
                  </a:extLst>
                </p14:cNvPr>
                <p14:cNvContentPartPr/>
                <p14:nvPr/>
              </p14:nvContentPartPr>
              <p14:xfrm>
                <a:off x="8179380" y="4302660"/>
                <a:ext cx="180360" cy="20016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9A8908A8-5EBA-4F2D-8B59-FF732F08D440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8170380" y="4293660"/>
                  <a:ext cx="19800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333D110D-7396-4AF4-9E53-30D678157EAA}"/>
                    </a:ext>
                  </a:extLst>
                </p14:cNvPr>
                <p14:cNvContentPartPr/>
                <p14:nvPr/>
              </p14:nvContentPartPr>
              <p14:xfrm>
                <a:off x="8401500" y="4278900"/>
                <a:ext cx="210960" cy="22824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333D110D-7396-4AF4-9E53-30D678157EAA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8392860" y="4269900"/>
                  <a:ext cx="22860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B852AAC7-F4F1-49BC-BBC1-192DAC3BFA6D}"/>
                    </a:ext>
                  </a:extLst>
                </p14:cNvPr>
                <p14:cNvContentPartPr/>
                <p14:nvPr/>
              </p14:nvContentPartPr>
              <p14:xfrm>
                <a:off x="7851060" y="4650420"/>
                <a:ext cx="56160" cy="23148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B852AAC7-F4F1-49BC-BBC1-192DAC3BFA6D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7842060" y="4641780"/>
                  <a:ext cx="7380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1693F4A1-8F5C-4388-858D-E18EA43860D6}"/>
                    </a:ext>
                  </a:extLst>
                </p14:cNvPr>
                <p14:cNvContentPartPr/>
                <p14:nvPr/>
              </p14:nvContentPartPr>
              <p14:xfrm>
                <a:off x="7988580" y="4750860"/>
                <a:ext cx="137160" cy="11736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1693F4A1-8F5C-4388-858D-E18EA43860D6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7979940" y="4741860"/>
                  <a:ext cx="15480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806DE9E5-D27F-4F4B-9A16-FFBD77EEC1F1}"/>
                    </a:ext>
                  </a:extLst>
                </p14:cNvPr>
                <p14:cNvContentPartPr/>
                <p14:nvPr/>
              </p14:nvContentPartPr>
              <p14:xfrm>
                <a:off x="8206740" y="4693980"/>
                <a:ext cx="162000" cy="33264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806DE9E5-D27F-4F4B-9A16-FFBD77EEC1F1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8197740" y="4685340"/>
                  <a:ext cx="179640" cy="35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88F3B76F-E126-41D5-9634-D86B7A578E1D}"/>
                    </a:ext>
                  </a:extLst>
                </p14:cNvPr>
                <p14:cNvContentPartPr/>
                <p14:nvPr/>
              </p14:nvContentPartPr>
              <p14:xfrm>
                <a:off x="8522820" y="4744740"/>
                <a:ext cx="192600" cy="17460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88F3B76F-E126-41D5-9634-D86B7A578E1D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8514180" y="4736100"/>
                  <a:ext cx="21024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3FC56A5F-3135-497C-BFD4-F5CAF4A5BFF6}"/>
                    </a:ext>
                  </a:extLst>
                </p14:cNvPr>
                <p14:cNvContentPartPr/>
                <p14:nvPr/>
              </p14:nvContentPartPr>
              <p14:xfrm>
                <a:off x="8812620" y="4621980"/>
                <a:ext cx="205200" cy="43416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3FC56A5F-3135-497C-BFD4-F5CAF4A5BFF6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8803620" y="4612980"/>
                  <a:ext cx="222840" cy="45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297BDEEA-AA17-4924-9803-D239A648DD58}"/>
                    </a:ext>
                  </a:extLst>
                </p14:cNvPr>
                <p14:cNvContentPartPr/>
                <p14:nvPr/>
              </p14:nvContentPartPr>
              <p14:xfrm>
                <a:off x="2259540" y="140340"/>
                <a:ext cx="118800" cy="13464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297BDEEA-AA17-4924-9803-D239A648DD58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2250540" y="131340"/>
                  <a:ext cx="13644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12635747-063D-4DD3-A222-77310EB22154}"/>
                    </a:ext>
                  </a:extLst>
                </p14:cNvPr>
                <p14:cNvContentPartPr/>
                <p14:nvPr/>
              </p14:nvContentPartPr>
              <p14:xfrm>
                <a:off x="2512260" y="70860"/>
                <a:ext cx="105480" cy="3016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12635747-063D-4DD3-A222-77310EB22154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2503260" y="62220"/>
                  <a:ext cx="123120" cy="3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1CFD69CF-F443-48DB-9542-8C8A0A89809B}"/>
                    </a:ext>
                  </a:extLst>
                </p14:cNvPr>
                <p14:cNvContentPartPr/>
                <p14:nvPr/>
              </p14:nvContentPartPr>
              <p14:xfrm>
                <a:off x="2659500" y="141060"/>
                <a:ext cx="131400" cy="1951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1CFD69CF-F443-48DB-9542-8C8A0A89809B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2650500" y="132420"/>
                  <a:ext cx="14904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132FA88C-048A-451A-B3EE-61946737DEDE}"/>
                    </a:ext>
                  </a:extLst>
                </p14:cNvPr>
                <p14:cNvContentPartPr/>
                <p14:nvPr/>
              </p14:nvContentPartPr>
              <p14:xfrm>
                <a:off x="2977740" y="97860"/>
                <a:ext cx="63360" cy="2890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132FA88C-048A-451A-B3EE-61946737DEDE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2969100" y="88860"/>
                  <a:ext cx="81000" cy="3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BCB4235B-DB64-4082-B5A0-6795387C1325}"/>
                    </a:ext>
                  </a:extLst>
                </p14:cNvPr>
                <p14:cNvContentPartPr/>
                <p14:nvPr/>
              </p14:nvContentPartPr>
              <p14:xfrm>
                <a:off x="3274380" y="215580"/>
                <a:ext cx="153360" cy="853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BCB4235B-DB64-4082-B5A0-6795387C1325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3265740" y="206580"/>
                  <a:ext cx="17100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4408B96C-24C7-460D-AB52-4EC4FE435D4B}"/>
                    </a:ext>
                  </a:extLst>
                </p14:cNvPr>
                <p14:cNvContentPartPr/>
                <p14:nvPr/>
              </p14:nvContentPartPr>
              <p14:xfrm>
                <a:off x="1709460" y="1243740"/>
                <a:ext cx="187200" cy="18648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4408B96C-24C7-460D-AB52-4EC4FE435D4B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700820" y="1234740"/>
                  <a:ext cx="20484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970D3673-919A-45E1-921B-DDE294265856}"/>
                    </a:ext>
                  </a:extLst>
                </p14:cNvPr>
                <p14:cNvContentPartPr/>
                <p14:nvPr/>
              </p14:nvContentPartPr>
              <p14:xfrm>
                <a:off x="1944540" y="1215300"/>
                <a:ext cx="32040" cy="1738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970D3673-919A-45E1-921B-DDE294265856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935540" y="1206300"/>
                  <a:ext cx="4968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C6FB7CDF-4259-4747-A333-174082095DF5}"/>
                    </a:ext>
                  </a:extLst>
                </p14:cNvPr>
                <p14:cNvContentPartPr/>
                <p14:nvPr/>
              </p14:nvContentPartPr>
              <p14:xfrm>
                <a:off x="1924020" y="1231860"/>
                <a:ext cx="231480" cy="19476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C6FB7CDF-4259-4747-A333-174082095DF5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915380" y="1223220"/>
                  <a:ext cx="24912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101B3103-2BA2-4ABC-8EAA-CD979A1318BD}"/>
                    </a:ext>
                  </a:extLst>
                </p14:cNvPr>
                <p14:cNvContentPartPr/>
                <p14:nvPr/>
              </p14:nvContentPartPr>
              <p14:xfrm>
                <a:off x="2289060" y="1246260"/>
                <a:ext cx="105120" cy="16128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101B3103-2BA2-4ABC-8EAA-CD979A1318BD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2280420" y="1237260"/>
                  <a:ext cx="12276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CFAD33A8-E03F-4ADF-AB66-8BC6B041D90B}"/>
                    </a:ext>
                  </a:extLst>
                </p14:cNvPr>
                <p14:cNvContentPartPr/>
                <p14:nvPr/>
              </p14:nvContentPartPr>
              <p14:xfrm>
                <a:off x="167580" y="469380"/>
                <a:ext cx="203400" cy="19152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CFAD33A8-E03F-4ADF-AB66-8BC6B041D90B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58940" y="460380"/>
                  <a:ext cx="22104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2872FE68-67A7-4700-89AE-6D458F4B27F8}"/>
                    </a:ext>
                  </a:extLst>
                </p14:cNvPr>
                <p14:cNvContentPartPr/>
                <p14:nvPr/>
              </p14:nvContentPartPr>
              <p14:xfrm>
                <a:off x="333180" y="417540"/>
                <a:ext cx="57960" cy="21996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2872FE68-67A7-4700-89AE-6D458F4B27F8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324540" y="408540"/>
                  <a:ext cx="7560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DEAF4F2C-19A1-4C3F-B63D-184FD8029021}"/>
                    </a:ext>
                  </a:extLst>
                </p14:cNvPr>
                <p14:cNvContentPartPr/>
                <p14:nvPr/>
              </p14:nvContentPartPr>
              <p14:xfrm>
                <a:off x="410940" y="402780"/>
                <a:ext cx="79560" cy="22212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DEAF4F2C-19A1-4C3F-B63D-184FD8029021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401940" y="393780"/>
                  <a:ext cx="9720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3AF6A048-827F-4CC6-89F3-C03048A17168}"/>
                    </a:ext>
                  </a:extLst>
                </p14:cNvPr>
                <p14:cNvContentPartPr/>
                <p14:nvPr/>
              </p14:nvContentPartPr>
              <p14:xfrm>
                <a:off x="508500" y="373260"/>
                <a:ext cx="366120" cy="20304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3AF6A048-827F-4CC6-89F3-C03048A17168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499860" y="364260"/>
                  <a:ext cx="38376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7C3ED780-A3B2-4D64-9023-DD3FA014A4D9}"/>
                    </a:ext>
                  </a:extLst>
                </p14:cNvPr>
                <p14:cNvContentPartPr/>
                <p14:nvPr/>
              </p14:nvContentPartPr>
              <p14:xfrm>
                <a:off x="874260" y="306660"/>
                <a:ext cx="63720" cy="23868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7C3ED780-A3B2-4D64-9023-DD3FA014A4D9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865260" y="297660"/>
                  <a:ext cx="8136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87DF0598-DD21-4A2F-84B5-059C26630C08}"/>
                    </a:ext>
                  </a:extLst>
                </p14:cNvPr>
                <p14:cNvContentPartPr/>
                <p14:nvPr/>
              </p14:nvContentPartPr>
              <p14:xfrm>
                <a:off x="926100" y="389460"/>
                <a:ext cx="175680" cy="10872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87DF0598-DD21-4A2F-84B5-059C26630C08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917460" y="380820"/>
                  <a:ext cx="19332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D331FC5A-918A-4BDD-8BDC-EC31768A534E}"/>
                    </a:ext>
                  </a:extLst>
                </p14:cNvPr>
                <p14:cNvContentPartPr/>
                <p14:nvPr/>
              </p14:nvContentPartPr>
              <p14:xfrm>
                <a:off x="1150380" y="168060"/>
                <a:ext cx="193680" cy="29160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D331FC5A-918A-4BDD-8BDC-EC31768A534E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141380" y="159060"/>
                  <a:ext cx="21132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C53403F9-7AA0-48C5-8145-16280A6F1232}"/>
                    </a:ext>
                  </a:extLst>
                </p14:cNvPr>
                <p14:cNvContentPartPr/>
                <p14:nvPr/>
              </p14:nvContentPartPr>
              <p14:xfrm>
                <a:off x="1339020" y="231060"/>
                <a:ext cx="178920" cy="29988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C53403F9-7AA0-48C5-8145-16280A6F1232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1330020" y="222420"/>
                  <a:ext cx="196560" cy="3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AE5F0F7E-A37C-45D2-B197-E737BC8C747D}"/>
                    </a:ext>
                  </a:extLst>
                </p14:cNvPr>
                <p14:cNvContentPartPr/>
                <p14:nvPr/>
              </p14:nvContentPartPr>
              <p14:xfrm>
                <a:off x="337860" y="1135380"/>
                <a:ext cx="203400" cy="22536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AE5F0F7E-A37C-45D2-B197-E737BC8C747D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329220" y="1126740"/>
                  <a:ext cx="22104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312F8F23-EE42-4CF1-A843-7C994EC1A98D}"/>
                    </a:ext>
                  </a:extLst>
                </p14:cNvPr>
                <p14:cNvContentPartPr/>
                <p14:nvPr/>
              </p14:nvContentPartPr>
              <p14:xfrm>
                <a:off x="570780" y="1032060"/>
                <a:ext cx="477720" cy="16596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312F8F23-EE42-4CF1-A843-7C994EC1A98D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562140" y="1023060"/>
                  <a:ext cx="49536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387ECF6E-7E5C-43E9-8134-ED0E50A052A8}"/>
                    </a:ext>
                  </a:extLst>
                </p14:cNvPr>
                <p14:cNvContentPartPr/>
                <p14:nvPr/>
              </p14:nvContentPartPr>
              <p14:xfrm>
                <a:off x="988740" y="924060"/>
                <a:ext cx="146160" cy="11052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387ECF6E-7E5C-43E9-8134-ED0E50A052A8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979740" y="915420"/>
                  <a:ext cx="16380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55AE13B5-96D8-4A30-9DD3-570A0F673EE3}"/>
                    </a:ext>
                  </a:extLst>
                </p14:cNvPr>
                <p14:cNvContentPartPr/>
                <p14:nvPr/>
              </p14:nvContentPartPr>
              <p14:xfrm>
                <a:off x="1155060" y="802020"/>
                <a:ext cx="306360" cy="16992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55AE13B5-96D8-4A30-9DD3-570A0F673EE3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146420" y="793020"/>
                  <a:ext cx="32400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AE46265B-E20B-433D-A80D-119835A2514A}"/>
                    </a:ext>
                  </a:extLst>
                </p14:cNvPr>
                <p14:cNvContentPartPr/>
                <p14:nvPr/>
              </p14:nvContentPartPr>
              <p14:xfrm>
                <a:off x="1449900" y="709140"/>
                <a:ext cx="410040" cy="16380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AE46265B-E20B-433D-A80D-119835A2514A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440900" y="700500"/>
                  <a:ext cx="42768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954698A2-73F2-4432-B8F5-2B817A0DB1C9}"/>
                    </a:ext>
                  </a:extLst>
                </p14:cNvPr>
                <p14:cNvContentPartPr/>
                <p14:nvPr/>
              </p14:nvContentPartPr>
              <p14:xfrm>
                <a:off x="519300" y="923340"/>
                <a:ext cx="1366920" cy="63432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954698A2-73F2-4432-B8F5-2B817A0DB1C9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510660" y="914340"/>
                  <a:ext cx="1384560" cy="65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F10F9815-D975-4D32-97D3-C62C73908C39}"/>
                    </a:ext>
                  </a:extLst>
                </p14:cNvPr>
                <p14:cNvContentPartPr/>
                <p14:nvPr/>
              </p14:nvContentPartPr>
              <p14:xfrm>
                <a:off x="1093860" y="4281420"/>
                <a:ext cx="323640" cy="20412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F10F9815-D975-4D32-97D3-C62C73908C39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1084860" y="4272420"/>
                  <a:ext cx="34128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280B3B63-D59F-4F76-945B-7FC67DB79C8A}"/>
                    </a:ext>
                  </a:extLst>
                </p14:cNvPr>
                <p14:cNvContentPartPr/>
                <p14:nvPr/>
              </p14:nvContentPartPr>
              <p14:xfrm>
                <a:off x="1537380" y="4357740"/>
                <a:ext cx="143640" cy="9468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280B3B63-D59F-4F76-945B-7FC67DB79C8A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1528380" y="4348740"/>
                  <a:ext cx="16128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CCEFE83F-3EF7-4B5F-973C-3F4CD1AE318E}"/>
                    </a:ext>
                  </a:extLst>
                </p14:cNvPr>
                <p14:cNvContentPartPr/>
                <p14:nvPr/>
              </p14:nvContentPartPr>
              <p14:xfrm>
                <a:off x="1791180" y="4243260"/>
                <a:ext cx="13680" cy="24732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CCEFE83F-3EF7-4B5F-973C-3F4CD1AE318E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1782540" y="4234620"/>
                  <a:ext cx="3132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D7147E8D-9906-4FC0-B6C5-CBF0A124B8B1}"/>
                    </a:ext>
                  </a:extLst>
                </p14:cNvPr>
                <p14:cNvContentPartPr/>
                <p14:nvPr/>
              </p14:nvContentPartPr>
              <p14:xfrm>
                <a:off x="1267020" y="4739700"/>
                <a:ext cx="199800" cy="18504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D7147E8D-9906-4FC0-B6C5-CBF0A124B8B1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1258020" y="4730700"/>
                  <a:ext cx="21744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9B48CF73-CF0A-4230-BC94-A2E130A25AFA}"/>
                    </a:ext>
                  </a:extLst>
                </p14:cNvPr>
                <p14:cNvContentPartPr/>
                <p14:nvPr/>
              </p14:nvContentPartPr>
              <p14:xfrm>
                <a:off x="1641060" y="4802700"/>
                <a:ext cx="113040" cy="828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9B48CF73-CF0A-4230-BC94-A2E130A25AFA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1632420" y="4794060"/>
                  <a:ext cx="13068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38DF4391-8216-4FEC-A16C-396035C29ED6}"/>
                    </a:ext>
                  </a:extLst>
                </p14:cNvPr>
                <p14:cNvContentPartPr/>
                <p14:nvPr/>
              </p14:nvContentPartPr>
              <p14:xfrm>
                <a:off x="1676700" y="4878300"/>
                <a:ext cx="147600" cy="972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38DF4391-8216-4FEC-A16C-396035C29ED6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1668060" y="4869300"/>
                  <a:ext cx="16524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40396EF7-85C5-4E49-A6D1-F1A295BB3279}"/>
                    </a:ext>
                  </a:extLst>
                </p14:cNvPr>
                <p14:cNvContentPartPr/>
                <p14:nvPr/>
              </p14:nvContentPartPr>
              <p14:xfrm>
                <a:off x="1898100" y="4771380"/>
                <a:ext cx="209880" cy="14004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40396EF7-85C5-4E49-A6D1-F1A295BB3279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1889460" y="4762740"/>
                  <a:ext cx="22752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07A53BF5-0DA0-4E63-9541-E0ADBC6D646A}"/>
                    </a:ext>
                  </a:extLst>
                </p14:cNvPr>
                <p14:cNvContentPartPr/>
                <p14:nvPr/>
              </p14:nvContentPartPr>
              <p14:xfrm>
                <a:off x="2186100" y="4295460"/>
                <a:ext cx="68760" cy="91080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07A53BF5-0DA0-4E63-9541-E0ADBC6D646A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2177100" y="4286460"/>
                  <a:ext cx="86400" cy="9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EAD3918B-2C14-4B61-B323-8A1C9384BC41}"/>
                    </a:ext>
                  </a:extLst>
                </p14:cNvPr>
                <p14:cNvContentPartPr/>
                <p14:nvPr/>
              </p14:nvContentPartPr>
              <p14:xfrm>
                <a:off x="2601900" y="4490700"/>
                <a:ext cx="360" cy="20520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EAD3918B-2C14-4B61-B323-8A1C9384BC41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2592900" y="4482060"/>
                  <a:ext cx="1800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BD116BA0-06D9-4DA9-AAB2-E65B964FE1B3}"/>
                    </a:ext>
                  </a:extLst>
                </p14:cNvPr>
                <p14:cNvContentPartPr/>
                <p14:nvPr/>
              </p14:nvContentPartPr>
              <p14:xfrm>
                <a:off x="2593260" y="4548300"/>
                <a:ext cx="151200" cy="11772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BD116BA0-06D9-4DA9-AAB2-E65B964FE1B3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2584260" y="4539300"/>
                  <a:ext cx="16884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47570A52-3B21-4A0D-97B4-8F8D3ED7CAEF}"/>
                    </a:ext>
                  </a:extLst>
                </p14:cNvPr>
                <p14:cNvContentPartPr/>
                <p14:nvPr/>
              </p14:nvContentPartPr>
              <p14:xfrm>
                <a:off x="2640780" y="4640820"/>
                <a:ext cx="229680" cy="8496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47570A52-3B21-4A0D-97B4-8F8D3ED7CAEF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2632140" y="4632180"/>
                  <a:ext cx="24732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4B3BD200-C0A2-41B3-A87B-7ED10F3D5CDE}"/>
                    </a:ext>
                  </a:extLst>
                </p14:cNvPr>
                <p14:cNvContentPartPr/>
                <p14:nvPr/>
              </p14:nvContentPartPr>
              <p14:xfrm>
                <a:off x="2978100" y="4299180"/>
                <a:ext cx="47520" cy="18468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4B3BD200-C0A2-41B3-A87B-7ED10F3D5CDE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2969100" y="4290540"/>
                  <a:ext cx="6516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D851BEA7-7331-4DEF-8F2C-5FBD6821A34B}"/>
                    </a:ext>
                  </a:extLst>
                </p14:cNvPr>
                <p14:cNvContentPartPr/>
                <p14:nvPr/>
              </p14:nvContentPartPr>
              <p14:xfrm>
                <a:off x="3132180" y="4316460"/>
                <a:ext cx="109440" cy="11736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D851BEA7-7331-4DEF-8F2C-5FBD6821A34B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3123180" y="4307820"/>
                  <a:ext cx="12708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261104F2-B7B5-49B0-B272-0977FBF2030C}"/>
                    </a:ext>
                  </a:extLst>
                </p14:cNvPr>
                <p14:cNvContentPartPr/>
                <p14:nvPr/>
              </p14:nvContentPartPr>
              <p14:xfrm>
                <a:off x="3306420" y="4307460"/>
                <a:ext cx="104760" cy="36144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261104F2-B7B5-49B0-B272-0977FBF2030C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3297420" y="4298460"/>
                  <a:ext cx="122400" cy="37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277E21EC-FF63-424C-A221-B804ADD89D98}"/>
                    </a:ext>
                  </a:extLst>
                </p14:cNvPr>
                <p14:cNvContentPartPr/>
                <p14:nvPr/>
              </p14:nvContentPartPr>
              <p14:xfrm>
                <a:off x="3551580" y="4205220"/>
                <a:ext cx="164160" cy="13248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277E21EC-FF63-424C-A221-B804ADD89D98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3542580" y="4196580"/>
                  <a:ext cx="18180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8BBA0949-14B9-469A-8916-5158621EFF7F}"/>
                    </a:ext>
                  </a:extLst>
                </p14:cNvPr>
                <p14:cNvContentPartPr/>
                <p14:nvPr/>
              </p14:nvContentPartPr>
              <p14:xfrm>
                <a:off x="3457260" y="4486380"/>
                <a:ext cx="195120" cy="15480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8BBA0949-14B9-469A-8916-5158621EFF7F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3448620" y="4477380"/>
                  <a:ext cx="21276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2E2E2D71-5B11-4FB5-817A-4870A3DCF753}"/>
                    </a:ext>
                  </a:extLst>
                </p14:cNvPr>
                <p14:cNvContentPartPr/>
                <p14:nvPr/>
              </p14:nvContentPartPr>
              <p14:xfrm>
                <a:off x="3935700" y="4561620"/>
                <a:ext cx="124560" cy="720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2E2E2D71-5B11-4FB5-817A-4870A3DCF753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3927060" y="4552980"/>
                  <a:ext cx="14220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E55CF889-2317-403E-AD63-EF4D03F85293}"/>
                    </a:ext>
                  </a:extLst>
                </p14:cNvPr>
                <p14:cNvContentPartPr/>
                <p14:nvPr/>
              </p14:nvContentPartPr>
              <p14:xfrm>
                <a:off x="3952980" y="4656300"/>
                <a:ext cx="167760" cy="288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E55CF889-2317-403E-AD63-EF4D03F85293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3944340" y="4647300"/>
                  <a:ext cx="18540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6C1FCBFA-AD57-4711-8580-305691BACC81}"/>
                    </a:ext>
                  </a:extLst>
                </p14:cNvPr>
                <p14:cNvContentPartPr/>
                <p14:nvPr/>
              </p14:nvContentPartPr>
              <p14:xfrm>
                <a:off x="4265820" y="4405020"/>
                <a:ext cx="26280" cy="22212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6C1FCBFA-AD57-4711-8580-305691BACC81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4257180" y="4396380"/>
                  <a:ext cx="4392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DF7C683D-2B6A-4533-8C0B-F57ACBCC47DC}"/>
                    </a:ext>
                  </a:extLst>
                </p14:cNvPr>
                <p14:cNvContentPartPr/>
                <p14:nvPr/>
              </p14:nvContentPartPr>
              <p14:xfrm>
                <a:off x="4383540" y="4214940"/>
                <a:ext cx="20160" cy="69048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DF7C683D-2B6A-4533-8C0B-F57ACBCC47DC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4374900" y="4206300"/>
                  <a:ext cx="37800" cy="70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A297A290-2BF8-4E2F-A370-6465F102DCD1}"/>
                    </a:ext>
                  </a:extLst>
                </p14:cNvPr>
                <p14:cNvContentPartPr/>
                <p14:nvPr/>
              </p14:nvContentPartPr>
              <p14:xfrm>
                <a:off x="4489380" y="4593300"/>
                <a:ext cx="181800" cy="14580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A297A290-2BF8-4E2F-A370-6465F102DCD1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4480380" y="4584660"/>
                  <a:ext cx="19944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BF1AC9F5-B3DA-4D2B-AF07-0AA360431B83}"/>
                    </a:ext>
                  </a:extLst>
                </p14:cNvPr>
                <p14:cNvContentPartPr/>
                <p14:nvPr/>
              </p14:nvContentPartPr>
              <p14:xfrm>
                <a:off x="3763620" y="3930180"/>
                <a:ext cx="104400" cy="19872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BF1AC9F5-B3DA-4D2B-AF07-0AA360431B83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3754620" y="3921540"/>
                  <a:ext cx="12204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54AEB762-7F2E-4449-A1FE-E9FC5CC5BA83}"/>
                    </a:ext>
                  </a:extLst>
                </p14:cNvPr>
                <p14:cNvContentPartPr/>
                <p14:nvPr/>
              </p14:nvContentPartPr>
              <p14:xfrm>
                <a:off x="3887460" y="3951060"/>
                <a:ext cx="41760" cy="19008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54AEB762-7F2E-4449-A1FE-E9FC5CC5BA83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3878820" y="3942420"/>
                  <a:ext cx="5940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E547CD51-F0AA-47FE-B6AE-E04E63DDCDDD}"/>
                    </a:ext>
                  </a:extLst>
                </p14:cNvPr>
                <p14:cNvContentPartPr/>
                <p14:nvPr/>
              </p14:nvContentPartPr>
              <p14:xfrm>
                <a:off x="3911580" y="4003980"/>
                <a:ext cx="128880" cy="16416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E547CD51-F0AA-47FE-B6AE-E04E63DDCDDD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3902940" y="3994980"/>
                  <a:ext cx="14652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D65D152D-2F37-46FD-BA82-52A3979525BB}"/>
                    </a:ext>
                  </a:extLst>
                </p14:cNvPr>
                <p14:cNvContentPartPr/>
                <p14:nvPr/>
              </p14:nvContentPartPr>
              <p14:xfrm>
                <a:off x="4122540" y="4010820"/>
                <a:ext cx="106920" cy="19008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D65D152D-2F37-46FD-BA82-52A3979525BB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4113540" y="4001820"/>
                  <a:ext cx="12456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72170DC3-3894-4CDF-AF51-83DE5D5F9B8D}"/>
                    </a:ext>
                  </a:extLst>
                </p14:cNvPr>
                <p14:cNvContentPartPr/>
                <p14:nvPr/>
              </p14:nvContentPartPr>
              <p14:xfrm>
                <a:off x="4711500" y="4050780"/>
                <a:ext cx="18720" cy="17784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72170DC3-3894-4CDF-AF51-83DE5D5F9B8D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4702500" y="4041780"/>
                  <a:ext cx="3636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F50B5E70-3DEA-49E3-905F-0C6465FA524F}"/>
                    </a:ext>
                  </a:extLst>
                </p14:cNvPr>
                <p14:cNvContentPartPr/>
                <p14:nvPr/>
              </p14:nvContentPartPr>
              <p14:xfrm>
                <a:off x="4709700" y="4064100"/>
                <a:ext cx="190800" cy="19152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F50B5E70-3DEA-49E3-905F-0C6465FA524F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4700700" y="4055100"/>
                  <a:ext cx="20844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A3994A51-BD1F-4A77-92D4-9A4FD89C0A25}"/>
                    </a:ext>
                  </a:extLst>
                </p14:cNvPr>
                <p14:cNvContentPartPr/>
                <p14:nvPr/>
              </p14:nvContentPartPr>
              <p14:xfrm>
                <a:off x="4906980" y="4082820"/>
                <a:ext cx="145800" cy="17604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A3994A51-BD1F-4A77-92D4-9A4FD89C0A25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4897980" y="4073820"/>
                  <a:ext cx="16344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C4B95AC6-D07E-417D-8759-A3D1D0F7A42D}"/>
                    </a:ext>
                  </a:extLst>
                </p14:cNvPr>
                <p14:cNvContentPartPr/>
                <p14:nvPr/>
              </p14:nvContentPartPr>
              <p14:xfrm>
                <a:off x="5018580" y="4093980"/>
                <a:ext cx="182160" cy="20808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C4B95AC6-D07E-417D-8759-A3D1D0F7A42D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5009580" y="4085340"/>
                  <a:ext cx="19980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89E07521-1B71-45C0-B28A-04DB0BF1927E}"/>
                    </a:ext>
                  </a:extLst>
                </p14:cNvPr>
                <p14:cNvContentPartPr/>
                <p14:nvPr/>
              </p14:nvContentPartPr>
              <p14:xfrm>
                <a:off x="2129940" y="2819460"/>
                <a:ext cx="471240" cy="41364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89E07521-1B71-45C0-B28A-04DB0BF1927E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2121300" y="2810460"/>
                  <a:ext cx="488880" cy="43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59DFC959-9E1B-41CB-A386-BD0EFE217E46}"/>
                    </a:ext>
                  </a:extLst>
                </p14:cNvPr>
                <p14:cNvContentPartPr/>
                <p14:nvPr/>
              </p14:nvContentPartPr>
              <p14:xfrm>
                <a:off x="1796580" y="2497260"/>
                <a:ext cx="1390680" cy="91152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59DFC959-9E1B-41CB-A386-BD0EFE217E46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1787580" y="2488260"/>
                  <a:ext cx="1408320" cy="9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C7A35325-C0AC-4557-85BD-2F94071B1C02}"/>
                    </a:ext>
                  </a:extLst>
                </p14:cNvPr>
                <p14:cNvContentPartPr/>
                <p14:nvPr/>
              </p14:nvContentPartPr>
              <p14:xfrm>
                <a:off x="5128740" y="2477820"/>
                <a:ext cx="1020240" cy="78804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C7A35325-C0AC-4557-85BD-2F94071B1C02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5120100" y="2468820"/>
                  <a:ext cx="1037880" cy="80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24BAE729-C402-4C39-B957-55D9A815976E}"/>
                    </a:ext>
                  </a:extLst>
                </p14:cNvPr>
                <p14:cNvContentPartPr/>
                <p14:nvPr/>
              </p14:nvContentPartPr>
              <p14:xfrm>
                <a:off x="3162060" y="3247620"/>
                <a:ext cx="210600" cy="23976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24BAE729-C402-4C39-B957-55D9A815976E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3153060" y="3238980"/>
                  <a:ext cx="22824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871A34DC-D6EF-4935-B888-A44DC0290EF9}"/>
                    </a:ext>
                  </a:extLst>
                </p14:cNvPr>
                <p14:cNvContentPartPr/>
                <p14:nvPr/>
              </p14:nvContentPartPr>
              <p14:xfrm>
                <a:off x="3592260" y="3103980"/>
                <a:ext cx="217800" cy="35604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871A34DC-D6EF-4935-B888-A44DC0290EF9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3583260" y="3094980"/>
                  <a:ext cx="235440" cy="37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2F8C7714-71CC-4561-86D6-18CA854C6D52}"/>
                    </a:ext>
                  </a:extLst>
                </p14:cNvPr>
                <p14:cNvContentPartPr/>
                <p14:nvPr/>
              </p14:nvContentPartPr>
              <p14:xfrm>
                <a:off x="3832020" y="3216300"/>
                <a:ext cx="179280" cy="16092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2F8C7714-71CC-4561-86D6-18CA854C6D52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3823020" y="3207300"/>
                  <a:ext cx="19692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A44E0ADE-6159-493F-BBB2-120DFB09671E}"/>
                    </a:ext>
                  </a:extLst>
                </p14:cNvPr>
                <p14:cNvContentPartPr/>
                <p14:nvPr/>
              </p14:nvContentPartPr>
              <p14:xfrm>
                <a:off x="4075380" y="3114420"/>
                <a:ext cx="71640" cy="24192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A44E0ADE-6159-493F-BBB2-120DFB09671E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4066380" y="3105420"/>
                  <a:ext cx="8928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8F9F7046-D6CC-4335-A902-175904AD8D29}"/>
                    </a:ext>
                  </a:extLst>
                </p14:cNvPr>
                <p14:cNvContentPartPr/>
                <p14:nvPr/>
              </p14:nvContentPartPr>
              <p14:xfrm>
                <a:off x="4273380" y="3174180"/>
                <a:ext cx="144720" cy="13716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8F9F7046-D6CC-4335-A902-175904AD8D29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4264740" y="3165180"/>
                  <a:ext cx="16236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7DFC1A67-9369-4DA3-B99B-E85B4BDC97A5}"/>
                    </a:ext>
                  </a:extLst>
                </p14:cNvPr>
                <p14:cNvContentPartPr/>
                <p14:nvPr/>
              </p14:nvContentPartPr>
              <p14:xfrm>
                <a:off x="4404420" y="3147900"/>
                <a:ext cx="272880" cy="40572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7DFC1A67-9369-4DA3-B99B-E85B4BDC97A5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4395420" y="3139260"/>
                  <a:ext cx="290520" cy="42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75164AB2-F1C1-4715-977D-E4177FB3C304}"/>
                    </a:ext>
                  </a:extLst>
                </p14:cNvPr>
                <p14:cNvContentPartPr/>
                <p14:nvPr/>
              </p14:nvContentPartPr>
              <p14:xfrm>
                <a:off x="4683060" y="3052140"/>
                <a:ext cx="65160" cy="25848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75164AB2-F1C1-4715-977D-E4177FB3C304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4674420" y="3043140"/>
                  <a:ext cx="8280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DCA4F938-99E0-4D55-B01A-B254268A1864}"/>
                    </a:ext>
                  </a:extLst>
                </p14:cNvPr>
                <p14:cNvContentPartPr/>
                <p14:nvPr/>
              </p14:nvContentPartPr>
              <p14:xfrm>
                <a:off x="4747500" y="3099660"/>
                <a:ext cx="191520" cy="20484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DCA4F938-99E0-4D55-B01A-B254268A1864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4738860" y="3090660"/>
                  <a:ext cx="20916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661B64AA-EC42-4F87-8B44-4EFF59F1838D}"/>
                    </a:ext>
                  </a:extLst>
                </p14:cNvPr>
                <p14:cNvContentPartPr/>
                <p14:nvPr/>
              </p14:nvContentPartPr>
              <p14:xfrm>
                <a:off x="4868460" y="2935860"/>
                <a:ext cx="213120" cy="43344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661B64AA-EC42-4F87-8B44-4EFF59F1838D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4859460" y="2927220"/>
                  <a:ext cx="230760" cy="45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044DCEBF-5D45-44F6-BB83-9CDC358A719A}"/>
                    </a:ext>
                  </a:extLst>
                </p14:cNvPr>
                <p14:cNvContentPartPr/>
                <p14:nvPr/>
              </p14:nvContentPartPr>
              <p14:xfrm>
                <a:off x="3489660" y="3351660"/>
                <a:ext cx="1599480" cy="28908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044DCEBF-5D45-44F6-BB83-9CDC358A719A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3480660" y="3342660"/>
                  <a:ext cx="1617120" cy="3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06EE92B7-0677-4C31-8AA4-56D703E5C1C8}"/>
                    </a:ext>
                  </a:extLst>
                </p14:cNvPr>
                <p14:cNvContentPartPr/>
                <p14:nvPr/>
              </p14:nvContentPartPr>
              <p14:xfrm>
                <a:off x="3465900" y="2502780"/>
                <a:ext cx="53280" cy="27072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06EE92B7-0677-4C31-8AA4-56D703E5C1C8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3457260" y="2494140"/>
                  <a:ext cx="7092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AF8F0720-5D5C-4C69-8813-9F67ECC5192E}"/>
                    </a:ext>
                  </a:extLst>
                </p14:cNvPr>
                <p14:cNvContentPartPr/>
                <p14:nvPr/>
              </p14:nvContentPartPr>
              <p14:xfrm>
                <a:off x="3560220" y="2573700"/>
                <a:ext cx="232200" cy="13968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AF8F0720-5D5C-4C69-8813-9F67ECC5192E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3551580" y="2565060"/>
                  <a:ext cx="24984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30595FA0-39F8-49B2-A2B3-2CB7D0A27105}"/>
                    </a:ext>
                  </a:extLst>
                </p14:cNvPr>
                <p14:cNvContentPartPr/>
                <p14:nvPr/>
              </p14:nvContentPartPr>
              <p14:xfrm>
                <a:off x="3884580" y="2574780"/>
                <a:ext cx="185040" cy="7416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30595FA0-39F8-49B2-A2B3-2CB7D0A27105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3875940" y="2565780"/>
                  <a:ext cx="20268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B3309088-30B1-4E7E-85E8-60160FF1DC55}"/>
                    </a:ext>
                  </a:extLst>
                </p14:cNvPr>
                <p14:cNvContentPartPr/>
                <p14:nvPr/>
              </p14:nvContentPartPr>
              <p14:xfrm>
                <a:off x="4114260" y="2405220"/>
                <a:ext cx="23040" cy="21636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B3309088-30B1-4E7E-85E8-60160FF1DC55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4105620" y="2396580"/>
                  <a:ext cx="4068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D447B1CF-4632-46A3-9FE5-04F659E250BC}"/>
                    </a:ext>
                  </a:extLst>
                </p14:cNvPr>
                <p14:cNvContentPartPr/>
                <p14:nvPr/>
              </p14:nvContentPartPr>
              <p14:xfrm>
                <a:off x="4215060" y="2462100"/>
                <a:ext cx="91800" cy="10512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D447B1CF-4632-46A3-9FE5-04F659E250BC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4206060" y="2453460"/>
                  <a:ext cx="10944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7B4D6C50-618C-4F21-88F8-D7A5B084C182}"/>
                    </a:ext>
                  </a:extLst>
                </p14:cNvPr>
                <p14:cNvContentPartPr/>
                <p14:nvPr/>
              </p14:nvContentPartPr>
              <p14:xfrm>
                <a:off x="4328460" y="2398020"/>
                <a:ext cx="224640" cy="38232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7B4D6C50-618C-4F21-88F8-D7A5B084C182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4319460" y="2389380"/>
                  <a:ext cx="242280" cy="39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CCE86300-C255-4553-9136-7DC514C8307C}"/>
                    </a:ext>
                  </a:extLst>
                </p14:cNvPr>
                <p14:cNvContentPartPr/>
                <p14:nvPr/>
              </p14:nvContentPartPr>
              <p14:xfrm>
                <a:off x="4751100" y="2302620"/>
                <a:ext cx="177480" cy="26460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CCE86300-C255-4553-9136-7DC514C8307C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4742100" y="2293980"/>
                  <a:ext cx="19512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5CE145A2-F7A7-4D59-9A20-D9506795BF22}"/>
                    </a:ext>
                  </a:extLst>
                </p14:cNvPr>
                <p14:cNvContentPartPr/>
                <p14:nvPr/>
              </p14:nvContentPartPr>
              <p14:xfrm>
                <a:off x="4651740" y="2613660"/>
                <a:ext cx="151200" cy="8892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5CE145A2-F7A7-4D59-9A20-D9506795BF22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4643100" y="2605020"/>
                  <a:ext cx="16884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9EFD7EAF-F3A7-4BD8-919C-296A0C941EA7}"/>
                    </a:ext>
                  </a:extLst>
                </p14:cNvPr>
                <p14:cNvContentPartPr/>
                <p14:nvPr/>
              </p14:nvContentPartPr>
              <p14:xfrm>
                <a:off x="3182220" y="1905900"/>
                <a:ext cx="176760" cy="21456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9EFD7EAF-F3A7-4BD8-919C-296A0C941EA7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3173220" y="1896900"/>
                  <a:ext cx="19440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D3AB3E04-A6D0-4125-B452-E08A5022A66E}"/>
                    </a:ext>
                  </a:extLst>
                </p14:cNvPr>
                <p14:cNvContentPartPr/>
                <p14:nvPr/>
              </p14:nvContentPartPr>
              <p14:xfrm>
                <a:off x="3497940" y="1795020"/>
                <a:ext cx="269640" cy="37980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D3AB3E04-A6D0-4125-B452-E08A5022A66E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3489300" y="1786380"/>
                  <a:ext cx="287280" cy="39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3923F8B4-B8F0-4289-AA55-60F60D8BFD3D}"/>
                    </a:ext>
                  </a:extLst>
                </p14:cNvPr>
                <p14:cNvContentPartPr/>
                <p14:nvPr/>
              </p14:nvContentPartPr>
              <p14:xfrm>
                <a:off x="3705300" y="1903020"/>
                <a:ext cx="172080" cy="14364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3923F8B4-B8F0-4289-AA55-60F60D8BFD3D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3696300" y="1894380"/>
                  <a:ext cx="18972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F4AF4182-70EE-41AB-BCEB-2B46B58C169D}"/>
                    </a:ext>
                  </a:extLst>
                </p14:cNvPr>
                <p14:cNvContentPartPr/>
                <p14:nvPr/>
              </p14:nvContentPartPr>
              <p14:xfrm>
                <a:off x="3919860" y="1808340"/>
                <a:ext cx="195120" cy="20628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F4AF4182-70EE-41AB-BCEB-2B46B58C169D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3910860" y="1799700"/>
                  <a:ext cx="21276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94D0A5F9-A2F4-4A90-A220-B3DEFB9F8D68}"/>
                    </a:ext>
                  </a:extLst>
                </p14:cNvPr>
                <p14:cNvContentPartPr/>
                <p14:nvPr/>
              </p14:nvContentPartPr>
              <p14:xfrm>
                <a:off x="4134780" y="1818420"/>
                <a:ext cx="125640" cy="27252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94D0A5F9-A2F4-4A90-A220-B3DEFB9F8D68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4125780" y="1809420"/>
                  <a:ext cx="14328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78C26C7D-370C-465E-AA3B-4FA0585D2303}"/>
                    </a:ext>
                  </a:extLst>
                </p14:cNvPr>
                <p14:cNvContentPartPr/>
                <p14:nvPr/>
              </p14:nvContentPartPr>
              <p14:xfrm>
                <a:off x="4419900" y="1716180"/>
                <a:ext cx="46440" cy="23580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78C26C7D-370C-465E-AA3B-4FA0585D2303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4410900" y="1707540"/>
                  <a:ext cx="6408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E55E8B09-37DA-42E0-9683-9E21F5F859DE}"/>
                    </a:ext>
                  </a:extLst>
                </p14:cNvPr>
                <p14:cNvContentPartPr/>
                <p14:nvPr/>
              </p14:nvContentPartPr>
              <p14:xfrm>
                <a:off x="4531500" y="1787100"/>
                <a:ext cx="93960" cy="10404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E55E8B09-37DA-42E0-9683-9E21F5F859DE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4522860" y="1778100"/>
                  <a:ext cx="11160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9A038CA7-F287-4173-90A4-B81EACC4ABD5}"/>
                    </a:ext>
                  </a:extLst>
                </p14:cNvPr>
                <p14:cNvContentPartPr/>
                <p14:nvPr/>
              </p14:nvContentPartPr>
              <p14:xfrm>
                <a:off x="4700700" y="1759380"/>
                <a:ext cx="105480" cy="29268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9A038CA7-F287-4173-90A4-B81EACC4ABD5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4692060" y="1750380"/>
                  <a:ext cx="123120" cy="31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3E51D766-6420-4A4E-9BE5-2BC1DA24F643}"/>
                    </a:ext>
                  </a:extLst>
                </p14:cNvPr>
                <p14:cNvContentPartPr/>
                <p14:nvPr/>
              </p14:nvContentPartPr>
              <p14:xfrm>
                <a:off x="4945500" y="1693860"/>
                <a:ext cx="120960" cy="21780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3E51D766-6420-4A4E-9BE5-2BC1DA24F643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4936500" y="1684860"/>
                  <a:ext cx="13860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9908C458-380C-439E-9F15-6EEA057FB771}"/>
                    </a:ext>
                  </a:extLst>
                </p14:cNvPr>
                <p14:cNvContentPartPr/>
                <p14:nvPr/>
              </p14:nvContentPartPr>
              <p14:xfrm>
                <a:off x="4831740" y="1914540"/>
                <a:ext cx="156240" cy="9612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9908C458-380C-439E-9F15-6EEA057FB771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4823100" y="1905900"/>
                  <a:ext cx="17388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441F4D81-B224-40F4-9A8B-92BF344B8A3F}"/>
                    </a:ext>
                  </a:extLst>
                </p14:cNvPr>
                <p14:cNvContentPartPr/>
                <p14:nvPr/>
              </p14:nvContentPartPr>
              <p14:xfrm>
                <a:off x="4922100" y="1473900"/>
                <a:ext cx="370080" cy="59040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441F4D81-B224-40F4-9A8B-92BF344B8A3F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4913460" y="1464900"/>
                  <a:ext cx="387720" cy="60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4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C28C08C9-6EE4-4EB2-89D4-4ECA750896D8}"/>
                    </a:ext>
                  </a:extLst>
                </p14:cNvPr>
                <p14:cNvContentPartPr/>
                <p14:nvPr/>
              </p14:nvContentPartPr>
              <p14:xfrm>
                <a:off x="3230460" y="2071500"/>
                <a:ext cx="1624680" cy="25848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C28C08C9-6EE4-4EB2-89D4-4ECA750896D8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3221460" y="2062500"/>
                  <a:ext cx="1642320" cy="2761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764793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oup 39">
            <a:extLst>
              <a:ext uri="{FF2B5EF4-FFF2-40B4-BE49-F238E27FC236}">
                <a16:creationId xmlns:a16="http://schemas.microsoft.com/office/drawing/2014/main" id="{B7BC72B9-6DAE-4DD0-8A3F-3C97F88FC59A}"/>
              </a:ext>
            </a:extLst>
          </p:cNvPr>
          <p:cNvGrpSpPr/>
          <p:nvPr/>
        </p:nvGrpSpPr>
        <p:grpSpPr>
          <a:xfrm>
            <a:off x="438300" y="388740"/>
            <a:ext cx="225720" cy="313200"/>
            <a:chOff x="438300" y="388740"/>
            <a:chExt cx="225720" cy="313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EFD3FC5B-DF34-471B-BF29-EB94D580313B}"/>
                    </a:ext>
                  </a:extLst>
                </p14:cNvPr>
                <p14:cNvContentPartPr/>
                <p14:nvPr/>
              </p14:nvContentPartPr>
              <p14:xfrm>
                <a:off x="510300" y="421860"/>
                <a:ext cx="34920" cy="1501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EFD3FC5B-DF34-471B-BF29-EB94D580313B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01300" y="413220"/>
                  <a:ext cx="5256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4E3EE92B-7B88-4EBD-BCE0-8ED02FFB8D80}"/>
                    </a:ext>
                  </a:extLst>
                </p14:cNvPr>
                <p14:cNvContentPartPr/>
                <p14:nvPr/>
              </p14:nvContentPartPr>
              <p14:xfrm>
                <a:off x="438300" y="388740"/>
                <a:ext cx="225720" cy="3132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4E3EE92B-7B88-4EBD-BCE0-8ED02FFB8D8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29300" y="380100"/>
                  <a:ext cx="243360" cy="330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90F7D37C-DE52-4E6D-B985-F26341D3C5F0}"/>
              </a:ext>
            </a:extLst>
          </p:cNvPr>
          <p:cNvGrpSpPr/>
          <p:nvPr/>
        </p:nvGrpSpPr>
        <p:grpSpPr>
          <a:xfrm>
            <a:off x="903420" y="318540"/>
            <a:ext cx="1471680" cy="325440"/>
            <a:chOff x="903420" y="318540"/>
            <a:chExt cx="1471680" cy="325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2C5C959E-E157-46F7-B7E8-7D2D27AE62BB}"/>
                    </a:ext>
                  </a:extLst>
                </p14:cNvPr>
                <p14:cNvContentPartPr/>
                <p14:nvPr/>
              </p14:nvContentPartPr>
              <p14:xfrm>
                <a:off x="903420" y="453900"/>
                <a:ext cx="151200" cy="1479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2C5C959E-E157-46F7-B7E8-7D2D27AE62B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94420" y="444900"/>
                  <a:ext cx="16884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07913BF-7922-484C-B3D2-7B698A675338}"/>
                    </a:ext>
                  </a:extLst>
                </p14:cNvPr>
                <p14:cNvContentPartPr/>
                <p14:nvPr/>
              </p14:nvContentPartPr>
              <p14:xfrm>
                <a:off x="1019700" y="459660"/>
                <a:ext cx="84240" cy="1566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507913BF-7922-484C-B3D2-7B698A67533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10700" y="451020"/>
                  <a:ext cx="10188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9BF26A5-FF30-4E4E-83CA-892D4A757270}"/>
                    </a:ext>
                  </a:extLst>
                </p14:cNvPr>
                <p14:cNvContentPartPr/>
                <p14:nvPr/>
              </p14:nvContentPartPr>
              <p14:xfrm>
                <a:off x="1137780" y="403500"/>
                <a:ext cx="20520" cy="2196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9BF26A5-FF30-4E4E-83CA-892D4A75727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129140" y="394860"/>
                  <a:ext cx="3816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0E311CA-D2AD-4ED4-B69B-DE1E0DD7E4A9}"/>
                    </a:ext>
                  </a:extLst>
                </p14:cNvPr>
                <p14:cNvContentPartPr/>
                <p14:nvPr/>
              </p14:nvContentPartPr>
              <p14:xfrm>
                <a:off x="1232100" y="440220"/>
                <a:ext cx="233640" cy="1562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0E311CA-D2AD-4ED4-B69B-DE1E0DD7E4A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223100" y="431220"/>
                  <a:ext cx="25128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CD0EDCE8-4333-4968-8F25-33C7F54C5B04}"/>
                    </a:ext>
                  </a:extLst>
                </p14:cNvPr>
                <p14:cNvContentPartPr/>
                <p14:nvPr/>
              </p14:nvContentPartPr>
              <p14:xfrm>
                <a:off x="1475820" y="425100"/>
                <a:ext cx="235080" cy="2109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CD0EDCE8-4333-4968-8F25-33C7F54C5B04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466820" y="416460"/>
                  <a:ext cx="25272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7B39CB43-CB0F-4D21-B721-F7531D0460D6}"/>
                    </a:ext>
                  </a:extLst>
                </p14:cNvPr>
                <p14:cNvContentPartPr/>
                <p14:nvPr/>
              </p14:nvContentPartPr>
              <p14:xfrm>
                <a:off x="1654740" y="520500"/>
                <a:ext cx="95760" cy="126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7B39CB43-CB0F-4D21-B721-F7531D0460D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645740" y="511500"/>
                  <a:ext cx="11340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87457404-D885-49CA-B90F-926804A63984}"/>
                    </a:ext>
                  </a:extLst>
                </p14:cNvPr>
                <p14:cNvContentPartPr/>
                <p14:nvPr/>
              </p14:nvContentPartPr>
              <p14:xfrm>
                <a:off x="1785780" y="445260"/>
                <a:ext cx="398520" cy="1987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87457404-D885-49CA-B90F-926804A6398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776780" y="436260"/>
                  <a:ext cx="41616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771D6ED3-1C49-4A5C-A024-3D375359380C}"/>
                    </a:ext>
                  </a:extLst>
                </p14:cNvPr>
                <p14:cNvContentPartPr/>
                <p14:nvPr/>
              </p14:nvContentPartPr>
              <p14:xfrm>
                <a:off x="2250540" y="318540"/>
                <a:ext cx="4320" cy="1450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771D6ED3-1C49-4A5C-A024-3D375359380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241540" y="309900"/>
                  <a:ext cx="2196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C8BF64DE-98EC-4431-ADBE-57E0AD6BEF28}"/>
                    </a:ext>
                  </a:extLst>
                </p14:cNvPr>
                <p14:cNvContentPartPr/>
                <p14:nvPr/>
              </p14:nvContentPartPr>
              <p14:xfrm>
                <a:off x="2293740" y="421860"/>
                <a:ext cx="81360" cy="1933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C8BF64DE-98EC-4431-ADBE-57E0AD6BEF28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285100" y="412860"/>
                  <a:ext cx="99000" cy="210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1C92897B-F7CE-4055-8767-408FF34F1CE9}"/>
              </a:ext>
            </a:extLst>
          </p:cNvPr>
          <p:cNvGrpSpPr/>
          <p:nvPr/>
        </p:nvGrpSpPr>
        <p:grpSpPr>
          <a:xfrm>
            <a:off x="2830860" y="348420"/>
            <a:ext cx="1425600" cy="290160"/>
            <a:chOff x="2830860" y="348420"/>
            <a:chExt cx="1425600" cy="290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77EA1AD-9ED5-40BF-A9E4-9AABFFF7A5C6}"/>
                    </a:ext>
                  </a:extLst>
                </p14:cNvPr>
                <p14:cNvContentPartPr/>
                <p14:nvPr/>
              </p14:nvContentPartPr>
              <p14:xfrm>
                <a:off x="2830860" y="348420"/>
                <a:ext cx="110520" cy="2336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77EA1AD-9ED5-40BF-A9E4-9AABFFF7A5C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821860" y="339420"/>
                  <a:ext cx="12816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0B325CA-2C32-40E4-8802-1E1CE7CF5750}"/>
                    </a:ext>
                  </a:extLst>
                </p14:cNvPr>
                <p14:cNvContentPartPr/>
                <p14:nvPr/>
              </p14:nvContentPartPr>
              <p14:xfrm>
                <a:off x="3035340" y="381900"/>
                <a:ext cx="395640" cy="2001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0B325CA-2C32-40E4-8802-1E1CE7CF5750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026340" y="372900"/>
                  <a:ext cx="41328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C0798E86-9D64-425F-B290-56F0528DDFD7}"/>
                    </a:ext>
                  </a:extLst>
                </p14:cNvPr>
                <p14:cNvContentPartPr/>
                <p14:nvPr/>
              </p14:nvContentPartPr>
              <p14:xfrm>
                <a:off x="3410100" y="421140"/>
                <a:ext cx="161640" cy="1414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C0798E86-9D64-425F-B290-56F0528DDFD7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401460" y="412140"/>
                  <a:ext cx="17928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6B88513F-EFDE-408C-8465-00B1D43C0BE7}"/>
                    </a:ext>
                  </a:extLst>
                </p14:cNvPr>
                <p14:cNvContentPartPr/>
                <p14:nvPr/>
              </p14:nvContentPartPr>
              <p14:xfrm>
                <a:off x="3672900" y="382620"/>
                <a:ext cx="235080" cy="1461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6B88513F-EFDE-408C-8465-00B1D43C0BE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664260" y="373620"/>
                  <a:ext cx="25272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7FC7FEF-7C94-4A50-A746-50A4B371A04A}"/>
                    </a:ext>
                  </a:extLst>
                </p14:cNvPr>
                <p14:cNvContentPartPr/>
                <p14:nvPr/>
              </p14:nvContentPartPr>
              <p14:xfrm>
                <a:off x="3996180" y="386220"/>
                <a:ext cx="260280" cy="2523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7FC7FEF-7C94-4A50-A746-50A4B371A04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987540" y="377580"/>
                  <a:ext cx="277920" cy="270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31185119-A6EA-46AE-AAE0-BE587CC12E5A}"/>
              </a:ext>
            </a:extLst>
          </p:cNvPr>
          <p:cNvGrpSpPr/>
          <p:nvPr/>
        </p:nvGrpSpPr>
        <p:grpSpPr>
          <a:xfrm>
            <a:off x="3060180" y="795540"/>
            <a:ext cx="1852920" cy="563760"/>
            <a:chOff x="3060180" y="795540"/>
            <a:chExt cx="1852920" cy="563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152612B-EA2A-4E64-80FB-FEFD4F3A374F}"/>
                    </a:ext>
                  </a:extLst>
                </p14:cNvPr>
                <p14:cNvContentPartPr/>
                <p14:nvPr/>
              </p14:nvContentPartPr>
              <p14:xfrm>
                <a:off x="3060180" y="937020"/>
                <a:ext cx="362520" cy="4222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152612B-EA2A-4E64-80FB-FEFD4F3A374F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051180" y="928380"/>
                  <a:ext cx="380160" cy="43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52A2BB9B-1118-4D6F-A058-FF5FE3E1A14D}"/>
                    </a:ext>
                  </a:extLst>
                </p14:cNvPr>
                <p14:cNvContentPartPr/>
                <p14:nvPr/>
              </p14:nvContentPartPr>
              <p14:xfrm>
                <a:off x="3401460" y="921180"/>
                <a:ext cx="165960" cy="2282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52A2BB9B-1118-4D6F-A058-FF5FE3E1A14D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392820" y="912540"/>
                  <a:ext cx="18360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6EA0570-D312-47D0-AAAE-7009EA4FC98E}"/>
                    </a:ext>
                  </a:extLst>
                </p14:cNvPr>
                <p14:cNvContentPartPr/>
                <p14:nvPr/>
              </p14:nvContentPartPr>
              <p14:xfrm>
                <a:off x="3659580" y="1024860"/>
                <a:ext cx="3240" cy="2487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6EA0570-D312-47D0-AAAE-7009EA4FC98E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650580" y="1015860"/>
                  <a:ext cx="2088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8A8A3C06-BD7B-4DCB-8CF3-DD7224C3AA83}"/>
                    </a:ext>
                  </a:extLst>
                </p14:cNvPr>
                <p14:cNvContentPartPr/>
                <p14:nvPr/>
              </p14:nvContentPartPr>
              <p14:xfrm>
                <a:off x="3684420" y="955740"/>
                <a:ext cx="144720" cy="1778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8A8A3C06-BD7B-4DCB-8CF3-DD7224C3AA8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675780" y="946740"/>
                  <a:ext cx="16236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7E593CE9-5A3A-4412-9A04-2FC288A5436B}"/>
                    </a:ext>
                  </a:extLst>
                </p14:cNvPr>
                <p14:cNvContentPartPr/>
                <p14:nvPr/>
              </p14:nvContentPartPr>
              <p14:xfrm>
                <a:off x="3893220" y="888420"/>
                <a:ext cx="211320" cy="2116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7E593CE9-5A3A-4412-9A04-2FC288A5436B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884580" y="879780"/>
                  <a:ext cx="22896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A4679DC-1E65-4DDD-B576-2CA160F47C76}"/>
                    </a:ext>
                  </a:extLst>
                </p14:cNvPr>
                <p14:cNvContentPartPr/>
                <p14:nvPr/>
              </p14:nvContentPartPr>
              <p14:xfrm>
                <a:off x="4003020" y="869700"/>
                <a:ext cx="26280" cy="151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A4679DC-1E65-4DDD-B576-2CA160F47C76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994380" y="860700"/>
                  <a:ext cx="4392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62A8EC2C-55A8-46CB-BE68-6C9C29520C2E}"/>
                    </a:ext>
                  </a:extLst>
                </p14:cNvPr>
                <p14:cNvContentPartPr/>
                <p14:nvPr/>
              </p14:nvContentPartPr>
              <p14:xfrm>
                <a:off x="4156380" y="795540"/>
                <a:ext cx="441000" cy="2876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62A8EC2C-55A8-46CB-BE68-6C9C29520C2E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147380" y="786900"/>
                  <a:ext cx="458640" cy="30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DC5098F6-10E5-4F0F-A073-7B87D8733140}"/>
                    </a:ext>
                  </a:extLst>
                </p14:cNvPr>
                <p14:cNvContentPartPr/>
                <p14:nvPr/>
              </p14:nvContentPartPr>
              <p14:xfrm>
                <a:off x="4674780" y="820020"/>
                <a:ext cx="238320" cy="2689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DC5098F6-10E5-4F0F-A073-7B87D8733140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665780" y="811380"/>
                  <a:ext cx="255960" cy="286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B62A6922-9C83-484E-9F1C-E5F348CF75BD}"/>
              </a:ext>
            </a:extLst>
          </p:cNvPr>
          <p:cNvGrpSpPr/>
          <p:nvPr/>
        </p:nvGrpSpPr>
        <p:grpSpPr>
          <a:xfrm>
            <a:off x="5192820" y="765660"/>
            <a:ext cx="1283400" cy="261360"/>
            <a:chOff x="5192820" y="765660"/>
            <a:chExt cx="1283400" cy="261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143338F9-6191-4331-AE19-1E7A3D7D4509}"/>
                    </a:ext>
                  </a:extLst>
                </p14:cNvPr>
                <p14:cNvContentPartPr/>
                <p14:nvPr/>
              </p14:nvContentPartPr>
              <p14:xfrm>
                <a:off x="5192820" y="872220"/>
                <a:ext cx="106200" cy="1548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143338F9-6191-4331-AE19-1E7A3D7D450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184180" y="863220"/>
                  <a:ext cx="12384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E6D1898A-E582-4AEB-B345-542D5D4D00BA}"/>
                    </a:ext>
                  </a:extLst>
                </p14:cNvPr>
                <p14:cNvContentPartPr/>
                <p14:nvPr/>
              </p14:nvContentPartPr>
              <p14:xfrm>
                <a:off x="5317740" y="872940"/>
                <a:ext cx="263160" cy="1278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E6D1898A-E582-4AEB-B345-542D5D4D00BA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309100" y="864300"/>
                  <a:ext cx="28080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7C8E944-6210-4A5C-9EA1-0C1DF1CF3F85}"/>
                    </a:ext>
                  </a:extLst>
                </p14:cNvPr>
                <p14:cNvContentPartPr/>
                <p14:nvPr/>
              </p14:nvContentPartPr>
              <p14:xfrm>
                <a:off x="5809140" y="814260"/>
                <a:ext cx="330840" cy="1710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7C8E944-6210-4A5C-9EA1-0C1DF1CF3F85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800500" y="805260"/>
                  <a:ext cx="34848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3AEBDC84-47F3-4894-9398-B69356488210}"/>
                    </a:ext>
                  </a:extLst>
                </p14:cNvPr>
                <p14:cNvContentPartPr/>
                <p14:nvPr/>
              </p14:nvContentPartPr>
              <p14:xfrm>
                <a:off x="6269580" y="765660"/>
                <a:ext cx="76320" cy="2584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3AEBDC84-47F3-4894-9398-B69356488210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260940" y="756660"/>
                  <a:ext cx="9396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A7AAEA01-605C-4ACC-B027-33DAE6691493}"/>
                    </a:ext>
                  </a:extLst>
                </p14:cNvPr>
                <p14:cNvContentPartPr/>
                <p14:nvPr/>
              </p14:nvContentPartPr>
              <p14:xfrm>
                <a:off x="6289020" y="872940"/>
                <a:ext cx="187200" cy="255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A7AAEA01-605C-4ACC-B027-33DAE6691493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280020" y="864300"/>
                  <a:ext cx="204840" cy="43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A9AE5672-CC52-4AFE-8CA2-3908E47DEFB1}"/>
              </a:ext>
            </a:extLst>
          </p:cNvPr>
          <p:cNvGrpSpPr/>
          <p:nvPr/>
        </p:nvGrpSpPr>
        <p:grpSpPr>
          <a:xfrm>
            <a:off x="387180" y="1653420"/>
            <a:ext cx="268920" cy="507960"/>
            <a:chOff x="387180" y="1653420"/>
            <a:chExt cx="268920" cy="507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95BEF009-B001-4871-B033-D63A0326F993}"/>
                    </a:ext>
                  </a:extLst>
                </p14:cNvPr>
                <p14:cNvContentPartPr/>
                <p14:nvPr/>
              </p14:nvContentPartPr>
              <p14:xfrm>
                <a:off x="387180" y="1803180"/>
                <a:ext cx="207360" cy="1368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95BEF009-B001-4871-B033-D63A0326F99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78180" y="1794180"/>
                  <a:ext cx="22500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706E0BDB-CBBC-458D-BB85-7492467AAF38}"/>
                    </a:ext>
                  </a:extLst>
                </p14:cNvPr>
                <p14:cNvContentPartPr/>
                <p14:nvPr/>
              </p14:nvContentPartPr>
              <p14:xfrm>
                <a:off x="421740" y="1653420"/>
                <a:ext cx="234360" cy="5079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706E0BDB-CBBC-458D-BB85-7492467AAF38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13100" y="1644780"/>
                  <a:ext cx="252000" cy="525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4582CBBD-4116-4442-8EB5-6E5C7CA15966}"/>
              </a:ext>
            </a:extLst>
          </p:cNvPr>
          <p:cNvGrpSpPr/>
          <p:nvPr/>
        </p:nvGrpSpPr>
        <p:grpSpPr>
          <a:xfrm>
            <a:off x="1355220" y="1938540"/>
            <a:ext cx="1325880" cy="442800"/>
            <a:chOff x="1355220" y="1938540"/>
            <a:chExt cx="1325880" cy="442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1A3277DB-7570-4075-939C-3D51897EAFFA}"/>
                    </a:ext>
                  </a:extLst>
                </p14:cNvPr>
                <p14:cNvContentPartPr/>
                <p14:nvPr/>
              </p14:nvContentPartPr>
              <p14:xfrm>
                <a:off x="1355220" y="2159580"/>
                <a:ext cx="278640" cy="2217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1A3277DB-7570-4075-939C-3D51897EAFFA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346580" y="2150940"/>
                  <a:ext cx="29628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9087EF0F-5480-48A0-9419-02F8241DA86F}"/>
                    </a:ext>
                  </a:extLst>
                </p14:cNvPr>
                <p14:cNvContentPartPr/>
                <p14:nvPr/>
              </p14:nvContentPartPr>
              <p14:xfrm>
                <a:off x="1772100" y="2027460"/>
                <a:ext cx="67680" cy="2066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9087EF0F-5480-48A0-9419-02F8241DA86F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763100" y="2018820"/>
                  <a:ext cx="8532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E2363DC8-91FD-4EE7-85A1-A5D50E327C62}"/>
                    </a:ext>
                  </a:extLst>
                </p14:cNvPr>
                <p14:cNvContentPartPr/>
                <p14:nvPr/>
              </p14:nvContentPartPr>
              <p14:xfrm>
                <a:off x="1883700" y="2096220"/>
                <a:ext cx="144720" cy="1216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E2363DC8-91FD-4EE7-85A1-A5D50E327C62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875060" y="2087220"/>
                  <a:ext cx="16236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550CA109-3749-4CA5-A903-0D4BC5B69CCE}"/>
                    </a:ext>
                  </a:extLst>
                </p14:cNvPr>
                <p14:cNvContentPartPr/>
                <p14:nvPr/>
              </p14:nvContentPartPr>
              <p14:xfrm>
                <a:off x="2102940" y="2019180"/>
                <a:ext cx="261360" cy="2754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550CA109-3749-4CA5-A903-0D4BC5B69CCE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094300" y="2010540"/>
                  <a:ext cx="279000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B276DA76-26F5-452D-ABB5-070E2B039265}"/>
                    </a:ext>
                  </a:extLst>
                </p14:cNvPr>
                <p14:cNvContentPartPr/>
                <p14:nvPr/>
              </p14:nvContentPartPr>
              <p14:xfrm>
                <a:off x="2423700" y="1938540"/>
                <a:ext cx="257400" cy="1641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B276DA76-26F5-452D-ABB5-070E2B039265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414700" y="1929540"/>
                  <a:ext cx="27504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F9501A61-FFE9-46E4-AEB8-7173B5EDC6C1}"/>
                    </a:ext>
                  </a:extLst>
                </p14:cNvPr>
                <p14:cNvContentPartPr/>
                <p14:nvPr/>
              </p14:nvContentPartPr>
              <p14:xfrm>
                <a:off x="2399580" y="2143740"/>
                <a:ext cx="116280" cy="1526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F9501A61-FFE9-46E4-AEB8-7173B5EDC6C1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390580" y="2134740"/>
                  <a:ext cx="133920" cy="170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5144EEF0-7D03-482C-964C-2D21A271F2C3}"/>
                  </a:ext>
                </a:extLst>
              </p14:cNvPr>
              <p14:cNvContentPartPr/>
              <p14:nvPr/>
            </p14:nvContentPartPr>
            <p14:xfrm>
              <a:off x="3434940" y="1856820"/>
              <a:ext cx="147960" cy="112212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5144EEF0-7D03-482C-964C-2D21A271F2C3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3425940" y="1848180"/>
                <a:ext cx="165600" cy="1139760"/>
              </a:xfrm>
              <a:prstGeom prst="rect">
                <a:avLst/>
              </a:prstGeom>
            </p:spPr>
          </p:pic>
        </mc:Fallback>
      </mc:AlternateContent>
      <p:grpSp>
        <p:nvGrpSpPr>
          <p:cNvPr id="55" name="Group 54">
            <a:extLst>
              <a:ext uri="{FF2B5EF4-FFF2-40B4-BE49-F238E27FC236}">
                <a16:creationId xmlns:a16="http://schemas.microsoft.com/office/drawing/2014/main" id="{33587CDA-D075-456A-BE82-7512B8A272DD}"/>
              </a:ext>
            </a:extLst>
          </p:cNvPr>
          <p:cNvGrpSpPr/>
          <p:nvPr/>
        </p:nvGrpSpPr>
        <p:grpSpPr>
          <a:xfrm>
            <a:off x="4041540" y="1855380"/>
            <a:ext cx="968400" cy="392040"/>
            <a:chOff x="4041540" y="1855380"/>
            <a:chExt cx="968400" cy="392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29F4186C-FC69-41F8-AD3E-3D70FCF8AEED}"/>
                    </a:ext>
                  </a:extLst>
                </p14:cNvPr>
                <p14:cNvContentPartPr/>
                <p14:nvPr/>
              </p14:nvContentPartPr>
              <p14:xfrm>
                <a:off x="4111740" y="1902900"/>
                <a:ext cx="134280" cy="3020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29F4186C-FC69-41F8-AD3E-3D70FCF8AEED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103100" y="1893900"/>
                  <a:ext cx="151920" cy="31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F34DD4AD-531D-48BE-8C87-40E9AF00FB6F}"/>
                    </a:ext>
                  </a:extLst>
                </p14:cNvPr>
                <p14:cNvContentPartPr/>
                <p14:nvPr/>
              </p14:nvContentPartPr>
              <p14:xfrm>
                <a:off x="4041540" y="2118540"/>
                <a:ext cx="275760" cy="212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F34DD4AD-531D-48BE-8C87-40E9AF00FB6F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032900" y="2109900"/>
                  <a:ext cx="29340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CF1FE091-18C4-498A-9084-CC894701DCFC}"/>
                    </a:ext>
                  </a:extLst>
                </p14:cNvPr>
                <p14:cNvContentPartPr/>
                <p14:nvPr/>
              </p14:nvContentPartPr>
              <p14:xfrm>
                <a:off x="4399020" y="1917660"/>
                <a:ext cx="112680" cy="2696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CF1FE091-18C4-498A-9084-CC894701DCFC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390020" y="1908660"/>
                  <a:ext cx="13032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3922B0C6-7ADD-44F5-ACB1-F23F5EDC2470}"/>
                    </a:ext>
                  </a:extLst>
                </p14:cNvPr>
                <p14:cNvContentPartPr/>
                <p14:nvPr/>
              </p14:nvContentPartPr>
              <p14:xfrm>
                <a:off x="4589100" y="2003340"/>
                <a:ext cx="227880" cy="1735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3922B0C6-7ADD-44F5-ACB1-F23F5EDC2470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580460" y="1994700"/>
                  <a:ext cx="24552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6D185B25-B582-4667-9EE9-B79E2A128A64}"/>
                    </a:ext>
                  </a:extLst>
                </p14:cNvPr>
                <p14:cNvContentPartPr/>
                <p14:nvPr/>
              </p14:nvContentPartPr>
              <p14:xfrm>
                <a:off x="4886460" y="1855380"/>
                <a:ext cx="123480" cy="3920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6D185B25-B582-4667-9EE9-B79E2A128A64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877820" y="1846380"/>
                  <a:ext cx="141120" cy="409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E5F79F02-C51B-4C6E-AECB-3645FB4C3204}"/>
              </a:ext>
            </a:extLst>
          </p:cNvPr>
          <p:cNvGrpSpPr/>
          <p:nvPr/>
        </p:nvGrpSpPr>
        <p:grpSpPr>
          <a:xfrm>
            <a:off x="1648620" y="1536780"/>
            <a:ext cx="643680" cy="228960"/>
            <a:chOff x="1648620" y="1536780"/>
            <a:chExt cx="643680" cy="228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937A10D4-070E-40D7-98B6-C4DC68BA5301}"/>
                    </a:ext>
                  </a:extLst>
                </p14:cNvPr>
                <p14:cNvContentPartPr/>
                <p14:nvPr/>
              </p14:nvContentPartPr>
              <p14:xfrm>
                <a:off x="1648620" y="1536780"/>
                <a:ext cx="131400" cy="1976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937A10D4-070E-40D7-98B6-C4DC68BA5301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639620" y="1527780"/>
                  <a:ext cx="14904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D629B7DB-B28B-4B2E-955B-174647EB8EB9}"/>
                    </a:ext>
                  </a:extLst>
                </p14:cNvPr>
                <p14:cNvContentPartPr/>
                <p14:nvPr/>
              </p14:nvContentPartPr>
              <p14:xfrm>
                <a:off x="1849140" y="1552260"/>
                <a:ext cx="13680" cy="1411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D629B7DB-B28B-4B2E-955B-174647EB8EB9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840140" y="1543620"/>
                  <a:ext cx="3132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8F7D87EB-349C-4AEB-B8B0-E74C06D3A15D}"/>
                    </a:ext>
                  </a:extLst>
                </p14:cNvPr>
                <p14:cNvContentPartPr/>
                <p14:nvPr/>
              </p14:nvContentPartPr>
              <p14:xfrm>
                <a:off x="1873980" y="1572060"/>
                <a:ext cx="151560" cy="1936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8F7D87EB-349C-4AEB-B8B0-E74C06D3A15D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865340" y="1563060"/>
                  <a:ext cx="16920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F17D16AC-EE45-4B29-9B2D-F74C446102BE}"/>
                    </a:ext>
                  </a:extLst>
                </p14:cNvPr>
                <p14:cNvContentPartPr/>
                <p14:nvPr/>
              </p14:nvContentPartPr>
              <p14:xfrm>
                <a:off x="2174580" y="1561620"/>
                <a:ext cx="117720" cy="1407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F17D16AC-EE45-4B29-9B2D-F74C446102BE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165580" y="1552620"/>
                  <a:ext cx="135360" cy="158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4ED87E31-4CF4-4C49-BD03-A1C823AEF135}"/>
              </a:ext>
            </a:extLst>
          </p:cNvPr>
          <p:cNvGrpSpPr/>
          <p:nvPr/>
        </p:nvGrpSpPr>
        <p:grpSpPr>
          <a:xfrm>
            <a:off x="4277340" y="1452540"/>
            <a:ext cx="791640" cy="326160"/>
            <a:chOff x="4277340" y="1452540"/>
            <a:chExt cx="791640" cy="326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B023520C-80D5-4B43-8A9A-483D8153C6CA}"/>
                    </a:ext>
                  </a:extLst>
                </p14:cNvPr>
                <p14:cNvContentPartPr/>
                <p14:nvPr/>
              </p14:nvContentPartPr>
              <p14:xfrm>
                <a:off x="4302540" y="1495020"/>
                <a:ext cx="360" cy="2358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B023520C-80D5-4B43-8A9A-483D8153C6CA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293540" y="1486020"/>
                  <a:ext cx="1800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37AF177B-C5AC-4A9A-99AA-66694E3B54B8}"/>
                    </a:ext>
                  </a:extLst>
                </p14:cNvPr>
                <p14:cNvContentPartPr/>
                <p14:nvPr/>
              </p14:nvContentPartPr>
              <p14:xfrm>
                <a:off x="4277340" y="1452540"/>
                <a:ext cx="280440" cy="3261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37AF177B-C5AC-4A9A-99AA-66694E3B54B8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268340" y="1443540"/>
                  <a:ext cx="298080" cy="34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ED1B3DEF-380E-4EBE-8175-5911D0353C8D}"/>
                    </a:ext>
                  </a:extLst>
                </p14:cNvPr>
                <p14:cNvContentPartPr/>
                <p14:nvPr/>
              </p14:nvContentPartPr>
              <p14:xfrm>
                <a:off x="4656780" y="1574580"/>
                <a:ext cx="6120" cy="1562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ED1B3DEF-380E-4EBE-8175-5911D0353C8D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647780" y="1565940"/>
                  <a:ext cx="2376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A0D32A1C-E1CC-4499-BB2F-B4519D7C011B}"/>
                    </a:ext>
                  </a:extLst>
                </p14:cNvPr>
                <p14:cNvContentPartPr/>
                <p14:nvPr/>
              </p14:nvContentPartPr>
              <p14:xfrm>
                <a:off x="4620060" y="1559460"/>
                <a:ext cx="233280" cy="20880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A0D32A1C-E1CC-4499-BB2F-B4519D7C011B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611060" y="1550460"/>
                  <a:ext cx="25092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4E29D123-431D-4D06-9ADF-3D8C4737A059}"/>
                    </a:ext>
                  </a:extLst>
                </p14:cNvPr>
                <p14:cNvContentPartPr/>
                <p14:nvPr/>
              </p14:nvContentPartPr>
              <p14:xfrm>
                <a:off x="4856940" y="1559100"/>
                <a:ext cx="212040" cy="2142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4E29D123-431D-4D06-9ADF-3D8C4737A059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847940" y="1550100"/>
                  <a:ext cx="229680" cy="231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A6F4C92B-D06C-4794-B1B7-45683BE706E5}"/>
                  </a:ext>
                </a:extLst>
              </p14:cNvPr>
              <p14:cNvContentPartPr/>
              <p14:nvPr/>
            </p14:nvContentPartPr>
            <p14:xfrm>
              <a:off x="2924820" y="3355860"/>
              <a:ext cx="233640" cy="26172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A6F4C92B-D06C-4794-B1B7-45683BE706E5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2916180" y="3346860"/>
                <a:ext cx="251280" cy="279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04" name="Group 103">
            <a:extLst>
              <a:ext uri="{FF2B5EF4-FFF2-40B4-BE49-F238E27FC236}">
                <a16:creationId xmlns:a16="http://schemas.microsoft.com/office/drawing/2014/main" id="{B34D6E16-CE80-427C-BA90-C247FDE84234}"/>
              </a:ext>
            </a:extLst>
          </p:cNvPr>
          <p:cNvGrpSpPr/>
          <p:nvPr/>
        </p:nvGrpSpPr>
        <p:grpSpPr>
          <a:xfrm>
            <a:off x="2599020" y="3961380"/>
            <a:ext cx="763200" cy="295920"/>
            <a:chOff x="2599020" y="3961380"/>
            <a:chExt cx="763200" cy="295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26B20ABD-4CFB-43DF-86D2-409D9A4B1B62}"/>
                    </a:ext>
                  </a:extLst>
                </p14:cNvPr>
                <p14:cNvContentPartPr/>
                <p14:nvPr/>
              </p14:nvContentPartPr>
              <p14:xfrm>
                <a:off x="2599020" y="3961380"/>
                <a:ext cx="263880" cy="28728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26B20ABD-4CFB-43DF-86D2-409D9A4B1B62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2590380" y="3952380"/>
                  <a:ext cx="28152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7A766CED-7C15-4DBE-8E40-4CFBB0B6160A}"/>
                    </a:ext>
                  </a:extLst>
                </p14:cNvPr>
                <p14:cNvContentPartPr/>
                <p14:nvPr/>
              </p14:nvContentPartPr>
              <p14:xfrm>
                <a:off x="2883420" y="4031940"/>
                <a:ext cx="12240" cy="2127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7A766CED-7C15-4DBE-8E40-4CFBB0B6160A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2874780" y="4023300"/>
                  <a:ext cx="2988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FCA14C9C-5911-4697-AE1A-EDD6AAAAF151}"/>
                    </a:ext>
                  </a:extLst>
                </p14:cNvPr>
                <p14:cNvContentPartPr/>
                <p14:nvPr/>
              </p14:nvContentPartPr>
              <p14:xfrm>
                <a:off x="2878020" y="4068300"/>
                <a:ext cx="212040" cy="17460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FCA14C9C-5911-4697-AE1A-EDD6AAAAF151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2869020" y="4059660"/>
                  <a:ext cx="22968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50B5128C-0E37-4EF5-86E4-4A6746664AC1}"/>
                    </a:ext>
                  </a:extLst>
                </p14:cNvPr>
                <p14:cNvContentPartPr/>
                <p14:nvPr/>
              </p14:nvContentPartPr>
              <p14:xfrm>
                <a:off x="3173580" y="4052820"/>
                <a:ext cx="188640" cy="20448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50B5128C-0E37-4EF5-86E4-4A6746664AC1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164580" y="4043820"/>
                  <a:ext cx="206280" cy="222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E13F6F7F-4618-4BAC-AA9E-EBE2329D268E}"/>
              </a:ext>
            </a:extLst>
          </p:cNvPr>
          <p:cNvGrpSpPr/>
          <p:nvPr/>
        </p:nvGrpSpPr>
        <p:grpSpPr>
          <a:xfrm>
            <a:off x="3724020" y="4152540"/>
            <a:ext cx="263160" cy="78840"/>
            <a:chOff x="3724020" y="4152540"/>
            <a:chExt cx="263160" cy="78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1AFE49FB-859A-479A-8561-B0CD52A38566}"/>
                    </a:ext>
                  </a:extLst>
                </p14:cNvPr>
                <p14:cNvContentPartPr/>
                <p14:nvPr/>
              </p14:nvContentPartPr>
              <p14:xfrm>
                <a:off x="3738420" y="4152540"/>
                <a:ext cx="150480" cy="540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1AFE49FB-859A-479A-8561-B0CD52A38566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3729420" y="4143540"/>
                  <a:ext cx="16812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DCD0A87D-A14F-4BE7-BD6C-847BB04CABDA}"/>
                    </a:ext>
                  </a:extLst>
                </p14:cNvPr>
                <p14:cNvContentPartPr/>
                <p14:nvPr/>
              </p14:nvContentPartPr>
              <p14:xfrm>
                <a:off x="3724020" y="4226700"/>
                <a:ext cx="263160" cy="46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DCD0A87D-A14F-4BE7-BD6C-847BB04CABDA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715020" y="4218060"/>
                  <a:ext cx="280800" cy="22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BBAE134D-AD40-43FC-83DC-8014F3312B52}"/>
              </a:ext>
            </a:extLst>
          </p:cNvPr>
          <p:cNvGrpSpPr/>
          <p:nvPr/>
        </p:nvGrpSpPr>
        <p:grpSpPr>
          <a:xfrm>
            <a:off x="4204260" y="4035180"/>
            <a:ext cx="812880" cy="244080"/>
            <a:chOff x="4204260" y="4035180"/>
            <a:chExt cx="812880" cy="244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B7B8B65C-F114-49A3-9BD1-30EDD558723B}"/>
                    </a:ext>
                  </a:extLst>
                </p14:cNvPr>
                <p14:cNvContentPartPr/>
                <p14:nvPr/>
              </p14:nvContentPartPr>
              <p14:xfrm>
                <a:off x="4258260" y="4057140"/>
                <a:ext cx="37800" cy="20304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B7B8B65C-F114-49A3-9BD1-30EDD558723B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4249260" y="4048140"/>
                  <a:ext cx="5544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7287B37E-C590-4123-B50D-77BF2E8BDC9A}"/>
                    </a:ext>
                  </a:extLst>
                </p14:cNvPr>
                <p14:cNvContentPartPr/>
                <p14:nvPr/>
              </p14:nvContentPartPr>
              <p14:xfrm>
                <a:off x="4204260" y="4035180"/>
                <a:ext cx="408240" cy="24408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7287B37E-C590-4123-B50D-77BF2E8BDC9A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195620" y="4026540"/>
                  <a:ext cx="42588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C002BBC8-28A0-4F68-BF5A-F710F62B25B8}"/>
                    </a:ext>
                  </a:extLst>
                </p14:cNvPr>
                <p14:cNvContentPartPr/>
                <p14:nvPr/>
              </p14:nvContentPartPr>
              <p14:xfrm>
                <a:off x="4532580" y="4076940"/>
                <a:ext cx="233640" cy="1944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C002BBC8-28A0-4F68-BF5A-F710F62B25B8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523580" y="4068300"/>
                  <a:ext cx="25128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01975C7D-4283-410A-BC05-FFC9630CC21F}"/>
                    </a:ext>
                  </a:extLst>
                </p14:cNvPr>
                <p14:cNvContentPartPr/>
                <p14:nvPr/>
              </p14:nvContentPartPr>
              <p14:xfrm>
                <a:off x="4755780" y="4057860"/>
                <a:ext cx="261360" cy="19800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01975C7D-4283-410A-BC05-FFC9630CC21F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4746780" y="4049220"/>
                  <a:ext cx="279000" cy="215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E9923F6F-DB21-4432-9386-FD8F8D4C73CA}"/>
              </a:ext>
            </a:extLst>
          </p:cNvPr>
          <p:cNvGrpSpPr/>
          <p:nvPr/>
        </p:nvGrpSpPr>
        <p:grpSpPr>
          <a:xfrm>
            <a:off x="3021660" y="4463220"/>
            <a:ext cx="2844000" cy="546120"/>
            <a:chOff x="3021660" y="4463220"/>
            <a:chExt cx="2844000" cy="546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28237696-997B-4ED7-8FD5-4F42C306E624}"/>
                    </a:ext>
                  </a:extLst>
                </p14:cNvPr>
                <p14:cNvContentPartPr/>
                <p14:nvPr/>
              </p14:nvContentPartPr>
              <p14:xfrm>
                <a:off x="3021660" y="4603260"/>
                <a:ext cx="276480" cy="23724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28237696-997B-4ED7-8FD5-4F42C306E624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3013020" y="4594620"/>
                  <a:ext cx="29412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8EA54CF5-70DB-4156-88A0-220397D50DCF}"/>
                    </a:ext>
                  </a:extLst>
                </p14:cNvPr>
                <p14:cNvContentPartPr/>
                <p14:nvPr/>
              </p14:nvContentPartPr>
              <p14:xfrm>
                <a:off x="3434220" y="4463220"/>
                <a:ext cx="225720" cy="54612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8EA54CF5-70DB-4156-88A0-220397D50DCF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3425580" y="4454580"/>
                  <a:ext cx="243360" cy="56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A064E57A-6D2B-4BBB-B03E-C54387703A2B}"/>
                    </a:ext>
                  </a:extLst>
                </p14:cNvPr>
                <p14:cNvContentPartPr/>
                <p14:nvPr/>
              </p14:nvContentPartPr>
              <p14:xfrm>
                <a:off x="3928860" y="4545660"/>
                <a:ext cx="143640" cy="30024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A064E57A-6D2B-4BBB-B03E-C54387703A2B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3920220" y="4536660"/>
                  <a:ext cx="161280" cy="3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27876730-4054-4996-A16A-A46A7F860735}"/>
                    </a:ext>
                  </a:extLst>
                </p14:cNvPr>
                <p14:cNvContentPartPr/>
                <p14:nvPr/>
              </p14:nvContentPartPr>
              <p14:xfrm>
                <a:off x="3833820" y="4776060"/>
                <a:ext cx="228600" cy="1152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27876730-4054-4996-A16A-A46A7F860735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824820" y="4767060"/>
                  <a:ext cx="24624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92185DA2-879E-41EB-859E-48AA5E9A3A68}"/>
                    </a:ext>
                  </a:extLst>
                </p14:cNvPr>
                <p14:cNvContentPartPr/>
                <p14:nvPr/>
              </p14:nvContentPartPr>
              <p14:xfrm>
                <a:off x="4138740" y="4627740"/>
                <a:ext cx="42840" cy="25416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92185DA2-879E-41EB-859E-48AA5E9A3A68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4130100" y="4619100"/>
                  <a:ext cx="6048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4EBB076F-3918-4BEB-9CA3-C0AA6EE57DDC}"/>
                    </a:ext>
                  </a:extLst>
                </p14:cNvPr>
                <p14:cNvContentPartPr/>
                <p14:nvPr/>
              </p14:nvContentPartPr>
              <p14:xfrm>
                <a:off x="4262940" y="4615860"/>
                <a:ext cx="419040" cy="32256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4EBB076F-3918-4BEB-9CA3-C0AA6EE57DDC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254300" y="4606860"/>
                  <a:ext cx="436680" cy="34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8CF624A1-A79E-4C4F-BF15-1B355BDBC553}"/>
                    </a:ext>
                  </a:extLst>
                </p14:cNvPr>
                <p14:cNvContentPartPr/>
                <p14:nvPr/>
              </p14:nvContentPartPr>
              <p14:xfrm>
                <a:off x="4883940" y="4582740"/>
                <a:ext cx="275760" cy="25848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8CF624A1-A79E-4C4F-BF15-1B355BDBC553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875300" y="4574100"/>
                  <a:ext cx="29340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7B833058-7131-4908-B3DD-DB517D8288E8}"/>
                    </a:ext>
                  </a:extLst>
                </p14:cNvPr>
                <p14:cNvContentPartPr/>
                <p14:nvPr/>
              </p14:nvContentPartPr>
              <p14:xfrm>
                <a:off x="5224500" y="4676340"/>
                <a:ext cx="98280" cy="27324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7B833058-7131-4908-B3DD-DB517D8288E8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5215860" y="4667700"/>
                  <a:ext cx="11592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59D93801-E8FA-48EA-9BA3-B805F181D2E9}"/>
                    </a:ext>
                  </a:extLst>
                </p14:cNvPr>
                <p14:cNvContentPartPr/>
                <p14:nvPr/>
              </p14:nvContentPartPr>
              <p14:xfrm>
                <a:off x="5464980" y="4673100"/>
                <a:ext cx="166320" cy="18576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59D93801-E8FA-48EA-9BA3-B805F181D2E9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456340" y="4664100"/>
                  <a:ext cx="18396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8384BF60-C44A-4666-A226-984DEFCADBA6}"/>
                    </a:ext>
                  </a:extLst>
                </p14:cNvPr>
                <p14:cNvContentPartPr/>
                <p14:nvPr/>
              </p14:nvContentPartPr>
              <p14:xfrm>
                <a:off x="5626620" y="4502460"/>
                <a:ext cx="239040" cy="46116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8384BF60-C44A-4666-A226-984DEFCADBA6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617980" y="4493460"/>
                  <a:ext cx="256680" cy="478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0E997631-C8D9-408E-8434-055E946EBD82}"/>
              </a:ext>
            </a:extLst>
          </p:cNvPr>
          <p:cNvGrpSpPr/>
          <p:nvPr/>
        </p:nvGrpSpPr>
        <p:grpSpPr>
          <a:xfrm>
            <a:off x="5713380" y="1523460"/>
            <a:ext cx="957240" cy="275760"/>
            <a:chOff x="5713380" y="1523460"/>
            <a:chExt cx="957240" cy="275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7A061CAC-0815-49DF-AABA-285FC6D58382}"/>
                    </a:ext>
                  </a:extLst>
                </p14:cNvPr>
                <p14:cNvContentPartPr/>
                <p14:nvPr/>
              </p14:nvContentPartPr>
              <p14:xfrm>
                <a:off x="5713380" y="1523460"/>
                <a:ext cx="121680" cy="20376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7A061CAC-0815-49DF-AABA-285FC6D58382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704740" y="1514820"/>
                  <a:ext cx="13932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493EB102-56A0-40FB-9D9D-34430D4C208F}"/>
                    </a:ext>
                  </a:extLst>
                </p14:cNvPr>
                <p14:cNvContentPartPr/>
                <p14:nvPr/>
              </p14:nvContentPartPr>
              <p14:xfrm>
                <a:off x="5923260" y="1538940"/>
                <a:ext cx="22680" cy="15840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493EB102-56A0-40FB-9D9D-34430D4C208F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5914260" y="1530300"/>
                  <a:ext cx="4032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92E54B7F-C700-4F29-844E-E86508358802}"/>
                    </a:ext>
                  </a:extLst>
                </p14:cNvPr>
                <p14:cNvContentPartPr/>
                <p14:nvPr/>
              </p14:nvContentPartPr>
              <p14:xfrm>
                <a:off x="5927940" y="1556580"/>
                <a:ext cx="173520" cy="19008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92E54B7F-C700-4F29-844E-E86508358802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5919300" y="1547580"/>
                  <a:ext cx="19116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AEEB37FB-B019-4281-BAD8-2A29073EC2F7}"/>
                    </a:ext>
                  </a:extLst>
                </p14:cNvPr>
                <p14:cNvContentPartPr/>
                <p14:nvPr/>
              </p14:nvContentPartPr>
              <p14:xfrm>
                <a:off x="6200820" y="1585740"/>
                <a:ext cx="135000" cy="15156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AEEB37FB-B019-4281-BAD8-2A29073EC2F7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6191820" y="1577100"/>
                  <a:ext cx="15264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74FA7987-4D9F-4288-839C-4C28A28703D2}"/>
                    </a:ext>
                  </a:extLst>
                </p14:cNvPr>
                <p14:cNvContentPartPr/>
                <p14:nvPr/>
              </p14:nvContentPartPr>
              <p14:xfrm>
                <a:off x="6489180" y="1567380"/>
                <a:ext cx="181440" cy="23184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74FA7987-4D9F-4288-839C-4C28A28703D2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6480180" y="1558740"/>
                  <a:ext cx="199080" cy="249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088429CD-1380-4A3C-8AC9-8FC4A63B9162}"/>
              </a:ext>
            </a:extLst>
          </p:cNvPr>
          <p:cNvGrpSpPr/>
          <p:nvPr/>
        </p:nvGrpSpPr>
        <p:grpSpPr>
          <a:xfrm>
            <a:off x="6902460" y="1465500"/>
            <a:ext cx="651240" cy="294840"/>
            <a:chOff x="6902460" y="1465500"/>
            <a:chExt cx="651240" cy="294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C0BCA483-32CA-498E-85C8-85904E97F2F4}"/>
                    </a:ext>
                  </a:extLst>
                </p14:cNvPr>
                <p14:cNvContentPartPr/>
                <p14:nvPr/>
              </p14:nvContentPartPr>
              <p14:xfrm>
                <a:off x="6902460" y="1465500"/>
                <a:ext cx="163440" cy="27144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C0BCA483-32CA-498E-85C8-85904E97F2F4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6893820" y="1456500"/>
                  <a:ext cx="18108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CC04CC61-5129-4180-A407-8DF61D2D1A68}"/>
                    </a:ext>
                  </a:extLst>
                </p14:cNvPr>
                <p14:cNvContentPartPr/>
                <p14:nvPr/>
              </p14:nvContentPartPr>
              <p14:xfrm>
                <a:off x="7151220" y="1529580"/>
                <a:ext cx="4320" cy="17172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CC04CC61-5129-4180-A407-8DF61D2D1A68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7142580" y="1520580"/>
                  <a:ext cx="2196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298F29FC-A94A-4146-B578-3B082AD5F6E8}"/>
                    </a:ext>
                  </a:extLst>
                </p14:cNvPr>
                <p14:cNvContentPartPr/>
                <p14:nvPr/>
              </p14:nvContentPartPr>
              <p14:xfrm>
                <a:off x="7139700" y="1558020"/>
                <a:ext cx="146520" cy="18828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298F29FC-A94A-4146-B578-3B082AD5F6E8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7131060" y="1549380"/>
                  <a:ext cx="16416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321041E9-6F9E-4B7A-9057-0EB96475CB04}"/>
                    </a:ext>
                  </a:extLst>
                </p14:cNvPr>
                <p14:cNvContentPartPr/>
                <p14:nvPr/>
              </p14:nvContentPartPr>
              <p14:xfrm>
                <a:off x="7358220" y="1498260"/>
                <a:ext cx="195480" cy="26208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321041E9-6F9E-4B7A-9057-0EB96475CB04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7349580" y="1489620"/>
                  <a:ext cx="213120" cy="279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C5DFB4FD-EED6-4328-9007-9F52518A5896}"/>
              </a:ext>
            </a:extLst>
          </p:cNvPr>
          <p:cNvGrpSpPr/>
          <p:nvPr/>
        </p:nvGrpSpPr>
        <p:grpSpPr>
          <a:xfrm>
            <a:off x="6359940" y="1915860"/>
            <a:ext cx="1285560" cy="424080"/>
            <a:chOff x="6359940" y="1915860"/>
            <a:chExt cx="1285560" cy="424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C79859BC-7617-47E0-9DD9-3CF01ADFBE88}"/>
                    </a:ext>
                  </a:extLst>
                </p14:cNvPr>
                <p14:cNvContentPartPr/>
                <p14:nvPr/>
              </p14:nvContentPartPr>
              <p14:xfrm>
                <a:off x="6359940" y="2036100"/>
                <a:ext cx="171720" cy="21420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C79859BC-7617-47E0-9DD9-3CF01ADFBE88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351300" y="2027100"/>
                  <a:ext cx="18936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6E9F5B33-D8E1-4F8F-9F8F-1C5EFB081EFE}"/>
                    </a:ext>
                  </a:extLst>
                </p14:cNvPr>
                <p14:cNvContentPartPr/>
                <p14:nvPr/>
              </p14:nvContentPartPr>
              <p14:xfrm>
                <a:off x="6622020" y="2049420"/>
                <a:ext cx="91800" cy="26712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6E9F5B33-D8E1-4F8F-9F8F-1C5EFB081EFE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613020" y="2040420"/>
                  <a:ext cx="10944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6BC0659A-B476-437D-B469-C395F21966CB}"/>
                    </a:ext>
                  </a:extLst>
                </p14:cNvPr>
                <p14:cNvContentPartPr/>
                <p14:nvPr/>
              </p14:nvContentPartPr>
              <p14:xfrm>
                <a:off x="6812460" y="2012340"/>
                <a:ext cx="164160" cy="22608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6BC0659A-B476-437D-B469-C395F21966CB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6803820" y="2003340"/>
                  <a:ext cx="18180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20C3E7CC-FAE3-4FF7-B69E-E603E5FDC0EB}"/>
                    </a:ext>
                  </a:extLst>
                </p14:cNvPr>
                <p14:cNvContentPartPr/>
                <p14:nvPr/>
              </p14:nvContentPartPr>
              <p14:xfrm>
                <a:off x="7019460" y="2044020"/>
                <a:ext cx="63000" cy="20484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20C3E7CC-FAE3-4FF7-B69E-E603E5FDC0EB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7010460" y="2035380"/>
                  <a:ext cx="8064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AB0F4DEF-4278-44EF-BF16-42AB230CAB8F}"/>
                    </a:ext>
                  </a:extLst>
                </p14:cNvPr>
                <p14:cNvContentPartPr/>
                <p14:nvPr/>
              </p14:nvContentPartPr>
              <p14:xfrm>
                <a:off x="7105140" y="2117820"/>
                <a:ext cx="99000" cy="13104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AB0F4DEF-4278-44EF-BF16-42AB230CAB8F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7096500" y="2108820"/>
                  <a:ext cx="11664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E9EB7C08-80A4-4EA8-B444-32B8D07EA956}"/>
                    </a:ext>
                  </a:extLst>
                </p14:cNvPr>
                <p14:cNvContentPartPr/>
                <p14:nvPr/>
              </p14:nvContentPartPr>
              <p14:xfrm>
                <a:off x="7308180" y="1915860"/>
                <a:ext cx="337320" cy="42408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E9EB7C08-80A4-4EA8-B444-32B8D07EA956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7299540" y="1907220"/>
                  <a:ext cx="354960" cy="441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97CE9109-238C-4913-8BFB-7CB22AF81E72}"/>
              </a:ext>
            </a:extLst>
          </p:cNvPr>
          <p:cNvGrpSpPr/>
          <p:nvPr/>
        </p:nvGrpSpPr>
        <p:grpSpPr>
          <a:xfrm>
            <a:off x="3382380" y="2480700"/>
            <a:ext cx="4886640" cy="1316880"/>
            <a:chOff x="3382380" y="2480700"/>
            <a:chExt cx="4886640" cy="1316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2448F187-AED6-4B7A-BEE7-9F216D916439}"/>
                    </a:ext>
                  </a:extLst>
                </p14:cNvPr>
                <p14:cNvContentPartPr/>
                <p14:nvPr/>
              </p14:nvContentPartPr>
              <p14:xfrm>
                <a:off x="3382380" y="3279180"/>
                <a:ext cx="196560" cy="45252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2448F187-AED6-4B7A-BEE7-9F216D916439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3373380" y="3270540"/>
                  <a:ext cx="214200" cy="47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F4CCA4E8-1493-4F4F-AED1-F5FEC98D8912}"/>
                    </a:ext>
                  </a:extLst>
                </p14:cNvPr>
                <p14:cNvContentPartPr/>
                <p14:nvPr/>
              </p14:nvContentPartPr>
              <p14:xfrm>
                <a:off x="3721140" y="3387540"/>
                <a:ext cx="201600" cy="32868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F4CCA4E8-1493-4F4F-AED1-F5FEC98D8912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3712500" y="3378900"/>
                  <a:ext cx="219240" cy="34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B919BAC9-CA6A-40DB-8B41-994AF3679C71}"/>
                    </a:ext>
                  </a:extLst>
                </p14:cNvPr>
                <p14:cNvContentPartPr/>
                <p14:nvPr/>
              </p14:nvContentPartPr>
              <p14:xfrm>
                <a:off x="4043340" y="3543420"/>
                <a:ext cx="155160" cy="1141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B919BAC9-CA6A-40DB-8B41-994AF3679C71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4034700" y="3534780"/>
                  <a:ext cx="17280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C64EF99A-1D63-46F9-911E-CEC198DB1F63}"/>
                    </a:ext>
                  </a:extLst>
                </p14:cNvPr>
                <p14:cNvContentPartPr/>
                <p14:nvPr/>
              </p14:nvContentPartPr>
              <p14:xfrm>
                <a:off x="4270140" y="3520020"/>
                <a:ext cx="176040" cy="13824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C64EF99A-1D63-46F9-911E-CEC198DB1F63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4261140" y="3511020"/>
                  <a:ext cx="19368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19327198-D931-4228-86F4-C379570FDE86}"/>
                    </a:ext>
                  </a:extLst>
                </p14:cNvPr>
                <p14:cNvContentPartPr/>
                <p14:nvPr/>
              </p14:nvContentPartPr>
              <p14:xfrm>
                <a:off x="4487220" y="3397980"/>
                <a:ext cx="254880" cy="24408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19327198-D931-4228-86F4-C379570FDE86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4478220" y="3389340"/>
                  <a:ext cx="27252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12C2DD0C-3F36-4D02-9337-C18D8783A0D4}"/>
                    </a:ext>
                  </a:extLst>
                </p14:cNvPr>
                <p14:cNvContentPartPr/>
                <p14:nvPr/>
              </p14:nvContentPartPr>
              <p14:xfrm>
                <a:off x="4734540" y="3545580"/>
                <a:ext cx="147600" cy="10728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12C2DD0C-3F36-4D02-9337-C18D8783A0D4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4725900" y="3536580"/>
                  <a:ext cx="16524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28DA8C10-B855-453E-BA54-CF2ED6093569}"/>
                    </a:ext>
                  </a:extLst>
                </p14:cNvPr>
                <p14:cNvContentPartPr/>
                <p14:nvPr/>
              </p14:nvContentPartPr>
              <p14:xfrm>
                <a:off x="4967460" y="3521820"/>
                <a:ext cx="173520" cy="14256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28DA8C10-B855-453E-BA54-CF2ED6093569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4958820" y="3512820"/>
                  <a:ext cx="19116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B47F2FF8-BB69-4AA4-B5F9-96EE02B58660}"/>
                    </a:ext>
                  </a:extLst>
                </p14:cNvPr>
                <p14:cNvContentPartPr/>
                <p14:nvPr/>
              </p14:nvContentPartPr>
              <p14:xfrm>
                <a:off x="5384340" y="3517140"/>
                <a:ext cx="223560" cy="1425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B47F2FF8-BB69-4AA4-B5F9-96EE02B58660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5375340" y="3508500"/>
                  <a:ext cx="24120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B4821820-9122-4593-AAF2-8D085DFFB471}"/>
                    </a:ext>
                  </a:extLst>
                </p14:cNvPr>
                <p14:cNvContentPartPr/>
                <p14:nvPr/>
              </p14:nvContentPartPr>
              <p14:xfrm>
                <a:off x="5657580" y="3449100"/>
                <a:ext cx="570240" cy="22068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B4821820-9122-4593-AAF2-8D085DFFB471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5648580" y="3440100"/>
                  <a:ext cx="58788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5F00F185-8D48-4BA6-88A2-EF2C0D68EB19}"/>
                    </a:ext>
                  </a:extLst>
                </p14:cNvPr>
                <p14:cNvContentPartPr/>
                <p14:nvPr/>
              </p14:nvContentPartPr>
              <p14:xfrm>
                <a:off x="6281100" y="3515700"/>
                <a:ext cx="145800" cy="15120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5F00F185-8D48-4BA6-88A2-EF2C0D68EB19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6272460" y="3507060"/>
                  <a:ext cx="16344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2E1747DD-6C35-42CE-995D-BC0F3322D28D}"/>
                    </a:ext>
                  </a:extLst>
                </p14:cNvPr>
                <p14:cNvContentPartPr/>
                <p14:nvPr/>
              </p14:nvContentPartPr>
              <p14:xfrm>
                <a:off x="6379380" y="3276300"/>
                <a:ext cx="208440" cy="52128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2E1747DD-6C35-42CE-995D-BC0F3322D28D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6370740" y="3267660"/>
                  <a:ext cx="226080" cy="53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D1E5595D-0F23-4289-A33E-0F90B420E74B}"/>
                    </a:ext>
                  </a:extLst>
                </p14:cNvPr>
                <p14:cNvContentPartPr/>
                <p14:nvPr/>
              </p14:nvContentPartPr>
              <p14:xfrm>
                <a:off x="4243860" y="2814060"/>
                <a:ext cx="233280" cy="1836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D1E5595D-0F23-4289-A33E-0F90B420E74B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4234860" y="2805420"/>
                  <a:ext cx="25092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8C00D0FB-1258-439C-AF75-E0F563127FB8}"/>
                    </a:ext>
                  </a:extLst>
                </p14:cNvPr>
                <p14:cNvContentPartPr/>
                <p14:nvPr/>
              </p14:nvContentPartPr>
              <p14:xfrm>
                <a:off x="4524660" y="2827020"/>
                <a:ext cx="4320" cy="15372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8C00D0FB-1258-439C-AF75-E0F563127FB8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4516020" y="2818380"/>
                  <a:ext cx="2196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49C79E97-6CE4-4F65-AB8F-820364915E37}"/>
                    </a:ext>
                  </a:extLst>
                </p14:cNvPr>
                <p14:cNvContentPartPr/>
                <p14:nvPr/>
              </p14:nvContentPartPr>
              <p14:xfrm>
                <a:off x="4524660" y="2867340"/>
                <a:ext cx="159120" cy="15408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49C79E97-6CE4-4F65-AB8F-820364915E37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4516020" y="2858340"/>
                  <a:ext cx="17676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E6EDD04C-4DB7-41E9-896A-C45311429A4F}"/>
                    </a:ext>
                  </a:extLst>
                </p14:cNvPr>
                <p14:cNvContentPartPr/>
                <p14:nvPr/>
              </p14:nvContentPartPr>
              <p14:xfrm>
                <a:off x="4784220" y="2852580"/>
                <a:ext cx="142560" cy="17748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E6EDD04C-4DB7-41E9-896A-C45311429A4F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4775580" y="2843580"/>
                  <a:ext cx="16020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30DE2F07-7F5A-48B2-AB9E-0902C9151705}"/>
                    </a:ext>
                  </a:extLst>
                </p14:cNvPr>
                <p14:cNvContentPartPr/>
                <p14:nvPr/>
              </p14:nvContentPartPr>
              <p14:xfrm>
                <a:off x="5207940" y="2917020"/>
                <a:ext cx="179280" cy="8604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30DE2F07-7F5A-48B2-AB9E-0902C9151705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5199300" y="2908380"/>
                  <a:ext cx="19692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AE2489B6-9CC6-4815-90F1-6E3D633D6D68}"/>
                    </a:ext>
                  </a:extLst>
                </p14:cNvPr>
                <p14:cNvContentPartPr/>
                <p14:nvPr/>
              </p14:nvContentPartPr>
              <p14:xfrm>
                <a:off x="5122620" y="2793180"/>
                <a:ext cx="516240" cy="35892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AE2489B6-9CC6-4815-90F1-6E3D633D6D68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5113620" y="2784540"/>
                  <a:ext cx="533880" cy="37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21753F8E-DDFD-44A6-B242-34EB8FF954AE}"/>
                    </a:ext>
                  </a:extLst>
                </p14:cNvPr>
                <p14:cNvContentPartPr/>
                <p14:nvPr/>
              </p14:nvContentPartPr>
              <p14:xfrm>
                <a:off x="5631660" y="2770860"/>
                <a:ext cx="143640" cy="2869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21753F8E-DDFD-44A6-B242-34EB8FF954AE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5622660" y="2761860"/>
                  <a:ext cx="16128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CF3DB110-1AFC-4DA0-B58E-3F3FA92000F4}"/>
                    </a:ext>
                  </a:extLst>
                </p14:cNvPr>
                <p14:cNvContentPartPr/>
                <p14:nvPr/>
              </p14:nvContentPartPr>
              <p14:xfrm>
                <a:off x="5943420" y="2847900"/>
                <a:ext cx="26280" cy="16740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CF3DB110-1AFC-4DA0-B58E-3F3FA92000F4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5934420" y="2839260"/>
                  <a:ext cx="4392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1233D806-42F5-4839-82FF-BFA97718977E}"/>
                    </a:ext>
                  </a:extLst>
                </p14:cNvPr>
                <p14:cNvContentPartPr/>
                <p14:nvPr/>
              </p14:nvContentPartPr>
              <p14:xfrm>
                <a:off x="5930820" y="2849700"/>
                <a:ext cx="185760" cy="17604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1233D806-42F5-4839-82FF-BFA97718977E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5922180" y="2840700"/>
                  <a:ext cx="20340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2B37417B-643A-4F56-87E0-89828B06401C}"/>
                    </a:ext>
                  </a:extLst>
                </p14:cNvPr>
                <p14:cNvContentPartPr/>
                <p14:nvPr/>
              </p14:nvContentPartPr>
              <p14:xfrm>
                <a:off x="6082020" y="2836740"/>
                <a:ext cx="227520" cy="1980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2B37417B-643A-4F56-87E0-89828B06401C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6073020" y="2827740"/>
                  <a:ext cx="24516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1E077C30-D9A2-4C51-AE6E-B05C1AD365E1}"/>
                    </a:ext>
                  </a:extLst>
                </p14:cNvPr>
                <p14:cNvContentPartPr/>
                <p14:nvPr/>
              </p14:nvContentPartPr>
              <p14:xfrm>
                <a:off x="6266340" y="2480700"/>
                <a:ext cx="359640" cy="24264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1E077C30-D9A2-4C51-AE6E-B05C1AD365E1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6257700" y="2472060"/>
                  <a:ext cx="37728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25DDEA50-C103-4706-8FB0-BA9F58E26CB0}"/>
                    </a:ext>
                  </a:extLst>
                </p14:cNvPr>
                <p14:cNvContentPartPr/>
                <p14:nvPr/>
              </p14:nvContentPartPr>
              <p14:xfrm>
                <a:off x="6696900" y="2536860"/>
                <a:ext cx="126360" cy="16128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25DDEA50-C103-4706-8FB0-BA9F58E26CB0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6687900" y="2528220"/>
                  <a:ext cx="14400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906FCF6D-6F92-4983-B7E4-7FF2D74FA666}"/>
                    </a:ext>
                  </a:extLst>
                </p14:cNvPr>
                <p14:cNvContentPartPr/>
                <p14:nvPr/>
              </p14:nvContentPartPr>
              <p14:xfrm>
                <a:off x="6957900" y="2541180"/>
                <a:ext cx="138240" cy="20412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906FCF6D-6F92-4983-B7E4-7FF2D74FA666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6948900" y="2532540"/>
                  <a:ext cx="15588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91EC8647-412E-4689-89C8-0C6979C9533C}"/>
                    </a:ext>
                  </a:extLst>
                </p14:cNvPr>
                <p14:cNvContentPartPr/>
                <p14:nvPr/>
              </p14:nvContentPartPr>
              <p14:xfrm>
                <a:off x="6742260" y="2982900"/>
                <a:ext cx="212400" cy="19728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91EC8647-412E-4689-89C8-0C6979C9533C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6733260" y="2973900"/>
                  <a:ext cx="23004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2F9BFA13-1616-4CA4-9FF4-A41544E7F93F}"/>
                    </a:ext>
                  </a:extLst>
                </p14:cNvPr>
                <p14:cNvContentPartPr/>
                <p14:nvPr/>
              </p14:nvContentPartPr>
              <p14:xfrm>
                <a:off x="7091820" y="2898300"/>
                <a:ext cx="119520" cy="33912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2F9BFA13-1616-4CA4-9FF4-A41544E7F93F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7083180" y="2889300"/>
                  <a:ext cx="137160" cy="35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5445291D-58BE-43F1-93B6-4145301D9F28}"/>
                    </a:ext>
                  </a:extLst>
                </p14:cNvPr>
                <p14:cNvContentPartPr/>
                <p14:nvPr/>
              </p14:nvContentPartPr>
              <p14:xfrm>
                <a:off x="7247700" y="3041940"/>
                <a:ext cx="122760" cy="16416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5445291D-58BE-43F1-93B6-4145301D9F28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7238700" y="3032940"/>
                  <a:ext cx="14040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F57FFF25-E40B-4181-A9C9-CCC788E4C274}"/>
                    </a:ext>
                  </a:extLst>
                </p14:cNvPr>
                <p14:cNvContentPartPr/>
                <p14:nvPr/>
              </p14:nvContentPartPr>
              <p14:xfrm>
                <a:off x="7424460" y="2856540"/>
                <a:ext cx="184320" cy="15048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F57FFF25-E40B-4181-A9C9-CCC788E4C274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7415820" y="2847900"/>
                  <a:ext cx="20196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452BC377-C8EB-460A-95B2-BE81A228EFFD}"/>
                    </a:ext>
                  </a:extLst>
                </p14:cNvPr>
                <p14:cNvContentPartPr/>
                <p14:nvPr/>
              </p14:nvContentPartPr>
              <p14:xfrm>
                <a:off x="7689060" y="2857260"/>
                <a:ext cx="92880" cy="24912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452BC377-C8EB-460A-95B2-BE81A228EFFD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7680420" y="2848620"/>
                  <a:ext cx="11052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D202AB46-B1CE-4AFE-9114-58A477CFFF6D}"/>
                    </a:ext>
                  </a:extLst>
                </p14:cNvPr>
                <p14:cNvContentPartPr/>
                <p14:nvPr/>
              </p14:nvContentPartPr>
              <p14:xfrm>
                <a:off x="7804980" y="3044460"/>
                <a:ext cx="16560" cy="3420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D202AB46-B1CE-4AFE-9114-58A477CFFF6D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7795980" y="3035460"/>
                  <a:ext cx="3420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8706355C-C370-451F-8FC3-164FBC1454F8}"/>
                    </a:ext>
                  </a:extLst>
                </p14:cNvPr>
                <p14:cNvContentPartPr/>
                <p14:nvPr/>
              </p14:nvContentPartPr>
              <p14:xfrm>
                <a:off x="7886700" y="2805420"/>
                <a:ext cx="137880" cy="13032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8706355C-C370-451F-8FC3-164FBC1454F8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7877700" y="2796780"/>
                  <a:ext cx="15552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24CAC000-DE33-4540-97B9-C710170CBBFB}"/>
                    </a:ext>
                  </a:extLst>
                </p14:cNvPr>
                <p14:cNvContentPartPr/>
                <p14:nvPr/>
              </p14:nvContentPartPr>
              <p14:xfrm>
                <a:off x="7845660" y="2976060"/>
                <a:ext cx="117360" cy="14436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24CAC000-DE33-4540-97B9-C710170CBBFB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7837020" y="2967420"/>
                  <a:ext cx="13500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7638510D-33BC-4AE0-956A-C333435CFBEF}"/>
                    </a:ext>
                  </a:extLst>
                </p14:cNvPr>
                <p14:cNvContentPartPr/>
                <p14:nvPr/>
              </p14:nvContentPartPr>
              <p14:xfrm>
                <a:off x="8081100" y="2744940"/>
                <a:ext cx="187920" cy="64836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7638510D-33BC-4AE0-956A-C333435CFBEF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8072100" y="2735940"/>
                  <a:ext cx="205560" cy="66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B9E60CA1-B2F2-465A-ACAA-55620CE6B091}"/>
              </a:ext>
            </a:extLst>
          </p:cNvPr>
          <p:cNvGrpSpPr/>
          <p:nvPr/>
        </p:nvGrpSpPr>
        <p:grpSpPr>
          <a:xfrm>
            <a:off x="1539180" y="2425260"/>
            <a:ext cx="1098360" cy="148680"/>
            <a:chOff x="1539180" y="2425260"/>
            <a:chExt cx="1098360" cy="148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7102A062-BAC2-4340-8371-D15AD325B804}"/>
                    </a:ext>
                  </a:extLst>
                </p14:cNvPr>
                <p14:cNvContentPartPr/>
                <p14:nvPr/>
              </p14:nvContentPartPr>
              <p14:xfrm>
                <a:off x="1609020" y="2431380"/>
                <a:ext cx="966240" cy="1872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7102A062-BAC2-4340-8371-D15AD325B804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600020" y="2422380"/>
                  <a:ext cx="98388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37BC0F44-8F14-4A9B-862D-1A739E75A814}"/>
                    </a:ext>
                  </a:extLst>
                </p14:cNvPr>
                <p14:cNvContentPartPr/>
                <p14:nvPr/>
              </p14:nvContentPartPr>
              <p14:xfrm>
                <a:off x="1539180" y="2425260"/>
                <a:ext cx="1098360" cy="7740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37BC0F44-8F14-4A9B-862D-1A739E75A814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530540" y="2416260"/>
                  <a:ext cx="111600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89AABBBA-D47A-4ECC-8D92-BB3CE79C9EC2}"/>
                    </a:ext>
                  </a:extLst>
                </p14:cNvPr>
                <p14:cNvContentPartPr/>
                <p14:nvPr/>
              </p14:nvContentPartPr>
              <p14:xfrm>
                <a:off x="1676340" y="2503020"/>
                <a:ext cx="873360" cy="7092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89AABBBA-D47A-4ECC-8D92-BB3CE79C9EC2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1667340" y="2494380"/>
                  <a:ext cx="891000" cy="88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2550B518-6FED-4BDC-A99D-3D60C655984F}"/>
              </a:ext>
            </a:extLst>
          </p:cNvPr>
          <p:cNvGrpSpPr/>
          <p:nvPr/>
        </p:nvGrpSpPr>
        <p:grpSpPr>
          <a:xfrm>
            <a:off x="8180100" y="2358300"/>
            <a:ext cx="611280" cy="599040"/>
            <a:chOff x="8180100" y="2358300"/>
            <a:chExt cx="611280" cy="599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3DA5A544-E4FC-4A60-8BEF-B37B0326E672}"/>
                    </a:ext>
                  </a:extLst>
                </p14:cNvPr>
                <p14:cNvContentPartPr/>
                <p14:nvPr/>
              </p14:nvContentPartPr>
              <p14:xfrm>
                <a:off x="8384220" y="2483940"/>
                <a:ext cx="281880" cy="21636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3DA5A544-E4FC-4A60-8BEF-B37B0326E672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8375220" y="2475300"/>
                  <a:ext cx="29952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E9925108-AB40-4A74-B1C6-83E18507D824}"/>
                    </a:ext>
                  </a:extLst>
                </p14:cNvPr>
                <p14:cNvContentPartPr/>
                <p14:nvPr/>
              </p14:nvContentPartPr>
              <p14:xfrm>
                <a:off x="8180100" y="2358300"/>
                <a:ext cx="611280" cy="59904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E9925108-AB40-4A74-B1C6-83E18507D824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8171460" y="2349660"/>
                  <a:ext cx="628920" cy="616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DB28D1D0-D702-4799-B200-E3BB6E3BC512}"/>
              </a:ext>
            </a:extLst>
          </p:cNvPr>
          <p:cNvGrpSpPr/>
          <p:nvPr/>
        </p:nvGrpSpPr>
        <p:grpSpPr>
          <a:xfrm>
            <a:off x="5895900" y="4502820"/>
            <a:ext cx="644040" cy="591840"/>
            <a:chOff x="5895900" y="4502820"/>
            <a:chExt cx="644040" cy="591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3D36EC49-521F-4144-A849-F626B1BFC801}"/>
                    </a:ext>
                  </a:extLst>
                </p14:cNvPr>
                <p14:cNvContentPartPr/>
                <p14:nvPr/>
              </p14:nvContentPartPr>
              <p14:xfrm>
                <a:off x="6112980" y="4689660"/>
                <a:ext cx="276120" cy="27036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3D36EC49-521F-4144-A849-F626B1BFC801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6103980" y="4680660"/>
                  <a:ext cx="29376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0B2357C2-F687-4615-800C-71C91B8238F1}"/>
                    </a:ext>
                  </a:extLst>
                </p14:cNvPr>
                <p14:cNvContentPartPr/>
                <p14:nvPr/>
              </p14:nvContentPartPr>
              <p14:xfrm>
                <a:off x="5895900" y="4502820"/>
                <a:ext cx="644040" cy="59184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0B2357C2-F687-4615-800C-71C91B8238F1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5887260" y="4493820"/>
                  <a:ext cx="661680" cy="609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839EF759-8F50-4FE5-B8B0-3AC10B873E10}"/>
              </a:ext>
            </a:extLst>
          </p:cNvPr>
          <p:cNvGrpSpPr/>
          <p:nvPr/>
        </p:nvGrpSpPr>
        <p:grpSpPr>
          <a:xfrm>
            <a:off x="7751700" y="1417260"/>
            <a:ext cx="538200" cy="519120"/>
            <a:chOff x="7751700" y="1417260"/>
            <a:chExt cx="538200" cy="519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E58301B5-64BF-46C5-8D6B-2AE75C372C94}"/>
                    </a:ext>
                  </a:extLst>
                </p14:cNvPr>
                <p14:cNvContentPartPr/>
                <p14:nvPr/>
              </p14:nvContentPartPr>
              <p14:xfrm>
                <a:off x="7971300" y="1533180"/>
                <a:ext cx="33120" cy="22788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E58301B5-64BF-46C5-8D6B-2AE75C372C94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7962660" y="1524180"/>
                  <a:ext cx="5076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06ADC716-8BE4-4EE4-A0B2-B74014768CD0}"/>
                    </a:ext>
                  </a:extLst>
                </p14:cNvPr>
                <p14:cNvContentPartPr/>
                <p14:nvPr/>
              </p14:nvContentPartPr>
              <p14:xfrm>
                <a:off x="7751700" y="1417260"/>
                <a:ext cx="538200" cy="51912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06ADC716-8BE4-4EE4-A0B2-B74014768CD0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7743060" y="1408260"/>
                  <a:ext cx="555840" cy="53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F720BAC6-8549-42D4-9EE4-A4C75CFAA3D5}"/>
                    </a:ext>
                  </a:extLst>
                </p14:cNvPr>
                <p14:cNvContentPartPr/>
                <p14:nvPr/>
              </p14:nvContentPartPr>
              <p14:xfrm>
                <a:off x="7996500" y="1786980"/>
                <a:ext cx="360" cy="36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F720BAC6-8549-42D4-9EE4-A4C75CFAA3D5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7987500" y="177798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71532322"/>
      </p:ext>
    </p:extLst>
  </p:cSld>
  <p:clrMapOvr>
    <a:masterClrMapping/>
  </p:clrMapOvr>
</p:sld>
</file>

<file path=ppt/theme/theme1.xml><?xml version="1.0" encoding="utf-8"?>
<a:theme xmlns:a="http://schemas.openxmlformats.org/drawingml/2006/main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</TotalTime>
  <Words>236</Words>
  <Application>Microsoft Office PowerPoint</Application>
  <PresentationFormat>On-screen Show (16:9)</PresentationFormat>
  <Paragraphs>21</Paragraphs>
  <Slides>14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urw-din</vt:lpstr>
      <vt:lpstr>Arial</vt:lpstr>
      <vt:lpstr>Proxima Nova</vt:lpstr>
      <vt:lpstr>Spearmint</vt:lpstr>
      <vt:lpstr>Recurrence Relation Solving : Master’s Theorem</vt:lpstr>
      <vt:lpstr>Master’s Theorem</vt:lpstr>
      <vt:lpstr>Three Cases of Master’s Theorem</vt:lpstr>
      <vt:lpstr>Problem 1</vt:lpstr>
      <vt:lpstr>Problem 2</vt:lpstr>
      <vt:lpstr>Problem 3</vt:lpstr>
      <vt:lpstr>Problem 4: Challenging Problem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Recurrence Relation Solving : Recursive Tree Method</dc:title>
  <cp:lastModifiedBy>Priya Bhatia</cp:lastModifiedBy>
  <cp:revision>21</cp:revision>
  <dcterms:modified xsi:type="dcterms:W3CDTF">2021-03-21T07:17:48Z</dcterms:modified>
</cp:coreProperties>
</file>